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5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4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55.xml"/>
  <Override ContentType="application/vnd.openxmlformats-officedocument.presentationml.slideLayout+xml" PartName="/ppt/slideLayouts/slideLayout61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52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60.xml"/>
  <Override ContentType="application/vnd.openxmlformats-officedocument.presentationml.slideLayout+xml" PartName="/ppt/slideLayouts/slideLayout47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48.xml"/>
  <Override ContentType="application/vnd.openxmlformats-officedocument.presentationml.slideLayout+xml" PartName="/ppt/slideLayouts/slideLayout4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3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59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6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5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5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50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58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45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11.xml"/>
  <Override ContentType="application/vnd.openxmlformats-officedocument.presentationml.slide+xml" PartName="/ppt/slides/slide22.xml"/>
  <Override ContentType="application/vnd.openxmlformats-officedocument.presentationml.slide+xml" PartName="/ppt/slides/slide1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709" r:id="rId4"/>
    <p:sldMasterId id="2147483710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</p:sldIdLst>
  <p:sldSz cy="5143500" cx="9144000"/>
  <p:notesSz cx="6858000" cy="9144000"/>
  <p:embeddedFontLst>
    <p:embeddedFont>
      <p:font typeface="Catamaran"/>
      <p:regular r:id="rId29"/>
      <p:bold r:id="rId30"/>
    </p:embeddedFont>
    <p:embeddedFont>
      <p:font typeface="Bebas Neue"/>
      <p:regular r:id="rId31"/>
    </p:embeddedFont>
    <p:embeddedFont>
      <p:font typeface="Didact Gothic"/>
      <p:regular r:id="rId32"/>
    </p:embeddedFont>
    <p:embeddedFont>
      <p:font typeface="Catamaran Medium"/>
      <p:regular r:id="rId33"/>
      <p:bold r:id="rId34"/>
    </p:embeddedFont>
    <p:embeddedFont>
      <p:font typeface="Coiny"/>
      <p:regular r:id="rId35"/>
    </p:embeddedFont>
    <p:embeddedFont>
      <p:font typeface="PT Sans"/>
      <p:regular r:id="rId36"/>
      <p:bold r:id="rId37"/>
      <p:italic r:id="rId38"/>
      <p:boldItalic r:id="rId39"/>
    </p:embeddedFont>
    <p:embeddedFont>
      <p:font typeface="Coustard"/>
      <p:regular r:id="rId40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E4D15132-8A5F-43EE-BB36-02E1371D0DD5}">
  <a:tblStyle styleId="{E4D15132-8A5F-43EE-BB36-02E1371D0DD5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  <a:tblStyle styleId="{BA5FD09A-8B09-4C6E-9AA2-A4640F149B14}" styleName="Table_1">
    <a:wholeTbl>
      <a:tcTxStyle>
        <a:font>
          <a:latin typeface="Arial"/>
          <a:ea typeface="Arial"/>
          <a:cs typeface="Arial"/>
        </a:font>
        <a:srgbClr val="000000"/>
      </a:tcTx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Coustard-regular.fntdata"/><Relationship Id="rId20" Type="http://schemas.openxmlformats.org/officeDocument/2006/relationships/slide" Target="slides/slide14.xml"/><Relationship Id="rId22" Type="http://schemas.openxmlformats.org/officeDocument/2006/relationships/slide" Target="slides/slide16.xml"/><Relationship Id="rId21" Type="http://schemas.openxmlformats.org/officeDocument/2006/relationships/slide" Target="slides/slide15.xml"/><Relationship Id="rId24" Type="http://schemas.openxmlformats.org/officeDocument/2006/relationships/slide" Target="slides/slide18.xml"/><Relationship Id="rId23" Type="http://schemas.openxmlformats.org/officeDocument/2006/relationships/slide" Target="slides/slide17.xml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29" Type="http://schemas.openxmlformats.org/officeDocument/2006/relationships/font" Target="fonts/Catamaran-regular.fntdata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font" Target="fonts/BebasNeue-regular.fntdata"/><Relationship Id="rId30" Type="http://schemas.openxmlformats.org/officeDocument/2006/relationships/font" Target="fonts/Catamaran-bold.fntdata"/><Relationship Id="rId11" Type="http://schemas.openxmlformats.org/officeDocument/2006/relationships/slide" Target="slides/slide5.xml"/><Relationship Id="rId33" Type="http://schemas.openxmlformats.org/officeDocument/2006/relationships/font" Target="fonts/CatamaranMedium-regular.fntdata"/><Relationship Id="rId10" Type="http://schemas.openxmlformats.org/officeDocument/2006/relationships/slide" Target="slides/slide4.xml"/><Relationship Id="rId32" Type="http://schemas.openxmlformats.org/officeDocument/2006/relationships/font" Target="fonts/DidactGothic-regular.fntdata"/><Relationship Id="rId13" Type="http://schemas.openxmlformats.org/officeDocument/2006/relationships/slide" Target="slides/slide7.xml"/><Relationship Id="rId35" Type="http://schemas.openxmlformats.org/officeDocument/2006/relationships/font" Target="fonts/Coiny-regular.fntdata"/><Relationship Id="rId12" Type="http://schemas.openxmlformats.org/officeDocument/2006/relationships/slide" Target="slides/slide6.xml"/><Relationship Id="rId34" Type="http://schemas.openxmlformats.org/officeDocument/2006/relationships/font" Target="fonts/CatamaranMedium-bold.fntdata"/><Relationship Id="rId15" Type="http://schemas.openxmlformats.org/officeDocument/2006/relationships/slide" Target="slides/slide9.xml"/><Relationship Id="rId37" Type="http://schemas.openxmlformats.org/officeDocument/2006/relationships/font" Target="fonts/PTSans-bold.fntdata"/><Relationship Id="rId14" Type="http://schemas.openxmlformats.org/officeDocument/2006/relationships/slide" Target="slides/slide8.xml"/><Relationship Id="rId36" Type="http://schemas.openxmlformats.org/officeDocument/2006/relationships/font" Target="fonts/PTSans-regular.fntdata"/><Relationship Id="rId17" Type="http://schemas.openxmlformats.org/officeDocument/2006/relationships/slide" Target="slides/slide11.xml"/><Relationship Id="rId39" Type="http://schemas.openxmlformats.org/officeDocument/2006/relationships/font" Target="fonts/PTSans-boldItalic.fntdata"/><Relationship Id="rId16" Type="http://schemas.openxmlformats.org/officeDocument/2006/relationships/slide" Target="slides/slide10.xml"/><Relationship Id="rId38" Type="http://schemas.openxmlformats.org/officeDocument/2006/relationships/font" Target="fonts/PTSans-italic.fntdata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449" name="Shape 10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50" name="Google Shape;10450;g1d172ead4ea_0_104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51" name="Google Shape;10451;g1d172ead4ea_0_104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</a:t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20" name="Shape 10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" name="Google Shape;10521;g21f82730dde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22" name="Google Shape;10522;g21f82730dde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</a:t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25" name="Shape 10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" name="Google Shape;10526;g20efb7dc5a0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27" name="Google Shape;10527;g20efb7dc5a0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</a:t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30" name="Shape 10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" name="Google Shape;10531;g20992cc3511_0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32" name="Google Shape;10532;g20992cc3511_0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</a:t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36" name="Shape 10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" name="Google Shape;10537;g20efb7dc5a0_0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38" name="Google Shape;10538;g20efb7dc5a0_0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</a:t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41" name="Shape 10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" name="Google Shape;10542;g20992cc3511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43" name="Google Shape;10543;g20992cc3511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</a:t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47" name="Shape 10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" name="Google Shape;10548;g20992cc3511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49" name="Google Shape;10549;g20992cc3511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</a:t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53" name="Shape 10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" name="Google Shape;10554;g20992cc3511_0_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55" name="Google Shape;10555;g20992cc3511_0_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</a:t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61" name="Shape 10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" name="Google Shape;10562;g21075d54a74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63" name="Google Shape;10563;g21075d54a74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</a:t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70" name="Shape 10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" name="Google Shape;10571;g21075d54a74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72" name="Google Shape;10572;g21075d54a74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</a:t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77" name="Shape 10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" name="Google Shape;10578;g20992cc3511_0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79" name="Google Shape;10579;g20992cc3511_0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</a:t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84" name="Shape 10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5" name="Google Shape;10585;g20992cc3511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86" name="Google Shape;10586;g20992cc3511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Alyssa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91" name="Shape 10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2" name="Google Shape;10592;g20992cc3511_0_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3" name="Google Shape;10593;g20992cc3511_0_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Alyssa</a:t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97" name="Shape 10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8" name="Google Shape;10598;g20992cc3511_0_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9" name="Google Shape;10599;g20992cc3511_0_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Alyssa</a:t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603" name="Shape 10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04" name="Google Shape;10604;g2102c2e9c9a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05" name="Google Shape;10605;g2102c2e9c9a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Alyssa</a:t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610" name="Shape 10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1" name="Google Shape;10611;g21092992fc7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12" name="Google Shape;10612;g21092992fc7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Alyssa</a:t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616" name="Shape 10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7" name="Google Shape;10617;g2102c2e9c9a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18" name="Google Shape;10618;g2102c2e9c9a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Alyssa</a:t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622" name="Shape 10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23" name="Google Shape;10623;g21092992fc7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24" name="Google Shape;10624;g21092992fc7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</a:t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629" name="Shape 10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0" name="Google Shape;10630;g21075d54a74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31" name="Google Shape;10631;g21075d54a74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</a:t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635" name="Shape 10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6" name="Google Shape;10636;g209e318b89e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37" name="Google Shape;10637;g209e318b89e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641" name="Shape 10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2" name="Google Shape;10642;g21075d54a74_0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43" name="Google Shape;10643;g21075d54a74_0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</a:t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647" name="Shape 10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8" name="Google Shape;10648;g21075d54a74_0_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49" name="Google Shape;10649;g21075d54a74_0_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</a:t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flipH="1">
            <a:off x="-970255" y="2629503"/>
            <a:ext cx="2802994" cy="2988378"/>
            <a:chOff x="-1147186" y="2691345"/>
            <a:chExt cx="3013648" cy="3212964"/>
          </a:xfrm>
        </p:grpSpPr>
        <p:sp>
          <p:nvSpPr>
            <p:cNvPr id="10" name="Google Shape;10;p2"/>
            <p:cNvSpPr/>
            <p:nvPr/>
          </p:nvSpPr>
          <p:spPr>
            <a:xfrm rot="10800000">
              <a:off x="-1147186" y="2691345"/>
              <a:ext cx="3013648" cy="3212964"/>
            </a:xfrm>
            <a:custGeom>
              <a:rect b="b" l="l" r="r" t="t"/>
              <a:pathLst>
                <a:path extrusionOk="0" h="23922" w="22438">
                  <a:moveTo>
                    <a:pt x="3165" y="1"/>
                  </a:moveTo>
                  <a:cubicBezTo>
                    <a:pt x="2537" y="1"/>
                    <a:pt x="1924" y="119"/>
                    <a:pt x="1419" y="447"/>
                  </a:cubicBezTo>
                  <a:cubicBezTo>
                    <a:pt x="688" y="920"/>
                    <a:pt x="277" y="1776"/>
                    <a:pt x="144" y="2651"/>
                  </a:cubicBezTo>
                  <a:cubicBezTo>
                    <a:pt x="1" y="3516"/>
                    <a:pt x="99" y="4426"/>
                    <a:pt x="188" y="5327"/>
                  </a:cubicBezTo>
                  <a:cubicBezTo>
                    <a:pt x="313" y="6487"/>
                    <a:pt x="438" y="7655"/>
                    <a:pt x="563" y="8824"/>
                  </a:cubicBezTo>
                  <a:cubicBezTo>
                    <a:pt x="652" y="9618"/>
                    <a:pt x="813" y="10537"/>
                    <a:pt x="1517" y="10947"/>
                  </a:cubicBezTo>
                  <a:cubicBezTo>
                    <a:pt x="1731" y="11074"/>
                    <a:pt x="1965" y="11129"/>
                    <a:pt x="2201" y="11129"/>
                  </a:cubicBezTo>
                  <a:cubicBezTo>
                    <a:pt x="2665" y="11129"/>
                    <a:pt x="3137" y="10916"/>
                    <a:pt x="3480" y="10608"/>
                  </a:cubicBezTo>
                  <a:cubicBezTo>
                    <a:pt x="3730" y="10385"/>
                    <a:pt x="3935" y="10109"/>
                    <a:pt x="4229" y="9948"/>
                  </a:cubicBezTo>
                  <a:cubicBezTo>
                    <a:pt x="4365" y="9876"/>
                    <a:pt x="4526" y="9835"/>
                    <a:pt x="4683" y="9835"/>
                  </a:cubicBezTo>
                  <a:cubicBezTo>
                    <a:pt x="4876" y="9835"/>
                    <a:pt x="5065" y="9898"/>
                    <a:pt x="5193" y="10046"/>
                  </a:cubicBezTo>
                  <a:cubicBezTo>
                    <a:pt x="5318" y="10189"/>
                    <a:pt x="5362" y="10358"/>
                    <a:pt x="5398" y="10537"/>
                  </a:cubicBezTo>
                  <a:cubicBezTo>
                    <a:pt x="5880" y="12705"/>
                    <a:pt x="5086" y="14953"/>
                    <a:pt x="5684" y="17103"/>
                  </a:cubicBezTo>
                  <a:cubicBezTo>
                    <a:pt x="5728" y="17263"/>
                    <a:pt x="5800" y="17442"/>
                    <a:pt x="5951" y="17495"/>
                  </a:cubicBezTo>
                  <a:cubicBezTo>
                    <a:pt x="5988" y="17509"/>
                    <a:pt x="6027" y="17513"/>
                    <a:pt x="6066" y="17513"/>
                  </a:cubicBezTo>
                  <a:cubicBezTo>
                    <a:pt x="6130" y="17513"/>
                    <a:pt x="6197" y="17501"/>
                    <a:pt x="6263" y="17495"/>
                  </a:cubicBezTo>
                  <a:cubicBezTo>
                    <a:pt x="6274" y="17495"/>
                    <a:pt x="6284" y="17494"/>
                    <a:pt x="6294" y="17494"/>
                  </a:cubicBezTo>
                  <a:cubicBezTo>
                    <a:pt x="6648" y="17494"/>
                    <a:pt x="6973" y="17790"/>
                    <a:pt x="7120" y="18120"/>
                  </a:cubicBezTo>
                  <a:cubicBezTo>
                    <a:pt x="7280" y="18459"/>
                    <a:pt x="7289" y="18842"/>
                    <a:pt x="7298" y="19208"/>
                  </a:cubicBezTo>
                  <a:cubicBezTo>
                    <a:pt x="7325" y="19966"/>
                    <a:pt x="7343" y="20725"/>
                    <a:pt x="7361" y="21492"/>
                  </a:cubicBezTo>
                  <a:cubicBezTo>
                    <a:pt x="7379" y="21973"/>
                    <a:pt x="7388" y="22464"/>
                    <a:pt x="7566" y="22919"/>
                  </a:cubicBezTo>
                  <a:cubicBezTo>
                    <a:pt x="7744" y="23383"/>
                    <a:pt x="8128" y="23811"/>
                    <a:pt x="8610" y="23900"/>
                  </a:cubicBezTo>
                  <a:cubicBezTo>
                    <a:pt x="8679" y="23915"/>
                    <a:pt x="8748" y="23921"/>
                    <a:pt x="8817" y="23921"/>
                  </a:cubicBezTo>
                  <a:cubicBezTo>
                    <a:pt x="9309" y="23921"/>
                    <a:pt x="9754" y="23572"/>
                    <a:pt x="9966" y="23133"/>
                  </a:cubicBezTo>
                  <a:cubicBezTo>
                    <a:pt x="10216" y="22625"/>
                    <a:pt x="10233" y="22036"/>
                    <a:pt x="10242" y="21465"/>
                  </a:cubicBezTo>
                  <a:cubicBezTo>
                    <a:pt x="10287" y="19529"/>
                    <a:pt x="10331" y="17602"/>
                    <a:pt x="10376" y="15675"/>
                  </a:cubicBezTo>
                  <a:cubicBezTo>
                    <a:pt x="10403" y="14382"/>
                    <a:pt x="10546" y="12883"/>
                    <a:pt x="11634" y="12241"/>
                  </a:cubicBezTo>
                  <a:cubicBezTo>
                    <a:pt x="11831" y="12122"/>
                    <a:pt x="12075" y="12052"/>
                    <a:pt x="12314" y="12052"/>
                  </a:cubicBezTo>
                  <a:cubicBezTo>
                    <a:pt x="12593" y="12052"/>
                    <a:pt x="12865" y="12148"/>
                    <a:pt x="13043" y="12374"/>
                  </a:cubicBezTo>
                  <a:cubicBezTo>
                    <a:pt x="13382" y="12803"/>
                    <a:pt x="13275" y="13543"/>
                    <a:pt x="13757" y="13784"/>
                  </a:cubicBezTo>
                  <a:cubicBezTo>
                    <a:pt x="13845" y="13830"/>
                    <a:pt x="13940" y="13848"/>
                    <a:pt x="14034" y="13848"/>
                  </a:cubicBezTo>
                  <a:cubicBezTo>
                    <a:pt x="14122" y="13848"/>
                    <a:pt x="14211" y="13832"/>
                    <a:pt x="14292" y="13811"/>
                  </a:cubicBezTo>
                  <a:cubicBezTo>
                    <a:pt x="14837" y="13668"/>
                    <a:pt x="15211" y="13213"/>
                    <a:pt x="15506" y="12749"/>
                  </a:cubicBezTo>
                  <a:cubicBezTo>
                    <a:pt x="15800" y="12294"/>
                    <a:pt x="16059" y="11786"/>
                    <a:pt x="16487" y="11447"/>
                  </a:cubicBezTo>
                  <a:cubicBezTo>
                    <a:pt x="16738" y="11248"/>
                    <a:pt x="17072" y="11120"/>
                    <a:pt x="17401" y="11120"/>
                  </a:cubicBezTo>
                  <a:cubicBezTo>
                    <a:pt x="17633" y="11120"/>
                    <a:pt x="17862" y="11183"/>
                    <a:pt x="18057" y="11331"/>
                  </a:cubicBezTo>
                  <a:cubicBezTo>
                    <a:pt x="18307" y="11518"/>
                    <a:pt x="18459" y="11812"/>
                    <a:pt x="18708" y="12009"/>
                  </a:cubicBezTo>
                  <a:cubicBezTo>
                    <a:pt x="18919" y="12177"/>
                    <a:pt x="19178" y="12252"/>
                    <a:pt x="19439" y="12252"/>
                  </a:cubicBezTo>
                  <a:cubicBezTo>
                    <a:pt x="19676" y="12252"/>
                    <a:pt x="19914" y="12190"/>
                    <a:pt x="20118" y="12080"/>
                  </a:cubicBezTo>
                  <a:cubicBezTo>
                    <a:pt x="20546" y="11848"/>
                    <a:pt x="20840" y="11447"/>
                    <a:pt x="21072" y="11027"/>
                  </a:cubicBezTo>
                  <a:cubicBezTo>
                    <a:pt x="21742" y="9823"/>
                    <a:pt x="22036" y="8422"/>
                    <a:pt x="22223" y="7031"/>
                  </a:cubicBezTo>
                  <a:cubicBezTo>
                    <a:pt x="22357" y="6014"/>
                    <a:pt x="22437" y="4952"/>
                    <a:pt x="22179" y="3926"/>
                  </a:cubicBezTo>
                  <a:cubicBezTo>
                    <a:pt x="21920" y="2900"/>
                    <a:pt x="21269" y="1892"/>
                    <a:pt x="20287" y="1446"/>
                  </a:cubicBezTo>
                  <a:cubicBezTo>
                    <a:pt x="19592" y="1125"/>
                    <a:pt x="18815" y="1116"/>
                    <a:pt x="18066" y="1116"/>
                  </a:cubicBezTo>
                  <a:lnTo>
                    <a:pt x="16240" y="1116"/>
                  </a:lnTo>
                  <a:cubicBezTo>
                    <a:pt x="15137" y="528"/>
                    <a:pt x="13904" y="351"/>
                    <a:pt x="12677" y="351"/>
                  </a:cubicBezTo>
                  <a:cubicBezTo>
                    <a:pt x="12265" y="351"/>
                    <a:pt x="11853" y="371"/>
                    <a:pt x="11447" y="403"/>
                  </a:cubicBezTo>
                  <a:cubicBezTo>
                    <a:pt x="10277" y="486"/>
                    <a:pt x="9107" y="653"/>
                    <a:pt x="7930" y="653"/>
                  </a:cubicBezTo>
                  <a:cubicBezTo>
                    <a:pt x="7474" y="653"/>
                    <a:pt x="7017" y="628"/>
                    <a:pt x="6558" y="563"/>
                  </a:cubicBezTo>
                  <a:cubicBezTo>
                    <a:pt x="5684" y="438"/>
                    <a:pt x="4818" y="171"/>
                    <a:pt x="3944" y="55"/>
                  </a:cubicBezTo>
                  <a:cubicBezTo>
                    <a:pt x="3686" y="21"/>
                    <a:pt x="3424" y="1"/>
                    <a:pt x="3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 rot="10800000">
              <a:off x="-1102863" y="4422332"/>
              <a:ext cx="2918959" cy="657179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 rot="10800000">
              <a:off x="-979432" y="5046202"/>
              <a:ext cx="1893234" cy="398229"/>
            </a:xfrm>
            <a:custGeom>
              <a:rect b="b" l="l" r="r" t="t"/>
              <a:pathLst>
                <a:path extrusionOk="0" h="2965" w="14096">
                  <a:moveTo>
                    <a:pt x="7233" y="0"/>
                  </a:moveTo>
                  <a:cubicBezTo>
                    <a:pt x="7160" y="0"/>
                    <a:pt x="7087" y="4"/>
                    <a:pt x="7012" y="12"/>
                  </a:cubicBezTo>
                  <a:cubicBezTo>
                    <a:pt x="5977" y="119"/>
                    <a:pt x="5272" y="931"/>
                    <a:pt x="4487" y="1510"/>
                  </a:cubicBezTo>
                  <a:cubicBezTo>
                    <a:pt x="3718" y="2084"/>
                    <a:pt x="2849" y="2352"/>
                    <a:pt x="1954" y="2352"/>
                  </a:cubicBezTo>
                  <a:cubicBezTo>
                    <a:pt x="1428" y="2352"/>
                    <a:pt x="894" y="2260"/>
                    <a:pt x="366" y="2081"/>
                  </a:cubicBezTo>
                  <a:cubicBezTo>
                    <a:pt x="338" y="2072"/>
                    <a:pt x="312" y="2067"/>
                    <a:pt x="288" y="2067"/>
                  </a:cubicBezTo>
                  <a:cubicBezTo>
                    <a:pt x="70" y="2067"/>
                    <a:pt x="1" y="2430"/>
                    <a:pt x="250" y="2518"/>
                  </a:cubicBezTo>
                  <a:cubicBezTo>
                    <a:pt x="830" y="2716"/>
                    <a:pt x="1422" y="2827"/>
                    <a:pt x="2014" y="2827"/>
                  </a:cubicBezTo>
                  <a:cubicBezTo>
                    <a:pt x="2569" y="2827"/>
                    <a:pt x="3123" y="2730"/>
                    <a:pt x="3667" y="2518"/>
                  </a:cubicBezTo>
                  <a:cubicBezTo>
                    <a:pt x="4737" y="2099"/>
                    <a:pt x="5415" y="1162"/>
                    <a:pt x="6423" y="690"/>
                  </a:cubicBezTo>
                  <a:cubicBezTo>
                    <a:pt x="6688" y="567"/>
                    <a:pt x="6945" y="515"/>
                    <a:pt x="7196" y="515"/>
                  </a:cubicBezTo>
                  <a:cubicBezTo>
                    <a:pt x="8317" y="515"/>
                    <a:pt x="9317" y="1559"/>
                    <a:pt x="10286" y="2055"/>
                  </a:cubicBezTo>
                  <a:cubicBezTo>
                    <a:pt x="11366" y="2608"/>
                    <a:pt x="12552" y="2893"/>
                    <a:pt x="13774" y="2965"/>
                  </a:cubicBezTo>
                  <a:cubicBezTo>
                    <a:pt x="13780" y="2965"/>
                    <a:pt x="13785" y="2965"/>
                    <a:pt x="13791" y="2965"/>
                  </a:cubicBezTo>
                  <a:cubicBezTo>
                    <a:pt x="14095" y="2965"/>
                    <a:pt x="14090" y="2482"/>
                    <a:pt x="13774" y="2456"/>
                  </a:cubicBezTo>
                  <a:cubicBezTo>
                    <a:pt x="12293" y="2367"/>
                    <a:pt x="10928" y="1930"/>
                    <a:pt x="9697" y="1109"/>
                  </a:cubicBezTo>
                  <a:cubicBezTo>
                    <a:pt x="8944" y="612"/>
                    <a:pt x="8168" y="0"/>
                    <a:pt x="72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" name="Google Shape;13;p2"/>
          <p:cNvGrpSpPr/>
          <p:nvPr/>
        </p:nvGrpSpPr>
        <p:grpSpPr>
          <a:xfrm>
            <a:off x="6753752" y="-525256"/>
            <a:ext cx="3013652" cy="3107450"/>
            <a:chOff x="1120850" y="1643725"/>
            <a:chExt cx="578325" cy="596325"/>
          </a:xfrm>
        </p:grpSpPr>
        <p:sp>
          <p:nvSpPr>
            <p:cNvPr id="14" name="Google Shape;14;p2"/>
            <p:cNvSpPr/>
            <p:nvPr/>
          </p:nvSpPr>
          <p:spPr>
            <a:xfrm>
              <a:off x="1120850" y="1643725"/>
              <a:ext cx="578325" cy="596325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415025" y="1715025"/>
              <a:ext cx="28800" cy="22325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456725" y="1728625"/>
              <a:ext cx="20100" cy="15650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435325" y="1758750"/>
              <a:ext cx="19650" cy="15175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386475" y="1763425"/>
              <a:ext cx="16300" cy="1275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488400" y="1799100"/>
              <a:ext cx="18975" cy="14525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24750" y="1733325"/>
              <a:ext cx="12075" cy="9375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123075" y="1744550"/>
              <a:ext cx="541325" cy="159375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" name="Google Shape;22;p2"/>
          <p:cNvGrpSpPr/>
          <p:nvPr/>
        </p:nvGrpSpPr>
        <p:grpSpPr>
          <a:xfrm>
            <a:off x="286182" y="260634"/>
            <a:ext cx="8572281" cy="4688996"/>
            <a:chOff x="286182" y="260634"/>
            <a:chExt cx="8572281" cy="4688996"/>
          </a:xfrm>
        </p:grpSpPr>
        <p:sp>
          <p:nvSpPr>
            <p:cNvPr id="23" name="Google Shape;23;p2"/>
            <p:cNvSpPr/>
            <p:nvPr/>
          </p:nvSpPr>
          <p:spPr>
            <a:xfrm rot="-3266906">
              <a:off x="4748035" y="476944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 rot="1929602">
              <a:off x="5767157" y="414770"/>
              <a:ext cx="56745" cy="123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 rot="-3266906">
              <a:off x="7309991" y="996947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 rot="3504313">
              <a:off x="1908306" y="321870"/>
              <a:ext cx="56745" cy="123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 rot="1625383">
              <a:off x="2199229" y="4479785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 rot="3522601">
              <a:off x="3163435" y="2497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 rot="-2695393">
              <a:off x="1650061" y="15250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 rot="-2695393">
              <a:off x="1160082" y="3767961"/>
              <a:ext cx="151480" cy="74315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 rot="3522601">
              <a:off x="8752035" y="29499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 rot="-3266906">
              <a:off x="7654210" y="2050707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 rot="3522601">
              <a:off x="7360285" y="40500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 rot="-2695393">
              <a:off x="754611" y="31961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 rot="3522601">
              <a:off x="335310" y="16617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 rot="2092046">
              <a:off x="3653745" y="4821245"/>
              <a:ext cx="56744" cy="123226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 rot="-275899">
              <a:off x="5580609" y="4687641"/>
              <a:ext cx="57301" cy="147209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 rot="-2695393">
              <a:off x="6645361" y="44314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" name="Google Shape;39;p2"/>
          <p:cNvSpPr txBox="1"/>
          <p:nvPr>
            <p:ph type="ctrTitle"/>
          </p:nvPr>
        </p:nvSpPr>
        <p:spPr>
          <a:xfrm>
            <a:off x="2002525" y="1032975"/>
            <a:ext cx="5139000" cy="25533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>
                <a:latin typeface="Coiny"/>
                <a:ea typeface="Coiny"/>
                <a:cs typeface="Coiny"/>
                <a:sym typeface="Coiny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40" name="Google Shape;40;p2"/>
          <p:cNvSpPr txBox="1"/>
          <p:nvPr>
            <p:ph idx="1" type="subTitle"/>
          </p:nvPr>
        </p:nvSpPr>
        <p:spPr>
          <a:xfrm>
            <a:off x="2257750" y="3586275"/>
            <a:ext cx="4628400" cy="524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oogle Shape;42;p3"/>
          <p:cNvGrpSpPr/>
          <p:nvPr/>
        </p:nvGrpSpPr>
        <p:grpSpPr>
          <a:xfrm>
            <a:off x="4292371" y="-825937"/>
            <a:ext cx="5475032" cy="3179531"/>
            <a:chOff x="4292371" y="-597337"/>
            <a:chExt cx="5475032" cy="3179531"/>
          </a:xfrm>
        </p:grpSpPr>
        <p:sp>
          <p:nvSpPr>
            <p:cNvPr id="43" name="Google Shape;43;p3"/>
            <p:cNvSpPr/>
            <p:nvPr/>
          </p:nvSpPr>
          <p:spPr>
            <a:xfrm>
              <a:off x="6753752" y="-525256"/>
              <a:ext cx="3013652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3"/>
            <p:cNvSpPr/>
            <p:nvPr/>
          </p:nvSpPr>
          <p:spPr>
            <a:xfrm>
              <a:off x="8286698" y="-153712"/>
              <a:ext cx="150077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3"/>
            <p:cNvSpPr/>
            <p:nvPr/>
          </p:nvSpPr>
          <p:spPr>
            <a:xfrm>
              <a:off x="8503997" y="-82842"/>
              <a:ext cx="10474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3"/>
            <p:cNvSpPr/>
            <p:nvPr/>
          </p:nvSpPr>
          <p:spPr>
            <a:xfrm>
              <a:off x="8392481" y="74139"/>
              <a:ext cx="102396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3"/>
            <p:cNvSpPr/>
            <p:nvPr/>
          </p:nvSpPr>
          <p:spPr>
            <a:xfrm>
              <a:off x="8137924" y="98501"/>
              <a:ext cx="84939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3"/>
            <p:cNvSpPr/>
            <p:nvPr/>
          </p:nvSpPr>
          <p:spPr>
            <a:xfrm>
              <a:off x="8669055" y="284403"/>
              <a:ext cx="98879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3"/>
            <p:cNvSpPr/>
            <p:nvPr/>
          </p:nvSpPr>
          <p:spPr>
            <a:xfrm>
              <a:off x="8858475" y="-58350"/>
              <a:ext cx="62923" cy="48853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3"/>
            <p:cNvSpPr/>
            <p:nvPr/>
          </p:nvSpPr>
          <p:spPr>
            <a:xfrm>
              <a:off x="6765346" y="-76057"/>
              <a:ext cx="2820845" cy="830503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" name="Google Shape;51;p3"/>
            <p:cNvGrpSpPr/>
            <p:nvPr/>
          </p:nvGrpSpPr>
          <p:grpSpPr>
            <a:xfrm flipH="1">
              <a:off x="4292371" y="-597337"/>
              <a:ext cx="2879377" cy="1799829"/>
              <a:chOff x="4129076" y="-686277"/>
              <a:chExt cx="2879377" cy="1635316"/>
            </a:xfrm>
          </p:grpSpPr>
          <p:sp>
            <p:nvSpPr>
              <p:cNvPr id="52" name="Google Shape;52;p3"/>
              <p:cNvSpPr/>
              <p:nvPr/>
            </p:nvSpPr>
            <p:spPr>
              <a:xfrm>
                <a:off x="4129076" y="-686277"/>
                <a:ext cx="2879377" cy="1635316"/>
              </a:xfrm>
              <a:custGeom>
                <a:rect b="b" l="l" r="r" t="t"/>
                <a:pathLst>
                  <a:path extrusionOk="0" h="11958" w="21055">
                    <a:moveTo>
                      <a:pt x="16827" y="1"/>
                    </a:moveTo>
                    <a:cubicBezTo>
                      <a:pt x="16033" y="1"/>
                      <a:pt x="15235" y="124"/>
                      <a:pt x="14444" y="243"/>
                    </a:cubicBezTo>
                    <a:cubicBezTo>
                      <a:pt x="14444" y="252"/>
                      <a:pt x="14435" y="252"/>
                      <a:pt x="14426" y="252"/>
                    </a:cubicBezTo>
                    <a:lnTo>
                      <a:pt x="446" y="3392"/>
                    </a:lnTo>
                    <a:cubicBezTo>
                      <a:pt x="304" y="3419"/>
                      <a:pt x="197" y="3535"/>
                      <a:pt x="161" y="3677"/>
                    </a:cubicBezTo>
                    <a:cubicBezTo>
                      <a:pt x="0" y="4355"/>
                      <a:pt x="18" y="5087"/>
                      <a:pt x="206" y="5765"/>
                    </a:cubicBezTo>
                    <a:cubicBezTo>
                      <a:pt x="249" y="5934"/>
                      <a:pt x="403" y="6030"/>
                      <a:pt x="560" y="6030"/>
                    </a:cubicBezTo>
                    <a:cubicBezTo>
                      <a:pt x="661" y="6030"/>
                      <a:pt x="763" y="5991"/>
                      <a:pt x="839" y="5908"/>
                    </a:cubicBezTo>
                    <a:cubicBezTo>
                      <a:pt x="839" y="5908"/>
                      <a:pt x="839" y="5908"/>
                      <a:pt x="839" y="5899"/>
                    </a:cubicBezTo>
                    <a:cubicBezTo>
                      <a:pt x="917" y="5821"/>
                      <a:pt x="1014" y="5785"/>
                      <a:pt x="1110" y="5785"/>
                    </a:cubicBezTo>
                    <a:cubicBezTo>
                      <a:pt x="1288" y="5785"/>
                      <a:pt x="1461" y="5909"/>
                      <a:pt x="1490" y="6113"/>
                    </a:cubicBezTo>
                    <a:cubicBezTo>
                      <a:pt x="1535" y="6425"/>
                      <a:pt x="1481" y="6782"/>
                      <a:pt x="1472" y="7112"/>
                    </a:cubicBezTo>
                    <a:cubicBezTo>
                      <a:pt x="1448" y="7622"/>
                      <a:pt x="1734" y="8277"/>
                      <a:pt x="2213" y="8277"/>
                    </a:cubicBezTo>
                    <a:cubicBezTo>
                      <a:pt x="2253" y="8277"/>
                      <a:pt x="2295" y="8272"/>
                      <a:pt x="2338" y="8263"/>
                    </a:cubicBezTo>
                    <a:cubicBezTo>
                      <a:pt x="2721" y="8173"/>
                      <a:pt x="2882" y="7718"/>
                      <a:pt x="3203" y="7478"/>
                    </a:cubicBezTo>
                    <a:cubicBezTo>
                      <a:pt x="3357" y="7360"/>
                      <a:pt x="3532" y="7309"/>
                      <a:pt x="3712" y="7309"/>
                    </a:cubicBezTo>
                    <a:cubicBezTo>
                      <a:pt x="4232" y="7309"/>
                      <a:pt x="4793" y="7737"/>
                      <a:pt x="5005" y="8254"/>
                    </a:cubicBezTo>
                    <a:cubicBezTo>
                      <a:pt x="5299" y="8950"/>
                      <a:pt x="5210" y="9735"/>
                      <a:pt x="5362" y="10475"/>
                    </a:cubicBezTo>
                    <a:cubicBezTo>
                      <a:pt x="5501" y="11195"/>
                      <a:pt x="6028" y="11958"/>
                      <a:pt x="6754" y="11958"/>
                    </a:cubicBezTo>
                    <a:cubicBezTo>
                      <a:pt x="6775" y="11958"/>
                      <a:pt x="6795" y="11957"/>
                      <a:pt x="6816" y="11956"/>
                    </a:cubicBezTo>
                    <a:cubicBezTo>
                      <a:pt x="7646" y="11902"/>
                      <a:pt x="8074" y="10903"/>
                      <a:pt x="8083" y="10074"/>
                    </a:cubicBezTo>
                    <a:cubicBezTo>
                      <a:pt x="8101" y="9244"/>
                      <a:pt x="7922" y="8352"/>
                      <a:pt x="8342" y="7638"/>
                    </a:cubicBezTo>
                    <a:cubicBezTo>
                      <a:pt x="8501" y="7373"/>
                      <a:pt x="8783" y="7133"/>
                      <a:pt x="9077" y="7133"/>
                    </a:cubicBezTo>
                    <a:cubicBezTo>
                      <a:pt x="9129" y="7133"/>
                      <a:pt x="9182" y="7140"/>
                      <a:pt x="9234" y="7156"/>
                    </a:cubicBezTo>
                    <a:cubicBezTo>
                      <a:pt x="9698" y="7290"/>
                      <a:pt x="9814" y="7950"/>
                      <a:pt x="10268" y="8111"/>
                    </a:cubicBezTo>
                    <a:cubicBezTo>
                      <a:pt x="10333" y="8133"/>
                      <a:pt x="10396" y="8143"/>
                      <a:pt x="10457" y="8143"/>
                    </a:cubicBezTo>
                    <a:cubicBezTo>
                      <a:pt x="10897" y="8143"/>
                      <a:pt x="11257" y="7623"/>
                      <a:pt x="11500" y="7192"/>
                    </a:cubicBezTo>
                    <a:cubicBezTo>
                      <a:pt x="11702" y="6827"/>
                      <a:pt x="12110" y="6447"/>
                      <a:pt x="12474" y="6447"/>
                    </a:cubicBezTo>
                    <a:cubicBezTo>
                      <a:pt x="12591" y="6447"/>
                      <a:pt x="12703" y="6486"/>
                      <a:pt x="12802" y="6577"/>
                    </a:cubicBezTo>
                    <a:cubicBezTo>
                      <a:pt x="13061" y="6817"/>
                      <a:pt x="13034" y="7290"/>
                      <a:pt x="13346" y="7460"/>
                    </a:cubicBezTo>
                    <a:cubicBezTo>
                      <a:pt x="13413" y="7496"/>
                      <a:pt x="13481" y="7511"/>
                      <a:pt x="13551" y="7511"/>
                    </a:cubicBezTo>
                    <a:cubicBezTo>
                      <a:pt x="13950" y="7511"/>
                      <a:pt x="14389" y="7006"/>
                      <a:pt x="14772" y="7006"/>
                    </a:cubicBezTo>
                    <a:cubicBezTo>
                      <a:pt x="14849" y="7006"/>
                      <a:pt x="14925" y="7026"/>
                      <a:pt x="14997" y="7076"/>
                    </a:cubicBezTo>
                    <a:cubicBezTo>
                      <a:pt x="15104" y="7156"/>
                      <a:pt x="15166" y="7281"/>
                      <a:pt x="15211" y="7415"/>
                    </a:cubicBezTo>
                    <a:cubicBezTo>
                      <a:pt x="15648" y="8602"/>
                      <a:pt x="15273" y="10065"/>
                      <a:pt x="16040" y="11073"/>
                    </a:cubicBezTo>
                    <a:cubicBezTo>
                      <a:pt x="16156" y="11216"/>
                      <a:pt x="16290" y="11349"/>
                      <a:pt x="16460" y="11421"/>
                    </a:cubicBezTo>
                    <a:cubicBezTo>
                      <a:pt x="16543" y="11452"/>
                      <a:pt x="16631" y="11466"/>
                      <a:pt x="16720" y="11466"/>
                    </a:cubicBezTo>
                    <a:cubicBezTo>
                      <a:pt x="16908" y="11466"/>
                      <a:pt x="17102" y="11404"/>
                      <a:pt x="17272" y="11314"/>
                    </a:cubicBezTo>
                    <a:cubicBezTo>
                      <a:pt x="18262" y="10761"/>
                      <a:pt x="18360" y="9387"/>
                      <a:pt x="18244" y="8263"/>
                    </a:cubicBezTo>
                    <a:cubicBezTo>
                      <a:pt x="18217" y="7959"/>
                      <a:pt x="18208" y="7594"/>
                      <a:pt x="18476" y="7442"/>
                    </a:cubicBezTo>
                    <a:cubicBezTo>
                      <a:pt x="18538" y="7406"/>
                      <a:pt x="18606" y="7390"/>
                      <a:pt x="18675" y="7390"/>
                    </a:cubicBezTo>
                    <a:cubicBezTo>
                      <a:pt x="18866" y="7390"/>
                      <a:pt x="19067" y="7513"/>
                      <a:pt x="19172" y="7683"/>
                    </a:cubicBezTo>
                    <a:cubicBezTo>
                      <a:pt x="19243" y="7808"/>
                      <a:pt x="19288" y="7950"/>
                      <a:pt x="19306" y="8102"/>
                    </a:cubicBezTo>
                    <a:cubicBezTo>
                      <a:pt x="19335" y="8293"/>
                      <a:pt x="19492" y="8424"/>
                      <a:pt x="19671" y="8424"/>
                    </a:cubicBezTo>
                    <a:cubicBezTo>
                      <a:pt x="19709" y="8424"/>
                      <a:pt x="19748" y="8418"/>
                      <a:pt x="19787" y="8405"/>
                    </a:cubicBezTo>
                    <a:cubicBezTo>
                      <a:pt x="20251" y="8272"/>
                      <a:pt x="20635" y="7861"/>
                      <a:pt x="20813" y="7406"/>
                    </a:cubicBezTo>
                    <a:cubicBezTo>
                      <a:pt x="21054" y="6809"/>
                      <a:pt x="21018" y="6139"/>
                      <a:pt x="20983" y="5497"/>
                    </a:cubicBezTo>
                    <a:cubicBezTo>
                      <a:pt x="20947" y="4819"/>
                      <a:pt x="20911" y="4141"/>
                      <a:pt x="20867" y="3463"/>
                    </a:cubicBezTo>
                    <a:cubicBezTo>
                      <a:pt x="20849" y="3044"/>
                      <a:pt x="20822" y="2616"/>
                      <a:pt x="20697" y="2214"/>
                    </a:cubicBezTo>
                    <a:cubicBezTo>
                      <a:pt x="20331" y="1081"/>
                      <a:pt x="19181" y="341"/>
                      <a:pt x="18012" y="109"/>
                    </a:cubicBezTo>
                    <a:cubicBezTo>
                      <a:pt x="17619" y="32"/>
                      <a:pt x="17224" y="1"/>
                      <a:pt x="168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" name="Google Shape;53;p3"/>
              <p:cNvSpPr/>
              <p:nvPr/>
            </p:nvSpPr>
            <p:spPr>
              <a:xfrm>
                <a:off x="5076447" y="119145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" name="Google Shape;54;p3"/>
              <p:cNvSpPr/>
              <p:nvPr/>
            </p:nvSpPr>
            <p:spPr>
              <a:xfrm>
                <a:off x="4964931" y="276127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" name="Google Shape;55;p3"/>
              <p:cNvSpPr/>
              <p:nvPr/>
            </p:nvSpPr>
            <p:spPr>
              <a:xfrm>
                <a:off x="5426575" y="107300"/>
                <a:ext cx="62923" cy="48853"/>
              </a:xfrm>
              <a:custGeom>
                <a:rect b="b" l="l" r="r" t="t"/>
                <a:pathLst>
                  <a:path extrusionOk="0" h="375" w="483">
                    <a:moveTo>
                      <a:pt x="241" y="0"/>
                    </a:moveTo>
                    <a:cubicBezTo>
                      <a:pt x="1" y="0"/>
                      <a:pt x="1" y="375"/>
                      <a:pt x="241" y="375"/>
                    </a:cubicBezTo>
                    <a:cubicBezTo>
                      <a:pt x="482" y="375"/>
                      <a:pt x="482" y="0"/>
                      <a:pt x="2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" name="Google Shape;56;p3"/>
            <p:cNvSpPr/>
            <p:nvPr/>
          </p:nvSpPr>
          <p:spPr>
            <a:xfrm>
              <a:off x="4306647" y="-278289"/>
              <a:ext cx="2882611" cy="611270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" name="Google Shape;57;p3"/>
          <p:cNvGrpSpPr/>
          <p:nvPr/>
        </p:nvGrpSpPr>
        <p:grpSpPr>
          <a:xfrm flipH="1">
            <a:off x="282149" y="259450"/>
            <a:ext cx="8700658" cy="4194517"/>
            <a:chOff x="157805" y="259450"/>
            <a:chExt cx="8700658" cy="4194517"/>
          </a:xfrm>
        </p:grpSpPr>
        <p:sp>
          <p:nvSpPr>
            <p:cNvPr id="58" name="Google Shape;58;p3"/>
            <p:cNvSpPr/>
            <p:nvPr/>
          </p:nvSpPr>
          <p:spPr>
            <a:xfrm rot="-3266906">
              <a:off x="6285510" y="1830694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3"/>
            <p:cNvSpPr/>
            <p:nvPr/>
          </p:nvSpPr>
          <p:spPr>
            <a:xfrm rot="-3266906">
              <a:off x="7173107" y="2567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3"/>
            <p:cNvSpPr/>
            <p:nvPr/>
          </p:nvSpPr>
          <p:spPr>
            <a:xfrm rot="-3266906">
              <a:off x="5590441" y="825147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3"/>
            <p:cNvSpPr/>
            <p:nvPr/>
          </p:nvSpPr>
          <p:spPr>
            <a:xfrm rot="-3266906">
              <a:off x="480007" y="417959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3"/>
            <p:cNvSpPr/>
            <p:nvPr/>
          </p:nvSpPr>
          <p:spPr>
            <a:xfrm rot="1625383">
              <a:off x="1507041" y="3860122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3"/>
            <p:cNvSpPr/>
            <p:nvPr/>
          </p:nvSpPr>
          <p:spPr>
            <a:xfrm rot="3522601">
              <a:off x="2972285" y="8402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3"/>
            <p:cNvSpPr/>
            <p:nvPr/>
          </p:nvSpPr>
          <p:spPr>
            <a:xfrm rot="-2695393">
              <a:off x="1537861" y="9091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3"/>
            <p:cNvSpPr/>
            <p:nvPr/>
          </p:nvSpPr>
          <p:spPr>
            <a:xfrm rot="-2695393">
              <a:off x="161932" y="3038886"/>
              <a:ext cx="151480" cy="74315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3"/>
            <p:cNvSpPr/>
            <p:nvPr/>
          </p:nvSpPr>
          <p:spPr>
            <a:xfrm rot="3522601">
              <a:off x="8752035" y="29499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3"/>
            <p:cNvSpPr/>
            <p:nvPr/>
          </p:nvSpPr>
          <p:spPr>
            <a:xfrm rot="-3266906">
              <a:off x="8006135" y="3109907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3"/>
            <p:cNvSpPr/>
            <p:nvPr/>
          </p:nvSpPr>
          <p:spPr>
            <a:xfrm rot="3522601">
              <a:off x="7511535" y="3698003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3"/>
            <p:cNvSpPr/>
            <p:nvPr/>
          </p:nvSpPr>
          <p:spPr>
            <a:xfrm rot="-2695393">
              <a:off x="2901911" y="170120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3"/>
            <p:cNvSpPr/>
            <p:nvPr/>
          </p:nvSpPr>
          <p:spPr>
            <a:xfrm rot="-2342076">
              <a:off x="1423510" y="2612040"/>
              <a:ext cx="57301" cy="147211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3"/>
            <p:cNvSpPr/>
            <p:nvPr/>
          </p:nvSpPr>
          <p:spPr>
            <a:xfrm rot="-3266906">
              <a:off x="4057157" y="417959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3"/>
            <p:cNvSpPr/>
            <p:nvPr/>
          </p:nvSpPr>
          <p:spPr>
            <a:xfrm rot="3522601">
              <a:off x="5276535" y="41676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3"/>
            <p:cNvSpPr/>
            <p:nvPr/>
          </p:nvSpPr>
          <p:spPr>
            <a:xfrm rot="-2695393">
              <a:off x="6704686" y="43063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" name="Google Shape;74;p3"/>
          <p:cNvSpPr/>
          <p:nvPr/>
        </p:nvSpPr>
        <p:spPr>
          <a:xfrm rot="858113">
            <a:off x="7852557" y="5736820"/>
            <a:ext cx="56148" cy="82239"/>
          </a:xfrm>
          <a:custGeom>
            <a:rect b="b" l="l" r="r" t="t"/>
            <a:pathLst>
              <a:path extrusionOk="0" h="394" w="269">
                <a:moveTo>
                  <a:pt x="162" y="1"/>
                </a:moveTo>
                <a:cubicBezTo>
                  <a:pt x="108" y="99"/>
                  <a:pt x="54" y="197"/>
                  <a:pt x="1" y="295"/>
                </a:cubicBezTo>
                <a:cubicBezTo>
                  <a:pt x="28" y="331"/>
                  <a:pt x="46" y="358"/>
                  <a:pt x="72" y="393"/>
                </a:cubicBezTo>
                <a:cubicBezTo>
                  <a:pt x="135" y="277"/>
                  <a:pt x="197" y="153"/>
                  <a:pt x="269" y="37"/>
                </a:cubicBezTo>
                <a:cubicBezTo>
                  <a:pt x="233" y="28"/>
                  <a:pt x="197" y="10"/>
                  <a:pt x="1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3"/>
          <p:cNvSpPr/>
          <p:nvPr/>
        </p:nvSpPr>
        <p:spPr>
          <a:xfrm rot="858113">
            <a:off x="8070926" y="5749938"/>
            <a:ext cx="52391" cy="91423"/>
          </a:xfrm>
          <a:custGeom>
            <a:rect b="b" l="l" r="r" t="t"/>
            <a:pathLst>
              <a:path extrusionOk="0" h="438" w="251">
                <a:moveTo>
                  <a:pt x="251" y="1"/>
                </a:moveTo>
                <a:cubicBezTo>
                  <a:pt x="197" y="72"/>
                  <a:pt x="152" y="152"/>
                  <a:pt x="99" y="224"/>
                </a:cubicBezTo>
                <a:cubicBezTo>
                  <a:pt x="72" y="286"/>
                  <a:pt x="36" y="340"/>
                  <a:pt x="1" y="402"/>
                </a:cubicBezTo>
                <a:cubicBezTo>
                  <a:pt x="45" y="411"/>
                  <a:pt x="81" y="429"/>
                  <a:pt x="117" y="438"/>
                </a:cubicBezTo>
                <a:cubicBezTo>
                  <a:pt x="126" y="420"/>
                  <a:pt x="135" y="402"/>
                  <a:pt x="152" y="384"/>
                </a:cubicBezTo>
                <a:cubicBezTo>
                  <a:pt x="179" y="268"/>
                  <a:pt x="215" y="135"/>
                  <a:pt x="25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" name="Google Shape;76;p3"/>
          <p:cNvSpPr/>
          <p:nvPr/>
        </p:nvSpPr>
        <p:spPr>
          <a:xfrm rot="858113">
            <a:off x="7935437" y="5832172"/>
            <a:ext cx="111879" cy="184516"/>
          </a:xfrm>
          <a:custGeom>
            <a:rect b="b" l="l" r="r" t="t"/>
            <a:pathLst>
              <a:path extrusionOk="0" h="884" w="536">
                <a:moveTo>
                  <a:pt x="428" y="0"/>
                </a:moveTo>
                <a:cubicBezTo>
                  <a:pt x="366" y="116"/>
                  <a:pt x="303" y="241"/>
                  <a:pt x="241" y="357"/>
                </a:cubicBezTo>
                <a:cubicBezTo>
                  <a:pt x="223" y="393"/>
                  <a:pt x="187" y="411"/>
                  <a:pt x="178" y="437"/>
                </a:cubicBezTo>
                <a:cubicBezTo>
                  <a:pt x="116" y="553"/>
                  <a:pt x="54" y="669"/>
                  <a:pt x="0" y="794"/>
                </a:cubicBezTo>
                <a:cubicBezTo>
                  <a:pt x="27" y="830"/>
                  <a:pt x="62" y="857"/>
                  <a:pt x="89" y="883"/>
                </a:cubicBezTo>
                <a:cubicBezTo>
                  <a:pt x="134" y="785"/>
                  <a:pt x="187" y="687"/>
                  <a:pt x="241" y="589"/>
                </a:cubicBezTo>
                <a:cubicBezTo>
                  <a:pt x="339" y="411"/>
                  <a:pt x="419" y="232"/>
                  <a:pt x="526" y="63"/>
                </a:cubicBezTo>
                <a:cubicBezTo>
                  <a:pt x="526" y="54"/>
                  <a:pt x="535" y="45"/>
                  <a:pt x="535" y="36"/>
                </a:cubicBezTo>
                <a:cubicBezTo>
                  <a:pt x="500" y="27"/>
                  <a:pt x="464" y="9"/>
                  <a:pt x="42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" name="Google Shape;77;p3"/>
          <p:cNvGrpSpPr/>
          <p:nvPr/>
        </p:nvGrpSpPr>
        <p:grpSpPr>
          <a:xfrm>
            <a:off x="-832300" y="3127179"/>
            <a:ext cx="7852753" cy="2988396"/>
            <a:chOff x="-832300" y="2822379"/>
            <a:chExt cx="7852753" cy="2988396"/>
          </a:xfrm>
        </p:grpSpPr>
        <p:sp>
          <p:nvSpPr>
            <p:cNvPr id="78" name="Google Shape;78;p3"/>
            <p:cNvSpPr/>
            <p:nvPr/>
          </p:nvSpPr>
          <p:spPr>
            <a:xfrm flipH="1" rot="10800000">
              <a:off x="2913196" y="4119346"/>
              <a:ext cx="4107257" cy="1208351"/>
            </a:xfrm>
            <a:custGeom>
              <a:rect b="b" l="l" r="r" t="t"/>
              <a:pathLst>
                <a:path extrusionOk="0" h="6405" w="19663">
                  <a:moveTo>
                    <a:pt x="15799" y="0"/>
                  </a:moveTo>
                  <a:cubicBezTo>
                    <a:pt x="14930" y="0"/>
                    <a:pt x="14048" y="589"/>
                    <a:pt x="13212" y="812"/>
                  </a:cubicBezTo>
                  <a:cubicBezTo>
                    <a:pt x="12864" y="905"/>
                    <a:pt x="12513" y="943"/>
                    <a:pt x="12160" y="943"/>
                  </a:cubicBezTo>
                  <a:cubicBezTo>
                    <a:pt x="10715" y="943"/>
                    <a:pt x="9235" y="318"/>
                    <a:pt x="7772" y="318"/>
                  </a:cubicBezTo>
                  <a:cubicBezTo>
                    <a:pt x="7530" y="318"/>
                    <a:pt x="7289" y="336"/>
                    <a:pt x="7048" y="375"/>
                  </a:cubicBezTo>
                  <a:cubicBezTo>
                    <a:pt x="6660" y="444"/>
                    <a:pt x="6281" y="563"/>
                    <a:pt x="5886" y="563"/>
                  </a:cubicBezTo>
                  <a:cubicBezTo>
                    <a:pt x="5872" y="563"/>
                    <a:pt x="5858" y="563"/>
                    <a:pt x="5844" y="563"/>
                  </a:cubicBezTo>
                  <a:cubicBezTo>
                    <a:pt x="5288" y="550"/>
                    <a:pt x="4709" y="284"/>
                    <a:pt x="4175" y="284"/>
                  </a:cubicBezTo>
                  <a:cubicBezTo>
                    <a:pt x="3971" y="284"/>
                    <a:pt x="3774" y="323"/>
                    <a:pt x="3587" y="429"/>
                  </a:cubicBezTo>
                  <a:cubicBezTo>
                    <a:pt x="3444" y="509"/>
                    <a:pt x="3319" y="616"/>
                    <a:pt x="3167" y="661"/>
                  </a:cubicBezTo>
                  <a:cubicBezTo>
                    <a:pt x="3094" y="682"/>
                    <a:pt x="3019" y="690"/>
                    <a:pt x="2941" y="690"/>
                  </a:cubicBezTo>
                  <a:cubicBezTo>
                    <a:pt x="2593" y="690"/>
                    <a:pt x="2206" y="519"/>
                    <a:pt x="1846" y="519"/>
                  </a:cubicBezTo>
                  <a:cubicBezTo>
                    <a:pt x="1668" y="519"/>
                    <a:pt x="1496" y="561"/>
                    <a:pt x="1338" y="688"/>
                  </a:cubicBezTo>
                  <a:cubicBezTo>
                    <a:pt x="1187" y="812"/>
                    <a:pt x="1071" y="991"/>
                    <a:pt x="883" y="1044"/>
                  </a:cubicBezTo>
                  <a:cubicBezTo>
                    <a:pt x="842" y="1055"/>
                    <a:pt x="799" y="1057"/>
                    <a:pt x="756" y="1057"/>
                  </a:cubicBezTo>
                  <a:cubicBezTo>
                    <a:pt x="721" y="1057"/>
                    <a:pt x="686" y="1056"/>
                    <a:pt x="651" y="1056"/>
                  </a:cubicBezTo>
                  <a:cubicBezTo>
                    <a:pt x="618" y="1056"/>
                    <a:pt x="585" y="1057"/>
                    <a:pt x="553" y="1062"/>
                  </a:cubicBezTo>
                  <a:cubicBezTo>
                    <a:pt x="268" y="1098"/>
                    <a:pt x="63" y="1392"/>
                    <a:pt x="27" y="1687"/>
                  </a:cubicBezTo>
                  <a:cubicBezTo>
                    <a:pt x="0" y="1981"/>
                    <a:pt x="107" y="2275"/>
                    <a:pt x="250" y="2534"/>
                  </a:cubicBezTo>
                  <a:cubicBezTo>
                    <a:pt x="535" y="3080"/>
                    <a:pt x="1051" y="3574"/>
                    <a:pt x="1628" y="3574"/>
                  </a:cubicBezTo>
                  <a:cubicBezTo>
                    <a:pt x="1682" y="3574"/>
                    <a:pt x="1738" y="3569"/>
                    <a:pt x="1793" y="3560"/>
                  </a:cubicBezTo>
                  <a:cubicBezTo>
                    <a:pt x="2025" y="3524"/>
                    <a:pt x="2239" y="3408"/>
                    <a:pt x="2462" y="3337"/>
                  </a:cubicBezTo>
                  <a:cubicBezTo>
                    <a:pt x="2635" y="3288"/>
                    <a:pt x="2809" y="3268"/>
                    <a:pt x="2985" y="3268"/>
                  </a:cubicBezTo>
                  <a:cubicBezTo>
                    <a:pt x="3537" y="3268"/>
                    <a:pt x="4102" y="3459"/>
                    <a:pt x="4657" y="3507"/>
                  </a:cubicBezTo>
                  <a:cubicBezTo>
                    <a:pt x="4746" y="3514"/>
                    <a:pt x="4836" y="3517"/>
                    <a:pt x="4925" y="3517"/>
                  </a:cubicBezTo>
                  <a:cubicBezTo>
                    <a:pt x="6130" y="3517"/>
                    <a:pt x="7329" y="2921"/>
                    <a:pt x="8502" y="2921"/>
                  </a:cubicBezTo>
                  <a:cubicBezTo>
                    <a:pt x="8786" y="2921"/>
                    <a:pt x="9069" y="2956"/>
                    <a:pt x="9350" y="3043"/>
                  </a:cubicBezTo>
                  <a:cubicBezTo>
                    <a:pt x="9813" y="3185"/>
                    <a:pt x="10393" y="3373"/>
                    <a:pt x="10822" y="3551"/>
                  </a:cubicBezTo>
                  <a:cubicBezTo>
                    <a:pt x="11294" y="3756"/>
                    <a:pt x="11384" y="4086"/>
                    <a:pt x="11223" y="4595"/>
                  </a:cubicBezTo>
                  <a:cubicBezTo>
                    <a:pt x="11143" y="4871"/>
                    <a:pt x="11036" y="5157"/>
                    <a:pt x="11125" y="5434"/>
                  </a:cubicBezTo>
                  <a:cubicBezTo>
                    <a:pt x="11204" y="5665"/>
                    <a:pt x="11444" y="5804"/>
                    <a:pt x="11680" y="5804"/>
                  </a:cubicBezTo>
                  <a:cubicBezTo>
                    <a:pt x="11817" y="5804"/>
                    <a:pt x="11951" y="5758"/>
                    <a:pt x="12053" y="5657"/>
                  </a:cubicBezTo>
                  <a:cubicBezTo>
                    <a:pt x="12293" y="5416"/>
                    <a:pt x="12276" y="5023"/>
                    <a:pt x="12204" y="4684"/>
                  </a:cubicBezTo>
                  <a:cubicBezTo>
                    <a:pt x="12124" y="4309"/>
                    <a:pt x="11928" y="3872"/>
                    <a:pt x="12035" y="3498"/>
                  </a:cubicBezTo>
                  <a:cubicBezTo>
                    <a:pt x="12169" y="3061"/>
                    <a:pt x="12731" y="2686"/>
                    <a:pt x="13114" y="2543"/>
                  </a:cubicBezTo>
                  <a:cubicBezTo>
                    <a:pt x="13328" y="2465"/>
                    <a:pt x="13554" y="2426"/>
                    <a:pt x="13779" y="2426"/>
                  </a:cubicBezTo>
                  <a:cubicBezTo>
                    <a:pt x="14120" y="2426"/>
                    <a:pt x="14461" y="2514"/>
                    <a:pt x="14756" y="2686"/>
                  </a:cubicBezTo>
                  <a:cubicBezTo>
                    <a:pt x="15014" y="2837"/>
                    <a:pt x="15246" y="3061"/>
                    <a:pt x="15344" y="3355"/>
                  </a:cubicBezTo>
                  <a:cubicBezTo>
                    <a:pt x="15478" y="3810"/>
                    <a:pt x="15246" y="4283"/>
                    <a:pt x="15095" y="4738"/>
                  </a:cubicBezTo>
                  <a:cubicBezTo>
                    <a:pt x="14970" y="5086"/>
                    <a:pt x="14889" y="5478"/>
                    <a:pt x="15005" y="5835"/>
                  </a:cubicBezTo>
                  <a:cubicBezTo>
                    <a:pt x="15107" y="6147"/>
                    <a:pt x="15393" y="6405"/>
                    <a:pt x="15701" y="6405"/>
                  </a:cubicBezTo>
                  <a:cubicBezTo>
                    <a:pt x="15746" y="6405"/>
                    <a:pt x="15790" y="6399"/>
                    <a:pt x="15835" y="6388"/>
                  </a:cubicBezTo>
                  <a:cubicBezTo>
                    <a:pt x="16210" y="6290"/>
                    <a:pt x="16397" y="5817"/>
                    <a:pt x="16388" y="5407"/>
                  </a:cubicBezTo>
                  <a:cubicBezTo>
                    <a:pt x="16388" y="4996"/>
                    <a:pt x="16272" y="4586"/>
                    <a:pt x="16317" y="4185"/>
                  </a:cubicBezTo>
                  <a:cubicBezTo>
                    <a:pt x="16379" y="3583"/>
                    <a:pt x="16671" y="3442"/>
                    <a:pt x="17037" y="3442"/>
                  </a:cubicBezTo>
                  <a:cubicBezTo>
                    <a:pt x="17360" y="3442"/>
                    <a:pt x="17739" y="3551"/>
                    <a:pt x="18068" y="3551"/>
                  </a:cubicBezTo>
                  <a:cubicBezTo>
                    <a:pt x="18119" y="3551"/>
                    <a:pt x="18169" y="3548"/>
                    <a:pt x="18217" y="3542"/>
                  </a:cubicBezTo>
                  <a:cubicBezTo>
                    <a:pt x="18654" y="3489"/>
                    <a:pt x="19020" y="3069"/>
                    <a:pt x="19038" y="2614"/>
                  </a:cubicBezTo>
                  <a:cubicBezTo>
                    <a:pt x="19038" y="2445"/>
                    <a:pt x="19011" y="2267"/>
                    <a:pt x="19091" y="2124"/>
                  </a:cubicBezTo>
                  <a:cubicBezTo>
                    <a:pt x="19145" y="2026"/>
                    <a:pt x="19243" y="1963"/>
                    <a:pt x="19323" y="1892"/>
                  </a:cubicBezTo>
                  <a:cubicBezTo>
                    <a:pt x="19662" y="1553"/>
                    <a:pt x="19537" y="902"/>
                    <a:pt x="19154" y="616"/>
                  </a:cubicBezTo>
                  <a:cubicBezTo>
                    <a:pt x="18952" y="462"/>
                    <a:pt x="18703" y="397"/>
                    <a:pt x="18449" y="397"/>
                  </a:cubicBezTo>
                  <a:cubicBezTo>
                    <a:pt x="18231" y="397"/>
                    <a:pt x="18008" y="445"/>
                    <a:pt x="17807" y="527"/>
                  </a:cubicBezTo>
                  <a:cubicBezTo>
                    <a:pt x="17672" y="577"/>
                    <a:pt x="17538" y="644"/>
                    <a:pt x="17403" y="644"/>
                  </a:cubicBezTo>
                  <a:cubicBezTo>
                    <a:pt x="17395" y="644"/>
                    <a:pt x="17387" y="643"/>
                    <a:pt x="17378" y="643"/>
                  </a:cubicBezTo>
                  <a:cubicBezTo>
                    <a:pt x="17164" y="634"/>
                    <a:pt x="16995" y="465"/>
                    <a:pt x="16825" y="340"/>
                  </a:cubicBezTo>
                  <a:cubicBezTo>
                    <a:pt x="16488" y="93"/>
                    <a:pt x="16144" y="0"/>
                    <a:pt x="157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3"/>
            <p:cNvSpPr/>
            <p:nvPr/>
          </p:nvSpPr>
          <p:spPr>
            <a:xfrm rot="10800000">
              <a:off x="-340466" y="4249667"/>
              <a:ext cx="3984225" cy="1378898"/>
            </a:xfrm>
            <a:custGeom>
              <a:rect b="b" l="l" r="r" t="t"/>
              <a:pathLst>
                <a:path extrusionOk="0" h="7309" w="19074">
                  <a:moveTo>
                    <a:pt x="14216" y="14"/>
                  </a:moveTo>
                  <a:cubicBezTo>
                    <a:pt x="13596" y="14"/>
                    <a:pt x="12976" y="28"/>
                    <a:pt x="12356" y="46"/>
                  </a:cubicBezTo>
                  <a:cubicBezTo>
                    <a:pt x="10259" y="90"/>
                    <a:pt x="8163" y="161"/>
                    <a:pt x="6066" y="269"/>
                  </a:cubicBezTo>
                  <a:cubicBezTo>
                    <a:pt x="5023" y="322"/>
                    <a:pt x="3970" y="376"/>
                    <a:pt x="2926" y="447"/>
                  </a:cubicBezTo>
                  <a:cubicBezTo>
                    <a:pt x="1624" y="527"/>
                    <a:pt x="0" y="545"/>
                    <a:pt x="295" y="2329"/>
                  </a:cubicBezTo>
                  <a:cubicBezTo>
                    <a:pt x="348" y="2659"/>
                    <a:pt x="571" y="2981"/>
                    <a:pt x="901" y="3052"/>
                  </a:cubicBezTo>
                  <a:cubicBezTo>
                    <a:pt x="973" y="3070"/>
                    <a:pt x="1044" y="3070"/>
                    <a:pt x="1106" y="3114"/>
                  </a:cubicBezTo>
                  <a:cubicBezTo>
                    <a:pt x="1222" y="3195"/>
                    <a:pt x="1213" y="3364"/>
                    <a:pt x="1204" y="3507"/>
                  </a:cubicBezTo>
                  <a:cubicBezTo>
                    <a:pt x="1142" y="4096"/>
                    <a:pt x="1204" y="4738"/>
                    <a:pt x="1570" y="5202"/>
                  </a:cubicBezTo>
                  <a:cubicBezTo>
                    <a:pt x="1804" y="5504"/>
                    <a:pt x="2193" y="5693"/>
                    <a:pt x="2565" y="5693"/>
                  </a:cubicBezTo>
                  <a:cubicBezTo>
                    <a:pt x="2776" y="5693"/>
                    <a:pt x="2981" y="5632"/>
                    <a:pt x="3149" y="5496"/>
                  </a:cubicBezTo>
                  <a:cubicBezTo>
                    <a:pt x="3363" y="5318"/>
                    <a:pt x="3479" y="5059"/>
                    <a:pt x="3640" y="4836"/>
                  </a:cubicBezTo>
                  <a:cubicBezTo>
                    <a:pt x="3797" y="4618"/>
                    <a:pt x="4023" y="4408"/>
                    <a:pt x="4292" y="4408"/>
                  </a:cubicBezTo>
                  <a:cubicBezTo>
                    <a:pt x="4298" y="4408"/>
                    <a:pt x="4303" y="4408"/>
                    <a:pt x="4309" y="4408"/>
                  </a:cubicBezTo>
                  <a:cubicBezTo>
                    <a:pt x="4621" y="4426"/>
                    <a:pt x="4853" y="4720"/>
                    <a:pt x="4933" y="5023"/>
                  </a:cubicBezTo>
                  <a:cubicBezTo>
                    <a:pt x="5014" y="5327"/>
                    <a:pt x="4996" y="5648"/>
                    <a:pt x="5058" y="5951"/>
                  </a:cubicBezTo>
                  <a:cubicBezTo>
                    <a:pt x="5201" y="6611"/>
                    <a:pt x="5763" y="7156"/>
                    <a:pt x="6423" y="7280"/>
                  </a:cubicBezTo>
                  <a:cubicBezTo>
                    <a:pt x="6522" y="7299"/>
                    <a:pt x="6623" y="7308"/>
                    <a:pt x="6723" y="7308"/>
                  </a:cubicBezTo>
                  <a:cubicBezTo>
                    <a:pt x="7290" y="7308"/>
                    <a:pt x="7853" y="7018"/>
                    <a:pt x="8172" y="6540"/>
                  </a:cubicBezTo>
                  <a:cubicBezTo>
                    <a:pt x="8261" y="6397"/>
                    <a:pt x="8341" y="6237"/>
                    <a:pt x="8475" y="6139"/>
                  </a:cubicBezTo>
                  <a:cubicBezTo>
                    <a:pt x="8546" y="6082"/>
                    <a:pt x="8641" y="6048"/>
                    <a:pt x="8731" y="6048"/>
                  </a:cubicBezTo>
                  <a:cubicBezTo>
                    <a:pt x="8812" y="6048"/>
                    <a:pt x="8888" y="6075"/>
                    <a:pt x="8939" y="6139"/>
                  </a:cubicBezTo>
                  <a:cubicBezTo>
                    <a:pt x="8993" y="6219"/>
                    <a:pt x="9001" y="6317"/>
                    <a:pt x="9037" y="6406"/>
                  </a:cubicBezTo>
                  <a:cubicBezTo>
                    <a:pt x="9114" y="6603"/>
                    <a:pt x="9322" y="6703"/>
                    <a:pt x="9535" y="6703"/>
                  </a:cubicBezTo>
                  <a:cubicBezTo>
                    <a:pt x="9669" y="6703"/>
                    <a:pt x="9805" y="6664"/>
                    <a:pt x="9911" y="6585"/>
                  </a:cubicBezTo>
                  <a:cubicBezTo>
                    <a:pt x="10188" y="6379"/>
                    <a:pt x="10286" y="6014"/>
                    <a:pt x="10295" y="5666"/>
                  </a:cubicBezTo>
                  <a:cubicBezTo>
                    <a:pt x="10295" y="5327"/>
                    <a:pt x="10224" y="4988"/>
                    <a:pt x="10215" y="4640"/>
                  </a:cubicBezTo>
                  <a:cubicBezTo>
                    <a:pt x="10215" y="4256"/>
                    <a:pt x="10366" y="3855"/>
                    <a:pt x="10670" y="3614"/>
                  </a:cubicBezTo>
                  <a:cubicBezTo>
                    <a:pt x="10799" y="3515"/>
                    <a:pt x="10944" y="3462"/>
                    <a:pt x="11075" y="3462"/>
                  </a:cubicBezTo>
                  <a:cubicBezTo>
                    <a:pt x="11287" y="3462"/>
                    <a:pt x="11466" y="3600"/>
                    <a:pt x="11499" y="3908"/>
                  </a:cubicBezTo>
                  <a:cubicBezTo>
                    <a:pt x="11526" y="4140"/>
                    <a:pt x="11455" y="4390"/>
                    <a:pt x="11508" y="4631"/>
                  </a:cubicBezTo>
                  <a:cubicBezTo>
                    <a:pt x="11562" y="4899"/>
                    <a:pt x="11776" y="5139"/>
                    <a:pt x="12044" y="5211"/>
                  </a:cubicBezTo>
                  <a:cubicBezTo>
                    <a:pt x="12109" y="5231"/>
                    <a:pt x="12178" y="5240"/>
                    <a:pt x="12247" y="5240"/>
                  </a:cubicBezTo>
                  <a:cubicBezTo>
                    <a:pt x="12457" y="5240"/>
                    <a:pt x="12670" y="5151"/>
                    <a:pt x="12811" y="4997"/>
                  </a:cubicBezTo>
                  <a:lnTo>
                    <a:pt x="12811" y="4997"/>
                  </a:lnTo>
                  <a:cubicBezTo>
                    <a:pt x="12748" y="5443"/>
                    <a:pt x="13034" y="5907"/>
                    <a:pt x="13453" y="6058"/>
                  </a:cubicBezTo>
                  <a:cubicBezTo>
                    <a:pt x="13552" y="6091"/>
                    <a:pt x="13656" y="6107"/>
                    <a:pt x="13760" y="6107"/>
                  </a:cubicBezTo>
                  <a:cubicBezTo>
                    <a:pt x="14102" y="6107"/>
                    <a:pt x="14444" y="5934"/>
                    <a:pt x="14622" y="5639"/>
                  </a:cubicBezTo>
                  <a:cubicBezTo>
                    <a:pt x="14943" y="5104"/>
                    <a:pt x="14729" y="4328"/>
                    <a:pt x="15148" y="3864"/>
                  </a:cubicBezTo>
                  <a:cubicBezTo>
                    <a:pt x="15225" y="3779"/>
                    <a:pt x="15336" y="3707"/>
                    <a:pt x="15452" y="3707"/>
                  </a:cubicBezTo>
                  <a:cubicBezTo>
                    <a:pt x="15469" y="3707"/>
                    <a:pt x="15487" y="3708"/>
                    <a:pt x="15505" y="3712"/>
                  </a:cubicBezTo>
                  <a:cubicBezTo>
                    <a:pt x="15737" y="3757"/>
                    <a:pt x="15790" y="4060"/>
                    <a:pt x="15781" y="4301"/>
                  </a:cubicBezTo>
                  <a:cubicBezTo>
                    <a:pt x="15746" y="4818"/>
                    <a:pt x="15639" y="5327"/>
                    <a:pt x="15683" y="5844"/>
                  </a:cubicBezTo>
                  <a:cubicBezTo>
                    <a:pt x="15728" y="6353"/>
                    <a:pt x="15978" y="6897"/>
                    <a:pt x="16451" y="7093"/>
                  </a:cubicBezTo>
                  <a:cubicBezTo>
                    <a:pt x="16566" y="7142"/>
                    <a:pt x="16687" y="7164"/>
                    <a:pt x="16808" y="7164"/>
                  </a:cubicBezTo>
                  <a:cubicBezTo>
                    <a:pt x="17329" y="7164"/>
                    <a:pt x="17850" y="6746"/>
                    <a:pt x="17958" y="6210"/>
                  </a:cubicBezTo>
                  <a:cubicBezTo>
                    <a:pt x="18038" y="5773"/>
                    <a:pt x="17896" y="5327"/>
                    <a:pt x="17807" y="4890"/>
                  </a:cubicBezTo>
                  <a:cubicBezTo>
                    <a:pt x="17717" y="4452"/>
                    <a:pt x="17691" y="3953"/>
                    <a:pt x="17967" y="3605"/>
                  </a:cubicBezTo>
                  <a:cubicBezTo>
                    <a:pt x="18190" y="3748"/>
                    <a:pt x="18146" y="4185"/>
                    <a:pt x="18413" y="4221"/>
                  </a:cubicBezTo>
                  <a:cubicBezTo>
                    <a:pt x="18421" y="4221"/>
                    <a:pt x="18428" y="4222"/>
                    <a:pt x="18436" y="4222"/>
                  </a:cubicBezTo>
                  <a:cubicBezTo>
                    <a:pt x="18501" y="4222"/>
                    <a:pt x="18571" y="4189"/>
                    <a:pt x="18627" y="4149"/>
                  </a:cubicBezTo>
                  <a:cubicBezTo>
                    <a:pt x="18877" y="3962"/>
                    <a:pt x="18939" y="3614"/>
                    <a:pt x="18913" y="3302"/>
                  </a:cubicBezTo>
                  <a:cubicBezTo>
                    <a:pt x="18886" y="2998"/>
                    <a:pt x="18797" y="2695"/>
                    <a:pt x="18806" y="2383"/>
                  </a:cubicBezTo>
                  <a:cubicBezTo>
                    <a:pt x="18806" y="2088"/>
                    <a:pt x="18904" y="1803"/>
                    <a:pt x="18931" y="1517"/>
                  </a:cubicBezTo>
                  <a:cubicBezTo>
                    <a:pt x="19073" y="1"/>
                    <a:pt x="17066" y="126"/>
                    <a:pt x="16076" y="63"/>
                  </a:cubicBezTo>
                  <a:cubicBezTo>
                    <a:pt x="15456" y="28"/>
                    <a:pt x="14836" y="14"/>
                    <a:pt x="14216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3"/>
            <p:cNvSpPr/>
            <p:nvPr/>
          </p:nvSpPr>
          <p:spPr>
            <a:xfrm flipH="1" rot="10800000">
              <a:off x="-832300" y="2822379"/>
              <a:ext cx="3103456" cy="2988396"/>
            </a:xfrm>
            <a:custGeom>
              <a:rect b="b" l="l" r="r" t="t"/>
              <a:pathLst>
                <a:path extrusionOk="0" h="23922" w="22438">
                  <a:moveTo>
                    <a:pt x="3165" y="1"/>
                  </a:moveTo>
                  <a:cubicBezTo>
                    <a:pt x="2537" y="1"/>
                    <a:pt x="1924" y="119"/>
                    <a:pt x="1419" y="447"/>
                  </a:cubicBezTo>
                  <a:cubicBezTo>
                    <a:pt x="688" y="920"/>
                    <a:pt x="277" y="1776"/>
                    <a:pt x="144" y="2651"/>
                  </a:cubicBezTo>
                  <a:cubicBezTo>
                    <a:pt x="1" y="3516"/>
                    <a:pt x="99" y="4426"/>
                    <a:pt x="188" y="5327"/>
                  </a:cubicBezTo>
                  <a:cubicBezTo>
                    <a:pt x="313" y="6487"/>
                    <a:pt x="438" y="7655"/>
                    <a:pt x="563" y="8824"/>
                  </a:cubicBezTo>
                  <a:cubicBezTo>
                    <a:pt x="652" y="9618"/>
                    <a:pt x="813" y="10537"/>
                    <a:pt x="1517" y="10947"/>
                  </a:cubicBezTo>
                  <a:cubicBezTo>
                    <a:pt x="1731" y="11074"/>
                    <a:pt x="1965" y="11129"/>
                    <a:pt x="2201" y="11129"/>
                  </a:cubicBezTo>
                  <a:cubicBezTo>
                    <a:pt x="2665" y="11129"/>
                    <a:pt x="3137" y="10916"/>
                    <a:pt x="3480" y="10608"/>
                  </a:cubicBezTo>
                  <a:cubicBezTo>
                    <a:pt x="3730" y="10385"/>
                    <a:pt x="3935" y="10109"/>
                    <a:pt x="4229" y="9948"/>
                  </a:cubicBezTo>
                  <a:cubicBezTo>
                    <a:pt x="4365" y="9876"/>
                    <a:pt x="4526" y="9835"/>
                    <a:pt x="4683" y="9835"/>
                  </a:cubicBezTo>
                  <a:cubicBezTo>
                    <a:pt x="4876" y="9835"/>
                    <a:pt x="5065" y="9898"/>
                    <a:pt x="5193" y="10046"/>
                  </a:cubicBezTo>
                  <a:cubicBezTo>
                    <a:pt x="5318" y="10189"/>
                    <a:pt x="5362" y="10358"/>
                    <a:pt x="5398" y="10537"/>
                  </a:cubicBezTo>
                  <a:cubicBezTo>
                    <a:pt x="5880" y="12705"/>
                    <a:pt x="5086" y="14953"/>
                    <a:pt x="5684" y="17103"/>
                  </a:cubicBezTo>
                  <a:cubicBezTo>
                    <a:pt x="5728" y="17263"/>
                    <a:pt x="5800" y="17442"/>
                    <a:pt x="5951" y="17495"/>
                  </a:cubicBezTo>
                  <a:cubicBezTo>
                    <a:pt x="5988" y="17509"/>
                    <a:pt x="6027" y="17513"/>
                    <a:pt x="6066" y="17513"/>
                  </a:cubicBezTo>
                  <a:cubicBezTo>
                    <a:pt x="6130" y="17513"/>
                    <a:pt x="6197" y="17501"/>
                    <a:pt x="6263" y="17495"/>
                  </a:cubicBezTo>
                  <a:cubicBezTo>
                    <a:pt x="6274" y="17495"/>
                    <a:pt x="6284" y="17494"/>
                    <a:pt x="6294" y="17494"/>
                  </a:cubicBezTo>
                  <a:cubicBezTo>
                    <a:pt x="6648" y="17494"/>
                    <a:pt x="6973" y="17790"/>
                    <a:pt x="7120" y="18120"/>
                  </a:cubicBezTo>
                  <a:cubicBezTo>
                    <a:pt x="7280" y="18459"/>
                    <a:pt x="7289" y="18842"/>
                    <a:pt x="7298" y="19208"/>
                  </a:cubicBezTo>
                  <a:cubicBezTo>
                    <a:pt x="7325" y="19966"/>
                    <a:pt x="7343" y="20725"/>
                    <a:pt x="7361" y="21492"/>
                  </a:cubicBezTo>
                  <a:cubicBezTo>
                    <a:pt x="7379" y="21973"/>
                    <a:pt x="7388" y="22464"/>
                    <a:pt x="7566" y="22919"/>
                  </a:cubicBezTo>
                  <a:cubicBezTo>
                    <a:pt x="7744" y="23383"/>
                    <a:pt x="8128" y="23811"/>
                    <a:pt x="8610" y="23900"/>
                  </a:cubicBezTo>
                  <a:cubicBezTo>
                    <a:pt x="8679" y="23915"/>
                    <a:pt x="8748" y="23921"/>
                    <a:pt x="8817" y="23921"/>
                  </a:cubicBezTo>
                  <a:cubicBezTo>
                    <a:pt x="9309" y="23921"/>
                    <a:pt x="9754" y="23572"/>
                    <a:pt x="9966" y="23133"/>
                  </a:cubicBezTo>
                  <a:cubicBezTo>
                    <a:pt x="10216" y="22625"/>
                    <a:pt x="10233" y="22036"/>
                    <a:pt x="10242" y="21465"/>
                  </a:cubicBezTo>
                  <a:cubicBezTo>
                    <a:pt x="10287" y="19529"/>
                    <a:pt x="10331" y="17602"/>
                    <a:pt x="10376" y="15675"/>
                  </a:cubicBezTo>
                  <a:cubicBezTo>
                    <a:pt x="10403" y="14382"/>
                    <a:pt x="10546" y="12883"/>
                    <a:pt x="11634" y="12241"/>
                  </a:cubicBezTo>
                  <a:cubicBezTo>
                    <a:pt x="11831" y="12122"/>
                    <a:pt x="12075" y="12052"/>
                    <a:pt x="12314" y="12052"/>
                  </a:cubicBezTo>
                  <a:cubicBezTo>
                    <a:pt x="12593" y="12052"/>
                    <a:pt x="12865" y="12148"/>
                    <a:pt x="13043" y="12374"/>
                  </a:cubicBezTo>
                  <a:cubicBezTo>
                    <a:pt x="13382" y="12803"/>
                    <a:pt x="13275" y="13543"/>
                    <a:pt x="13757" y="13784"/>
                  </a:cubicBezTo>
                  <a:cubicBezTo>
                    <a:pt x="13845" y="13830"/>
                    <a:pt x="13940" y="13848"/>
                    <a:pt x="14034" y="13848"/>
                  </a:cubicBezTo>
                  <a:cubicBezTo>
                    <a:pt x="14122" y="13848"/>
                    <a:pt x="14211" y="13832"/>
                    <a:pt x="14292" y="13811"/>
                  </a:cubicBezTo>
                  <a:cubicBezTo>
                    <a:pt x="14837" y="13668"/>
                    <a:pt x="15211" y="13213"/>
                    <a:pt x="15506" y="12749"/>
                  </a:cubicBezTo>
                  <a:cubicBezTo>
                    <a:pt x="15800" y="12294"/>
                    <a:pt x="16059" y="11786"/>
                    <a:pt x="16487" y="11447"/>
                  </a:cubicBezTo>
                  <a:cubicBezTo>
                    <a:pt x="16738" y="11248"/>
                    <a:pt x="17072" y="11120"/>
                    <a:pt x="17401" y="11120"/>
                  </a:cubicBezTo>
                  <a:cubicBezTo>
                    <a:pt x="17633" y="11120"/>
                    <a:pt x="17862" y="11183"/>
                    <a:pt x="18057" y="11331"/>
                  </a:cubicBezTo>
                  <a:cubicBezTo>
                    <a:pt x="18307" y="11518"/>
                    <a:pt x="18459" y="11812"/>
                    <a:pt x="18708" y="12009"/>
                  </a:cubicBezTo>
                  <a:cubicBezTo>
                    <a:pt x="18919" y="12177"/>
                    <a:pt x="19178" y="12252"/>
                    <a:pt x="19439" y="12252"/>
                  </a:cubicBezTo>
                  <a:cubicBezTo>
                    <a:pt x="19676" y="12252"/>
                    <a:pt x="19914" y="12190"/>
                    <a:pt x="20118" y="12080"/>
                  </a:cubicBezTo>
                  <a:cubicBezTo>
                    <a:pt x="20546" y="11848"/>
                    <a:pt x="20840" y="11447"/>
                    <a:pt x="21072" y="11027"/>
                  </a:cubicBezTo>
                  <a:cubicBezTo>
                    <a:pt x="21742" y="9823"/>
                    <a:pt x="22036" y="8422"/>
                    <a:pt x="22223" y="7031"/>
                  </a:cubicBezTo>
                  <a:cubicBezTo>
                    <a:pt x="22357" y="6014"/>
                    <a:pt x="22437" y="4952"/>
                    <a:pt x="22179" y="3926"/>
                  </a:cubicBezTo>
                  <a:cubicBezTo>
                    <a:pt x="21920" y="2900"/>
                    <a:pt x="21269" y="1892"/>
                    <a:pt x="20287" y="1446"/>
                  </a:cubicBezTo>
                  <a:cubicBezTo>
                    <a:pt x="19592" y="1125"/>
                    <a:pt x="18815" y="1116"/>
                    <a:pt x="18066" y="1116"/>
                  </a:cubicBezTo>
                  <a:lnTo>
                    <a:pt x="16240" y="1116"/>
                  </a:lnTo>
                  <a:cubicBezTo>
                    <a:pt x="15137" y="528"/>
                    <a:pt x="13904" y="351"/>
                    <a:pt x="12677" y="351"/>
                  </a:cubicBezTo>
                  <a:cubicBezTo>
                    <a:pt x="12265" y="351"/>
                    <a:pt x="11853" y="371"/>
                    <a:pt x="11447" y="403"/>
                  </a:cubicBezTo>
                  <a:cubicBezTo>
                    <a:pt x="10277" y="486"/>
                    <a:pt x="9107" y="653"/>
                    <a:pt x="7930" y="653"/>
                  </a:cubicBezTo>
                  <a:cubicBezTo>
                    <a:pt x="7474" y="653"/>
                    <a:pt x="7017" y="628"/>
                    <a:pt x="6558" y="563"/>
                  </a:cubicBezTo>
                  <a:cubicBezTo>
                    <a:pt x="5684" y="438"/>
                    <a:pt x="4818" y="171"/>
                    <a:pt x="3944" y="55"/>
                  </a:cubicBezTo>
                  <a:cubicBezTo>
                    <a:pt x="3686" y="21"/>
                    <a:pt x="3424" y="1"/>
                    <a:pt x="3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3"/>
            <p:cNvSpPr/>
            <p:nvPr/>
          </p:nvSpPr>
          <p:spPr>
            <a:xfrm flipH="1" rot="10800000">
              <a:off x="-780432" y="4432385"/>
              <a:ext cx="3005946" cy="611246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3"/>
            <p:cNvSpPr/>
            <p:nvPr/>
          </p:nvSpPr>
          <p:spPr>
            <a:xfrm flipH="1" rot="545520">
              <a:off x="1446668" y="4935474"/>
              <a:ext cx="1944197" cy="371661"/>
            </a:xfrm>
            <a:custGeom>
              <a:rect b="b" l="l" r="r" t="t"/>
              <a:pathLst>
                <a:path extrusionOk="0" h="2965" w="14096">
                  <a:moveTo>
                    <a:pt x="7233" y="0"/>
                  </a:moveTo>
                  <a:cubicBezTo>
                    <a:pt x="7160" y="0"/>
                    <a:pt x="7087" y="4"/>
                    <a:pt x="7012" y="12"/>
                  </a:cubicBezTo>
                  <a:cubicBezTo>
                    <a:pt x="5977" y="119"/>
                    <a:pt x="5272" y="931"/>
                    <a:pt x="4487" y="1510"/>
                  </a:cubicBezTo>
                  <a:cubicBezTo>
                    <a:pt x="3718" y="2084"/>
                    <a:pt x="2849" y="2352"/>
                    <a:pt x="1954" y="2352"/>
                  </a:cubicBezTo>
                  <a:cubicBezTo>
                    <a:pt x="1428" y="2352"/>
                    <a:pt x="894" y="2260"/>
                    <a:pt x="366" y="2081"/>
                  </a:cubicBezTo>
                  <a:cubicBezTo>
                    <a:pt x="338" y="2072"/>
                    <a:pt x="312" y="2067"/>
                    <a:pt x="288" y="2067"/>
                  </a:cubicBezTo>
                  <a:cubicBezTo>
                    <a:pt x="70" y="2067"/>
                    <a:pt x="1" y="2430"/>
                    <a:pt x="250" y="2518"/>
                  </a:cubicBezTo>
                  <a:cubicBezTo>
                    <a:pt x="830" y="2716"/>
                    <a:pt x="1422" y="2827"/>
                    <a:pt x="2014" y="2827"/>
                  </a:cubicBezTo>
                  <a:cubicBezTo>
                    <a:pt x="2569" y="2827"/>
                    <a:pt x="3123" y="2730"/>
                    <a:pt x="3667" y="2518"/>
                  </a:cubicBezTo>
                  <a:cubicBezTo>
                    <a:pt x="4737" y="2099"/>
                    <a:pt x="5415" y="1162"/>
                    <a:pt x="6423" y="690"/>
                  </a:cubicBezTo>
                  <a:cubicBezTo>
                    <a:pt x="6688" y="567"/>
                    <a:pt x="6945" y="515"/>
                    <a:pt x="7196" y="515"/>
                  </a:cubicBezTo>
                  <a:cubicBezTo>
                    <a:pt x="8317" y="515"/>
                    <a:pt x="9317" y="1559"/>
                    <a:pt x="10286" y="2055"/>
                  </a:cubicBezTo>
                  <a:cubicBezTo>
                    <a:pt x="11366" y="2608"/>
                    <a:pt x="12552" y="2893"/>
                    <a:pt x="13774" y="2965"/>
                  </a:cubicBezTo>
                  <a:cubicBezTo>
                    <a:pt x="13780" y="2965"/>
                    <a:pt x="13785" y="2965"/>
                    <a:pt x="13791" y="2965"/>
                  </a:cubicBezTo>
                  <a:cubicBezTo>
                    <a:pt x="14095" y="2965"/>
                    <a:pt x="14090" y="2482"/>
                    <a:pt x="13774" y="2456"/>
                  </a:cubicBezTo>
                  <a:cubicBezTo>
                    <a:pt x="12293" y="2367"/>
                    <a:pt x="10928" y="1930"/>
                    <a:pt x="9697" y="1109"/>
                  </a:cubicBezTo>
                  <a:cubicBezTo>
                    <a:pt x="8944" y="612"/>
                    <a:pt x="8168" y="0"/>
                    <a:pt x="72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" name="Google Shape;83;p3"/>
            <p:cNvGrpSpPr/>
            <p:nvPr/>
          </p:nvGrpSpPr>
          <p:grpSpPr>
            <a:xfrm>
              <a:off x="3170024" y="4891658"/>
              <a:ext cx="2541057" cy="307401"/>
              <a:chOff x="402925" y="1712075"/>
              <a:chExt cx="554925" cy="74325"/>
            </a:xfrm>
          </p:grpSpPr>
          <p:sp>
            <p:nvSpPr>
              <p:cNvPr id="84" name="Google Shape;84;p3"/>
              <p:cNvSpPr/>
              <p:nvPr/>
            </p:nvSpPr>
            <p:spPr>
              <a:xfrm>
                <a:off x="402925" y="1712075"/>
                <a:ext cx="554925" cy="74325"/>
              </a:xfrm>
              <a:custGeom>
                <a:rect b="b" l="l" r="r" t="t"/>
                <a:pathLst>
                  <a:path extrusionOk="0" h="2973" w="22197">
                    <a:moveTo>
                      <a:pt x="14200" y="0"/>
                    </a:moveTo>
                    <a:cubicBezTo>
                      <a:pt x="12609" y="0"/>
                      <a:pt x="11533" y="1781"/>
                      <a:pt x="10046" y="2206"/>
                    </a:cubicBezTo>
                    <a:cubicBezTo>
                      <a:pt x="9688" y="2309"/>
                      <a:pt x="9344" y="2353"/>
                      <a:pt x="9009" y="2353"/>
                    </a:cubicBezTo>
                    <a:cubicBezTo>
                      <a:pt x="7218" y="2353"/>
                      <a:pt x="5692" y="1101"/>
                      <a:pt x="3881" y="868"/>
                    </a:cubicBezTo>
                    <a:cubicBezTo>
                      <a:pt x="3597" y="831"/>
                      <a:pt x="3311" y="813"/>
                      <a:pt x="3024" y="813"/>
                    </a:cubicBezTo>
                    <a:cubicBezTo>
                      <a:pt x="1994" y="813"/>
                      <a:pt x="956" y="1043"/>
                      <a:pt x="1" y="1448"/>
                    </a:cubicBezTo>
                    <a:cubicBezTo>
                      <a:pt x="18" y="1591"/>
                      <a:pt x="36" y="1742"/>
                      <a:pt x="45" y="1885"/>
                    </a:cubicBezTo>
                    <a:cubicBezTo>
                      <a:pt x="1022" y="1510"/>
                      <a:pt x="2029" y="1241"/>
                      <a:pt x="3062" y="1241"/>
                    </a:cubicBezTo>
                    <a:cubicBezTo>
                      <a:pt x="3529" y="1241"/>
                      <a:pt x="4001" y="1296"/>
                      <a:pt x="4479" y="1421"/>
                    </a:cubicBezTo>
                    <a:cubicBezTo>
                      <a:pt x="6106" y="1839"/>
                      <a:pt x="7421" y="2821"/>
                      <a:pt x="9055" y="2821"/>
                    </a:cubicBezTo>
                    <a:cubicBezTo>
                      <a:pt x="9339" y="2821"/>
                      <a:pt x="9632" y="2791"/>
                      <a:pt x="9939" y="2724"/>
                    </a:cubicBezTo>
                    <a:cubicBezTo>
                      <a:pt x="10786" y="2536"/>
                      <a:pt x="11491" y="2099"/>
                      <a:pt x="12151" y="1564"/>
                    </a:cubicBezTo>
                    <a:cubicBezTo>
                      <a:pt x="12846" y="1005"/>
                      <a:pt x="13485" y="551"/>
                      <a:pt x="14236" y="551"/>
                    </a:cubicBezTo>
                    <a:cubicBezTo>
                      <a:pt x="14565" y="551"/>
                      <a:pt x="14915" y="638"/>
                      <a:pt x="15300" y="841"/>
                    </a:cubicBezTo>
                    <a:cubicBezTo>
                      <a:pt x="16148" y="1296"/>
                      <a:pt x="16870" y="1921"/>
                      <a:pt x="17762" y="2304"/>
                    </a:cubicBezTo>
                    <a:cubicBezTo>
                      <a:pt x="18530" y="2626"/>
                      <a:pt x="19333" y="2831"/>
                      <a:pt x="20153" y="2920"/>
                    </a:cubicBezTo>
                    <a:cubicBezTo>
                      <a:pt x="20474" y="2955"/>
                      <a:pt x="20798" y="2972"/>
                      <a:pt x="21124" y="2972"/>
                    </a:cubicBezTo>
                    <a:cubicBezTo>
                      <a:pt x="21469" y="2972"/>
                      <a:pt x="21816" y="2952"/>
                      <a:pt x="22161" y="2911"/>
                    </a:cubicBezTo>
                    <a:cubicBezTo>
                      <a:pt x="22169" y="2733"/>
                      <a:pt x="22187" y="2554"/>
                      <a:pt x="22196" y="2385"/>
                    </a:cubicBezTo>
                    <a:lnTo>
                      <a:pt x="22196" y="2385"/>
                    </a:lnTo>
                    <a:cubicBezTo>
                      <a:pt x="21821" y="2435"/>
                      <a:pt x="21444" y="2462"/>
                      <a:pt x="21065" y="2462"/>
                    </a:cubicBezTo>
                    <a:cubicBezTo>
                      <a:pt x="20640" y="2462"/>
                      <a:pt x="20212" y="2429"/>
                      <a:pt x="19779" y="2358"/>
                    </a:cubicBezTo>
                    <a:cubicBezTo>
                      <a:pt x="18815" y="2206"/>
                      <a:pt x="17870" y="1867"/>
                      <a:pt x="17031" y="1359"/>
                    </a:cubicBezTo>
                    <a:cubicBezTo>
                      <a:pt x="16264" y="895"/>
                      <a:pt x="15559" y="244"/>
                      <a:pt x="14649" y="47"/>
                    </a:cubicBezTo>
                    <a:cubicBezTo>
                      <a:pt x="14494" y="15"/>
                      <a:pt x="14345" y="0"/>
                      <a:pt x="14200" y="0"/>
                    </a:cubicBezTo>
                    <a:close/>
                  </a:path>
                </a:pathLst>
              </a:custGeom>
              <a:solidFill>
                <a:srgbClr val="69463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" name="Google Shape;85;p3"/>
              <p:cNvSpPr/>
              <p:nvPr/>
            </p:nvSpPr>
            <p:spPr>
              <a:xfrm>
                <a:off x="576675" y="1712075"/>
                <a:ext cx="352400" cy="74125"/>
              </a:xfrm>
              <a:custGeom>
                <a:rect b="b" l="l" r="r" t="t"/>
                <a:pathLst>
                  <a:path extrusionOk="0" h="2965" w="14096">
                    <a:moveTo>
                      <a:pt x="7233" y="0"/>
                    </a:moveTo>
                    <a:cubicBezTo>
                      <a:pt x="7160" y="0"/>
                      <a:pt x="7087" y="4"/>
                      <a:pt x="7012" y="12"/>
                    </a:cubicBezTo>
                    <a:cubicBezTo>
                      <a:pt x="5977" y="119"/>
                      <a:pt x="5272" y="931"/>
                      <a:pt x="4487" y="1510"/>
                    </a:cubicBezTo>
                    <a:cubicBezTo>
                      <a:pt x="3718" y="2084"/>
                      <a:pt x="2849" y="2352"/>
                      <a:pt x="1954" y="2352"/>
                    </a:cubicBezTo>
                    <a:cubicBezTo>
                      <a:pt x="1428" y="2352"/>
                      <a:pt x="894" y="2260"/>
                      <a:pt x="366" y="2081"/>
                    </a:cubicBezTo>
                    <a:cubicBezTo>
                      <a:pt x="338" y="2072"/>
                      <a:pt x="312" y="2067"/>
                      <a:pt x="288" y="2067"/>
                    </a:cubicBezTo>
                    <a:cubicBezTo>
                      <a:pt x="70" y="2067"/>
                      <a:pt x="1" y="2430"/>
                      <a:pt x="250" y="2518"/>
                    </a:cubicBezTo>
                    <a:cubicBezTo>
                      <a:pt x="830" y="2716"/>
                      <a:pt x="1422" y="2827"/>
                      <a:pt x="2014" y="2827"/>
                    </a:cubicBezTo>
                    <a:cubicBezTo>
                      <a:pt x="2569" y="2827"/>
                      <a:pt x="3123" y="2730"/>
                      <a:pt x="3667" y="2518"/>
                    </a:cubicBezTo>
                    <a:cubicBezTo>
                      <a:pt x="4737" y="2099"/>
                      <a:pt x="5415" y="1162"/>
                      <a:pt x="6423" y="690"/>
                    </a:cubicBezTo>
                    <a:cubicBezTo>
                      <a:pt x="6688" y="567"/>
                      <a:pt x="6945" y="515"/>
                      <a:pt x="7196" y="515"/>
                    </a:cubicBezTo>
                    <a:cubicBezTo>
                      <a:pt x="8317" y="515"/>
                      <a:pt x="9317" y="1559"/>
                      <a:pt x="10286" y="2055"/>
                    </a:cubicBezTo>
                    <a:cubicBezTo>
                      <a:pt x="11366" y="2608"/>
                      <a:pt x="12552" y="2893"/>
                      <a:pt x="13774" y="2965"/>
                    </a:cubicBezTo>
                    <a:cubicBezTo>
                      <a:pt x="13780" y="2965"/>
                      <a:pt x="13785" y="2965"/>
                      <a:pt x="13791" y="2965"/>
                    </a:cubicBezTo>
                    <a:cubicBezTo>
                      <a:pt x="14095" y="2965"/>
                      <a:pt x="14090" y="2482"/>
                      <a:pt x="13774" y="2456"/>
                    </a:cubicBezTo>
                    <a:cubicBezTo>
                      <a:pt x="12293" y="2367"/>
                      <a:pt x="10928" y="1930"/>
                      <a:pt x="9697" y="1109"/>
                    </a:cubicBezTo>
                    <a:cubicBezTo>
                      <a:pt x="8944" y="612"/>
                      <a:pt x="8168" y="0"/>
                      <a:pt x="7233" y="0"/>
                    </a:cubicBezTo>
                    <a:close/>
                  </a:path>
                </a:pathLst>
              </a:custGeom>
              <a:solidFill>
                <a:srgbClr val="69463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" name="Google Shape;86;p3"/>
            <p:cNvGrpSpPr/>
            <p:nvPr/>
          </p:nvGrpSpPr>
          <p:grpSpPr>
            <a:xfrm>
              <a:off x="43449" y="3940163"/>
              <a:ext cx="1088274" cy="513805"/>
              <a:chOff x="8137924" y="-153712"/>
              <a:chExt cx="1088274" cy="513805"/>
            </a:xfrm>
          </p:grpSpPr>
          <p:sp>
            <p:nvSpPr>
              <p:cNvPr id="87" name="Google Shape;87;p3"/>
              <p:cNvSpPr/>
              <p:nvPr/>
            </p:nvSpPr>
            <p:spPr>
              <a:xfrm>
                <a:off x="8286698" y="-153712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" name="Google Shape;88;p3"/>
              <p:cNvSpPr/>
              <p:nvPr/>
            </p:nvSpPr>
            <p:spPr>
              <a:xfrm>
                <a:off x="8503997" y="-82842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" name="Google Shape;89;p3"/>
              <p:cNvSpPr/>
              <p:nvPr/>
            </p:nvSpPr>
            <p:spPr>
              <a:xfrm>
                <a:off x="8392481" y="74139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" name="Google Shape;90;p3"/>
              <p:cNvSpPr/>
              <p:nvPr/>
            </p:nvSpPr>
            <p:spPr>
              <a:xfrm>
                <a:off x="8137924" y="98501"/>
                <a:ext cx="84939" cy="66440"/>
              </a:xfrm>
              <a:custGeom>
                <a:rect b="b" l="l" r="r" t="t"/>
                <a:pathLst>
                  <a:path extrusionOk="0" h="510" w="652">
                    <a:moveTo>
                      <a:pt x="331" y="1"/>
                    </a:moveTo>
                    <a:cubicBezTo>
                      <a:pt x="0" y="1"/>
                      <a:pt x="0" y="509"/>
                      <a:pt x="331" y="509"/>
                    </a:cubicBezTo>
                    <a:cubicBezTo>
                      <a:pt x="652" y="509"/>
                      <a:pt x="652" y="1"/>
                      <a:pt x="3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" name="Google Shape;91;p3"/>
              <p:cNvSpPr/>
              <p:nvPr/>
            </p:nvSpPr>
            <p:spPr>
              <a:xfrm>
                <a:off x="8669055" y="284403"/>
                <a:ext cx="98879" cy="75690"/>
              </a:xfrm>
              <a:custGeom>
                <a:rect b="b" l="l" r="r" t="t"/>
                <a:pathLst>
                  <a:path extrusionOk="0" h="581" w="759">
                    <a:moveTo>
                      <a:pt x="375" y="1"/>
                    </a:moveTo>
                    <a:cubicBezTo>
                      <a:pt x="0" y="1"/>
                      <a:pt x="0" y="581"/>
                      <a:pt x="375" y="581"/>
                    </a:cubicBezTo>
                    <a:cubicBezTo>
                      <a:pt x="759" y="581"/>
                      <a:pt x="759" y="1"/>
                      <a:pt x="37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" name="Google Shape;92;p3"/>
              <p:cNvSpPr/>
              <p:nvPr/>
            </p:nvSpPr>
            <p:spPr>
              <a:xfrm>
                <a:off x="9163275" y="246450"/>
                <a:ext cx="62923" cy="48853"/>
              </a:xfrm>
              <a:custGeom>
                <a:rect b="b" l="l" r="r" t="t"/>
                <a:pathLst>
                  <a:path extrusionOk="0" h="375" w="483">
                    <a:moveTo>
                      <a:pt x="241" y="0"/>
                    </a:moveTo>
                    <a:cubicBezTo>
                      <a:pt x="1" y="0"/>
                      <a:pt x="1" y="375"/>
                      <a:pt x="241" y="375"/>
                    </a:cubicBezTo>
                    <a:cubicBezTo>
                      <a:pt x="482" y="375"/>
                      <a:pt x="482" y="0"/>
                      <a:pt x="2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" name="Google Shape;93;p3"/>
            <p:cNvGrpSpPr/>
            <p:nvPr/>
          </p:nvGrpSpPr>
          <p:grpSpPr>
            <a:xfrm flipH="1">
              <a:off x="2817626" y="4802698"/>
              <a:ext cx="524567" cy="272843"/>
              <a:chOff x="4964931" y="107300"/>
              <a:chExt cx="524567" cy="247904"/>
            </a:xfrm>
          </p:grpSpPr>
          <p:sp>
            <p:nvSpPr>
              <p:cNvPr id="94" name="Google Shape;94;p3"/>
              <p:cNvSpPr/>
              <p:nvPr/>
            </p:nvSpPr>
            <p:spPr>
              <a:xfrm>
                <a:off x="5076447" y="119145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" name="Google Shape;95;p3"/>
              <p:cNvSpPr/>
              <p:nvPr/>
            </p:nvSpPr>
            <p:spPr>
              <a:xfrm>
                <a:off x="4964931" y="276127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" name="Google Shape;96;p3"/>
              <p:cNvSpPr/>
              <p:nvPr/>
            </p:nvSpPr>
            <p:spPr>
              <a:xfrm>
                <a:off x="5426575" y="107300"/>
                <a:ext cx="62923" cy="48853"/>
              </a:xfrm>
              <a:custGeom>
                <a:rect b="b" l="l" r="r" t="t"/>
                <a:pathLst>
                  <a:path extrusionOk="0" h="375" w="483">
                    <a:moveTo>
                      <a:pt x="241" y="0"/>
                    </a:moveTo>
                    <a:cubicBezTo>
                      <a:pt x="1" y="0"/>
                      <a:pt x="1" y="375"/>
                      <a:pt x="241" y="375"/>
                    </a:cubicBezTo>
                    <a:cubicBezTo>
                      <a:pt x="482" y="375"/>
                      <a:pt x="482" y="0"/>
                      <a:pt x="2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7" name="Google Shape;97;p3"/>
          <p:cNvSpPr txBox="1"/>
          <p:nvPr>
            <p:ph type="title"/>
          </p:nvPr>
        </p:nvSpPr>
        <p:spPr>
          <a:xfrm>
            <a:off x="2461050" y="2314050"/>
            <a:ext cx="4221900" cy="841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98" name="Google Shape;98;p3"/>
          <p:cNvSpPr txBox="1"/>
          <p:nvPr>
            <p:ph hasCustomPrompt="1" idx="2" type="title"/>
          </p:nvPr>
        </p:nvSpPr>
        <p:spPr>
          <a:xfrm>
            <a:off x="3997950" y="1472250"/>
            <a:ext cx="1148100" cy="84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99" name="Google Shape;99;p3"/>
          <p:cNvSpPr txBox="1"/>
          <p:nvPr>
            <p:ph idx="1" type="subTitle"/>
          </p:nvPr>
        </p:nvSpPr>
        <p:spPr>
          <a:xfrm>
            <a:off x="2461050" y="3155850"/>
            <a:ext cx="4221900" cy="515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00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" name="Google Shape;101;p4"/>
          <p:cNvGrpSpPr/>
          <p:nvPr/>
        </p:nvGrpSpPr>
        <p:grpSpPr>
          <a:xfrm>
            <a:off x="284093" y="121584"/>
            <a:ext cx="8726696" cy="4828046"/>
            <a:chOff x="284093" y="121584"/>
            <a:chExt cx="8726696" cy="4828046"/>
          </a:xfrm>
        </p:grpSpPr>
        <p:sp>
          <p:nvSpPr>
            <p:cNvPr id="102" name="Google Shape;102;p4"/>
            <p:cNvSpPr/>
            <p:nvPr/>
          </p:nvSpPr>
          <p:spPr>
            <a:xfrm rot="-3266906">
              <a:off x="5434410" y="197319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4"/>
            <p:cNvSpPr/>
            <p:nvPr/>
          </p:nvSpPr>
          <p:spPr>
            <a:xfrm rot="1929602">
              <a:off x="7800082" y="198145"/>
              <a:ext cx="56745" cy="123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4"/>
            <p:cNvSpPr/>
            <p:nvPr/>
          </p:nvSpPr>
          <p:spPr>
            <a:xfrm rot="-3266906">
              <a:off x="8575616" y="753672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4"/>
            <p:cNvSpPr/>
            <p:nvPr/>
          </p:nvSpPr>
          <p:spPr>
            <a:xfrm rot="3504313">
              <a:off x="1082906" y="128945"/>
              <a:ext cx="56745" cy="123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4"/>
            <p:cNvSpPr/>
            <p:nvPr/>
          </p:nvSpPr>
          <p:spPr>
            <a:xfrm rot="1625383">
              <a:off x="2164479" y="4729710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4"/>
            <p:cNvSpPr/>
            <p:nvPr/>
          </p:nvSpPr>
          <p:spPr>
            <a:xfrm rot="3522601">
              <a:off x="3189510" y="1106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4"/>
            <p:cNvSpPr/>
            <p:nvPr/>
          </p:nvSpPr>
          <p:spPr>
            <a:xfrm rot="-2695393">
              <a:off x="8397461" y="42813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4"/>
            <p:cNvSpPr/>
            <p:nvPr/>
          </p:nvSpPr>
          <p:spPr>
            <a:xfrm rot="-2695393">
              <a:off x="288220" y="4611286"/>
              <a:ext cx="151480" cy="74315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4"/>
            <p:cNvSpPr/>
            <p:nvPr/>
          </p:nvSpPr>
          <p:spPr>
            <a:xfrm rot="3522601">
              <a:off x="8611235" y="37089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4"/>
            <p:cNvSpPr/>
            <p:nvPr/>
          </p:nvSpPr>
          <p:spPr>
            <a:xfrm rot="-3266906">
              <a:off x="8921535" y="1715857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4"/>
            <p:cNvSpPr/>
            <p:nvPr/>
          </p:nvSpPr>
          <p:spPr>
            <a:xfrm rot="3522601">
              <a:off x="7820785" y="4574853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4"/>
            <p:cNvSpPr/>
            <p:nvPr/>
          </p:nvSpPr>
          <p:spPr>
            <a:xfrm rot="2330256">
              <a:off x="679660" y="3569727"/>
              <a:ext cx="66877" cy="145230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4"/>
            <p:cNvSpPr/>
            <p:nvPr/>
          </p:nvSpPr>
          <p:spPr>
            <a:xfrm rot="-3475107">
              <a:off x="335309" y="1661792"/>
              <a:ext cx="57300" cy="147206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4"/>
            <p:cNvSpPr/>
            <p:nvPr/>
          </p:nvSpPr>
          <p:spPr>
            <a:xfrm rot="2092046">
              <a:off x="3653745" y="4821245"/>
              <a:ext cx="56744" cy="123226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4"/>
            <p:cNvSpPr/>
            <p:nvPr/>
          </p:nvSpPr>
          <p:spPr>
            <a:xfrm rot="-275899">
              <a:off x="5580609" y="4687641"/>
              <a:ext cx="57301" cy="147209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4"/>
            <p:cNvSpPr/>
            <p:nvPr/>
          </p:nvSpPr>
          <p:spPr>
            <a:xfrm rot="-8100000">
              <a:off x="6645361" y="44314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" name="Google Shape;118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19" name="Google Shape;119;p4"/>
          <p:cNvSpPr txBox="1"/>
          <p:nvPr>
            <p:ph idx="1" type="body"/>
          </p:nvPr>
        </p:nvSpPr>
        <p:spPr>
          <a:xfrm>
            <a:off x="720000" y="1215750"/>
            <a:ext cx="7704000" cy="3388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AutoNum type="arabicPeriod"/>
              <a:defRPr sz="1250">
                <a:solidFill>
                  <a:srgbClr val="434343"/>
                </a:solidFill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20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" name="Google Shape;121;p5"/>
          <p:cNvGrpSpPr/>
          <p:nvPr/>
        </p:nvGrpSpPr>
        <p:grpSpPr>
          <a:xfrm>
            <a:off x="7222902" y="-525256"/>
            <a:ext cx="3013652" cy="3107450"/>
            <a:chOff x="1120850" y="1643725"/>
            <a:chExt cx="578325" cy="596325"/>
          </a:xfrm>
        </p:grpSpPr>
        <p:sp>
          <p:nvSpPr>
            <p:cNvPr id="122" name="Google Shape;122;p5"/>
            <p:cNvSpPr/>
            <p:nvPr/>
          </p:nvSpPr>
          <p:spPr>
            <a:xfrm>
              <a:off x="1120850" y="1643725"/>
              <a:ext cx="578325" cy="596325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5"/>
            <p:cNvSpPr/>
            <p:nvPr/>
          </p:nvSpPr>
          <p:spPr>
            <a:xfrm>
              <a:off x="1415025" y="1715025"/>
              <a:ext cx="28800" cy="22325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5"/>
            <p:cNvSpPr/>
            <p:nvPr/>
          </p:nvSpPr>
          <p:spPr>
            <a:xfrm>
              <a:off x="1456725" y="1728625"/>
              <a:ext cx="20100" cy="15650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5"/>
            <p:cNvSpPr/>
            <p:nvPr/>
          </p:nvSpPr>
          <p:spPr>
            <a:xfrm>
              <a:off x="1435325" y="1758750"/>
              <a:ext cx="19650" cy="15175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5"/>
            <p:cNvSpPr/>
            <p:nvPr/>
          </p:nvSpPr>
          <p:spPr>
            <a:xfrm>
              <a:off x="1386475" y="1763425"/>
              <a:ext cx="16300" cy="1275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5"/>
            <p:cNvSpPr/>
            <p:nvPr/>
          </p:nvSpPr>
          <p:spPr>
            <a:xfrm>
              <a:off x="1488400" y="1799100"/>
              <a:ext cx="18975" cy="14525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5"/>
            <p:cNvSpPr/>
            <p:nvPr/>
          </p:nvSpPr>
          <p:spPr>
            <a:xfrm>
              <a:off x="1524750" y="1733325"/>
              <a:ext cx="12075" cy="9375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5"/>
            <p:cNvSpPr/>
            <p:nvPr/>
          </p:nvSpPr>
          <p:spPr>
            <a:xfrm>
              <a:off x="1123075" y="1744550"/>
              <a:ext cx="541325" cy="159375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" name="Google Shape;130;p5"/>
          <p:cNvGrpSpPr/>
          <p:nvPr/>
        </p:nvGrpSpPr>
        <p:grpSpPr>
          <a:xfrm>
            <a:off x="-1269360" y="2919469"/>
            <a:ext cx="3316347" cy="3107450"/>
            <a:chOff x="-1024085" y="2690869"/>
            <a:chExt cx="3316347" cy="3107450"/>
          </a:xfrm>
        </p:grpSpPr>
        <p:sp>
          <p:nvSpPr>
            <p:cNvPr id="131" name="Google Shape;131;p5"/>
            <p:cNvSpPr/>
            <p:nvPr/>
          </p:nvSpPr>
          <p:spPr>
            <a:xfrm rot="10800000">
              <a:off x="-1024085" y="2690869"/>
              <a:ext cx="3316347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5"/>
            <p:cNvSpPr/>
            <p:nvPr/>
          </p:nvSpPr>
          <p:spPr>
            <a:xfrm rot="10800000">
              <a:off x="440186" y="5310440"/>
              <a:ext cx="165151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5"/>
            <p:cNvSpPr/>
            <p:nvPr/>
          </p:nvSpPr>
          <p:spPr>
            <a:xfrm rot="10800000">
              <a:off x="250950" y="5274354"/>
              <a:ext cx="11526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5"/>
            <p:cNvSpPr/>
            <p:nvPr/>
          </p:nvSpPr>
          <p:spPr>
            <a:xfrm rot="10800000">
              <a:off x="376247" y="5119848"/>
              <a:ext cx="112681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5"/>
            <p:cNvSpPr/>
            <p:nvPr/>
          </p:nvSpPr>
          <p:spPr>
            <a:xfrm rot="10800000">
              <a:off x="675584" y="5108123"/>
              <a:ext cx="93471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5"/>
            <p:cNvSpPr/>
            <p:nvPr/>
          </p:nvSpPr>
          <p:spPr>
            <a:xfrm rot="10800000">
              <a:off x="75764" y="4912972"/>
              <a:ext cx="108810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5"/>
            <p:cNvSpPr/>
            <p:nvPr/>
          </p:nvSpPr>
          <p:spPr>
            <a:xfrm rot="10800000">
              <a:off x="-93115" y="5282561"/>
              <a:ext cx="69243" cy="48853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5"/>
            <p:cNvSpPr/>
            <p:nvPr/>
          </p:nvSpPr>
          <p:spPr>
            <a:xfrm rot="10800000">
              <a:off x="-824672" y="4518618"/>
              <a:ext cx="3104174" cy="830503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" name="Google Shape;139;p5"/>
          <p:cNvGrpSpPr/>
          <p:nvPr/>
        </p:nvGrpSpPr>
        <p:grpSpPr>
          <a:xfrm flipH="1">
            <a:off x="144437" y="214207"/>
            <a:ext cx="8494820" cy="4722511"/>
            <a:chOff x="501355" y="214207"/>
            <a:chExt cx="8494820" cy="4722511"/>
          </a:xfrm>
        </p:grpSpPr>
        <p:sp>
          <p:nvSpPr>
            <p:cNvPr id="140" name="Google Shape;140;p5"/>
            <p:cNvSpPr/>
            <p:nvPr/>
          </p:nvSpPr>
          <p:spPr>
            <a:xfrm rot="2115196">
              <a:off x="7675034" y="1972082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5"/>
            <p:cNvSpPr/>
            <p:nvPr/>
          </p:nvSpPr>
          <p:spPr>
            <a:xfrm rot="-3266906">
              <a:off x="8465757" y="3251720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5"/>
            <p:cNvSpPr/>
            <p:nvPr/>
          </p:nvSpPr>
          <p:spPr>
            <a:xfrm rot="-9378507">
              <a:off x="4256218" y="1553361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5"/>
            <p:cNvSpPr/>
            <p:nvPr/>
          </p:nvSpPr>
          <p:spPr>
            <a:xfrm rot="3574462">
              <a:off x="8900307" y="4728783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5"/>
            <p:cNvSpPr/>
            <p:nvPr/>
          </p:nvSpPr>
          <p:spPr>
            <a:xfrm rot="1625383">
              <a:off x="2022829" y="1273885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5"/>
            <p:cNvSpPr/>
            <p:nvPr/>
          </p:nvSpPr>
          <p:spPr>
            <a:xfrm rot="3522601">
              <a:off x="3116885" y="4657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5"/>
            <p:cNvSpPr/>
            <p:nvPr/>
          </p:nvSpPr>
          <p:spPr>
            <a:xfrm rot="-2695393">
              <a:off x="1114586" y="1920014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5"/>
            <p:cNvSpPr/>
            <p:nvPr/>
          </p:nvSpPr>
          <p:spPr>
            <a:xfrm rot="-6529139">
              <a:off x="485219" y="3054186"/>
              <a:ext cx="151480" cy="7431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5"/>
            <p:cNvSpPr/>
            <p:nvPr/>
          </p:nvSpPr>
          <p:spPr>
            <a:xfrm rot="3522601">
              <a:off x="4384397" y="26518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5"/>
            <p:cNvSpPr/>
            <p:nvPr/>
          </p:nvSpPr>
          <p:spPr>
            <a:xfrm rot="-3266906">
              <a:off x="5841360" y="207844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5"/>
            <p:cNvSpPr/>
            <p:nvPr/>
          </p:nvSpPr>
          <p:spPr>
            <a:xfrm rot="3522601">
              <a:off x="1123422" y="86027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5"/>
            <p:cNvSpPr/>
            <p:nvPr/>
          </p:nvSpPr>
          <p:spPr>
            <a:xfrm rot="1867268">
              <a:off x="749324" y="4531489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5"/>
            <p:cNvSpPr/>
            <p:nvPr/>
          </p:nvSpPr>
          <p:spPr>
            <a:xfrm rot="-2342076">
              <a:off x="8718435" y="1416552"/>
              <a:ext cx="57301" cy="147211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5"/>
            <p:cNvSpPr/>
            <p:nvPr/>
          </p:nvSpPr>
          <p:spPr>
            <a:xfrm rot="-3266906">
              <a:off x="2724907" y="46661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5"/>
            <p:cNvSpPr/>
            <p:nvPr/>
          </p:nvSpPr>
          <p:spPr>
            <a:xfrm rot="3522601">
              <a:off x="4539960" y="44222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5"/>
            <p:cNvSpPr/>
            <p:nvPr/>
          </p:nvSpPr>
          <p:spPr>
            <a:xfrm rot="-2695393">
              <a:off x="7233123" y="47890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" name="Google Shape;156;p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57" name="Google Shape;157;p5"/>
          <p:cNvSpPr txBox="1"/>
          <p:nvPr>
            <p:ph idx="2" type="title"/>
          </p:nvPr>
        </p:nvSpPr>
        <p:spPr>
          <a:xfrm>
            <a:off x="1385375" y="2616122"/>
            <a:ext cx="2742600" cy="558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b="0" sz="25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58" name="Google Shape;158;p5"/>
          <p:cNvSpPr txBox="1"/>
          <p:nvPr>
            <p:ph idx="3" type="title"/>
          </p:nvPr>
        </p:nvSpPr>
        <p:spPr>
          <a:xfrm>
            <a:off x="5016022" y="2616122"/>
            <a:ext cx="2742600" cy="558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b="0" sz="25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59" name="Google Shape;159;p5"/>
          <p:cNvSpPr txBox="1"/>
          <p:nvPr>
            <p:ph idx="1" type="subTitle"/>
          </p:nvPr>
        </p:nvSpPr>
        <p:spPr>
          <a:xfrm>
            <a:off x="5016025" y="3175025"/>
            <a:ext cx="2742600" cy="11865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60" name="Google Shape;160;p5"/>
          <p:cNvSpPr txBox="1"/>
          <p:nvPr>
            <p:ph idx="4" type="subTitle"/>
          </p:nvPr>
        </p:nvSpPr>
        <p:spPr>
          <a:xfrm>
            <a:off x="1385375" y="3175025"/>
            <a:ext cx="2742600" cy="11865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" name="Google Shape;162;p6"/>
          <p:cNvGrpSpPr/>
          <p:nvPr/>
        </p:nvGrpSpPr>
        <p:grpSpPr>
          <a:xfrm>
            <a:off x="6583787" y="-1014325"/>
            <a:ext cx="3694224" cy="3107450"/>
            <a:chOff x="6583787" y="-1014325"/>
            <a:chExt cx="3694224" cy="3107450"/>
          </a:xfrm>
        </p:grpSpPr>
        <p:sp>
          <p:nvSpPr>
            <p:cNvPr id="163" name="Google Shape;163;p6"/>
            <p:cNvSpPr/>
            <p:nvPr/>
          </p:nvSpPr>
          <p:spPr>
            <a:xfrm>
              <a:off x="6583787" y="-1014325"/>
              <a:ext cx="3694224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6"/>
            <p:cNvSpPr/>
            <p:nvPr/>
          </p:nvSpPr>
          <p:spPr>
            <a:xfrm>
              <a:off x="8634198" y="-642787"/>
              <a:ext cx="150077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6"/>
            <p:cNvSpPr/>
            <p:nvPr/>
          </p:nvSpPr>
          <p:spPr>
            <a:xfrm>
              <a:off x="8851497" y="-571917"/>
              <a:ext cx="10474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6"/>
            <p:cNvSpPr/>
            <p:nvPr/>
          </p:nvSpPr>
          <p:spPr>
            <a:xfrm>
              <a:off x="8739981" y="-414936"/>
              <a:ext cx="102396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6"/>
            <p:cNvSpPr/>
            <p:nvPr/>
          </p:nvSpPr>
          <p:spPr>
            <a:xfrm>
              <a:off x="8485424" y="-390574"/>
              <a:ext cx="84939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6"/>
            <p:cNvSpPr/>
            <p:nvPr/>
          </p:nvSpPr>
          <p:spPr>
            <a:xfrm>
              <a:off x="9016555" y="-204672"/>
              <a:ext cx="98879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6"/>
            <p:cNvSpPr/>
            <p:nvPr/>
          </p:nvSpPr>
          <p:spPr>
            <a:xfrm>
              <a:off x="9205975" y="-547425"/>
              <a:ext cx="62923" cy="48853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6"/>
            <p:cNvSpPr/>
            <p:nvPr/>
          </p:nvSpPr>
          <p:spPr>
            <a:xfrm>
              <a:off x="6598000" y="-488926"/>
              <a:ext cx="3457876" cy="830503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" name="Google Shape;171;p6"/>
          <p:cNvGrpSpPr/>
          <p:nvPr/>
        </p:nvGrpSpPr>
        <p:grpSpPr>
          <a:xfrm flipH="1">
            <a:off x="225021" y="131263"/>
            <a:ext cx="8661095" cy="4941013"/>
            <a:chOff x="254496" y="131263"/>
            <a:chExt cx="8661095" cy="4941013"/>
          </a:xfrm>
        </p:grpSpPr>
        <p:sp>
          <p:nvSpPr>
            <p:cNvPr id="172" name="Google Shape;172;p6"/>
            <p:cNvSpPr/>
            <p:nvPr/>
          </p:nvSpPr>
          <p:spPr>
            <a:xfrm rot="-8737207">
              <a:off x="4976035" y="134081"/>
              <a:ext cx="48619" cy="124905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6"/>
            <p:cNvSpPr/>
            <p:nvPr/>
          </p:nvSpPr>
          <p:spPr>
            <a:xfrm rot="-3266906">
              <a:off x="7680432" y="249920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6"/>
            <p:cNvSpPr/>
            <p:nvPr/>
          </p:nvSpPr>
          <p:spPr>
            <a:xfrm rot="-10051145">
              <a:off x="8781768" y="1687386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6"/>
            <p:cNvSpPr/>
            <p:nvPr/>
          </p:nvSpPr>
          <p:spPr>
            <a:xfrm rot="2575086">
              <a:off x="288857" y="3951220"/>
              <a:ext cx="56744" cy="123224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6"/>
            <p:cNvSpPr/>
            <p:nvPr/>
          </p:nvSpPr>
          <p:spPr>
            <a:xfrm rot="1625383">
              <a:off x="784329" y="4902722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6"/>
            <p:cNvSpPr/>
            <p:nvPr/>
          </p:nvSpPr>
          <p:spPr>
            <a:xfrm rot="-2695393">
              <a:off x="1763761" y="59640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6"/>
            <p:cNvSpPr/>
            <p:nvPr/>
          </p:nvSpPr>
          <p:spPr>
            <a:xfrm rot="-2695393">
              <a:off x="3468745" y="4897074"/>
              <a:ext cx="151480" cy="74315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6"/>
            <p:cNvSpPr/>
            <p:nvPr/>
          </p:nvSpPr>
          <p:spPr>
            <a:xfrm rot="3522601">
              <a:off x="8752035" y="29499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6"/>
            <p:cNvSpPr/>
            <p:nvPr/>
          </p:nvSpPr>
          <p:spPr>
            <a:xfrm rot="3522601">
              <a:off x="8752035" y="48606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6"/>
            <p:cNvSpPr/>
            <p:nvPr/>
          </p:nvSpPr>
          <p:spPr>
            <a:xfrm rot="-2695393">
              <a:off x="333361" y="2950914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6"/>
            <p:cNvSpPr/>
            <p:nvPr/>
          </p:nvSpPr>
          <p:spPr>
            <a:xfrm rot="3522601">
              <a:off x="696210" y="12359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6"/>
            <p:cNvSpPr/>
            <p:nvPr/>
          </p:nvSpPr>
          <p:spPr>
            <a:xfrm rot="-2346775">
              <a:off x="6521859" y="4923491"/>
              <a:ext cx="57300" cy="147206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6"/>
            <p:cNvSpPr/>
            <p:nvPr/>
          </p:nvSpPr>
          <p:spPr>
            <a:xfrm rot="-2695393">
              <a:off x="3463936" y="22280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5" name="Google Shape;185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86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" name="Google Shape;187;p7"/>
          <p:cNvGrpSpPr/>
          <p:nvPr/>
        </p:nvGrpSpPr>
        <p:grpSpPr>
          <a:xfrm rot="-131693">
            <a:off x="-273349" y="-337771"/>
            <a:ext cx="4294937" cy="1399027"/>
            <a:chOff x="-273341" y="-337750"/>
            <a:chExt cx="4294792" cy="1398980"/>
          </a:xfrm>
        </p:grpSpPr>
        <p:sp>
          <p:nvSpPr>
            <p:cNvPr id="188" name="Google Shape;188;p7"/>
            <p:cNvSpPr/>
            <p:nvPr/>
          </p:nvSpPr>
          <p:spPr>
            <a:xfrm flipH="1">
              <a:off x="-273341" y="-337750"/>
              <a:ext cx="4294792" cy="1398980"/>
            </a:xfrm>
            <a:custGeom>
              <a:rect b="b" l="l" r="r" t="t"/>
              <a:pathLst>
                <a:path extrusionOk="0" h="6405" w="19663">
                  <a:moveTo>
                    <a:pt x="15799" y="0"/>
                  </a:moveTo>
                  <a:cubicBezTo>
                    <a:pt x="14930" y="0"/>
                    <a:pt x="14048" y="589"/>
                    <a:pt x="13212" y="812"/>
                  </a:cubicBezTo>
                  <a:cubicBezTo>
                    <a:pt x="12864" y="905"/>
                    <a:pt x="12513" y="943"/>
                    <a:pt x="12160" y="943"/>
                  </a:cubicBezTo>
                  <a:cubicBezTo>
                    <a:pt x="10715" y="943"/>
                    <a:pt x="9235" y="318"/>
                    <a:pt x="7772" y="318"/>
                  </a:cubicBezTo>
                  <a:cubicBezTo>
                    <a:pt x="7530" y="318"/>
                    <a:pt x="7289" y="336"/>
                    <a:pt x="7048" y="375"/>
                  </a:cubicBezTo>
                  <a:cubicBezTo>
                    <a:pt x="6660" y="444"/>
                    <a:pt x="6281" y="563"/>
                    <a:pt x="5886" y="563"/>
                  </a:cubicBezTo>
                  <a:cubicBezTo>
                    <a:pt x="5872" y="563"/>
                    <a:pt x="5858" y="563"/>
                    <a:pt x="5844" y="563"/>
                  </a:cubicBezTo>
                  <a:cubicBezTo>
                    <a:pt x="5288" y="550"/>
                    <a:pt x="4709" y="284"/>
                    <a:pt x="4175" y="284"/>
                  </a:cubicBezTo>
                  <a:cubicBezTo>
                    <a:pt x="3971" y="284"/>
                    <a:pt x="3774" y="323"/>
                    <a:pt x="3587" y="429"/>
                  </a:cubicBezTo>
                  <a:cubicBezTo>
                    <a:pt x="3444" y="509"/>
                    <a:pt x="3319" y="616"/>
                    <a:pt x="3167" y="661"/>
                  </a:cubicBezTo>
                  <a:cubicBezTo>
                    <a:pt x="3094" y="682"/>
                    <a:pt x="3019" y="690"/>
                    <a:pt x="2941" y="690"/>
                  </a:cubicBezTo>
                  <a:cubicBezTo>
                    <a:pt x="2593" y="690"/>
                    <a:pt x="2206" y="519"/>
                    <a:pt x="1846" y="519"/>
                  </a:cubicBezTo>
                  <a:cubicBezTo>
                    <a:pt x="1668" y="519"/>
                    <a:pt x="1496" y="561"/>
                    <a:pt x="1338" y="688"/>
                  </a:cubicBezTo>
                  <a:cubicBezTo>
                    <a:pt x="1187" y="812"/>
                    <a:pt x="1071" y="991"/>
                    <a:pt x="883" y="1044"/>
                  </a:cubicBezTo>
                  <a:cubicBezTo>
                    <a:pt x="842" y="1055"/>
                    <a:pt x="799" y="1057"/>
                    <a:pt x="756" y="1057"/>
                  </a:cubicBezTo>
                  <a:cubicBezTo>
                    <a:pt x="721" y="1057"/>
                    <a:pt x="686" y="1056"/>
                    <a:pt x="651" y="1056"/>
                  </a:cubicBezTo>
                  <a:cubicBezTo>
                    <a:pt x="618" y="1056"/>
                    <a:pt x="585" y="1057"/>
                    <a:pt x="553" y="1062"/>
                  </a:cubicBezTo>
                  <a:cubicBezTo>
                    <a:pt x="268" y="1098"/>
                    <a:pt x="63" y="1392"/>
                    <a:pt x="27" y="1687"/>
                  </a:cubicBezTo>
                  <a:cubicBezTo>
                    <a:pt x="0" y="1981"/>
                    <a:pt x="107" y="2275"/>
                    <a:pt x="250" y="2534"/>
                  </a:cubicBezTo>
                  <a:cubicBezTo>
                    <a:pt x="535" y="3080"/>
                    <a:pt x="1051" y="3574"/>
                    <a:pt x="1628" y="3574"/>
                  </a:cubicBezTo>
                  <a:cubicBezTo>
                    <a:pt x="1682" y="3574"/>
                    <a:pt x="1738" y="3569"/>
                    <a:pt x="1793" y="3560"/>
                  </a:cubicBezTo>
                  <a:cubicBezTo>
                    <a:pt x="2025" y="3524"/>
                    <a:pt x="2239" y="3408"/>
                    <a:pt x="2462" y="3337"/>
                  </a:cubicBezTo>
                  <a:cubicBezTo>
                    <a:pt x="2635" y="3288"/>
                    <a:pt x="2809" y="3268"/>
                    <a:pt x="2985" y="3268"/>
                  </a:cubicBezTo>
                  <a:cubicBezTo>
                    <a:pt x="3537" y="3268"/>
                    <a:pt x="4102" y="3459"/>
                    <a:pt x="4657" y="3507"/>
                  </a:cubicBezTo>
                  <a:cubicBezTo>
                    <a:pt x="4746" y="3514"/>
                    <a:pt x="4836" y="3517"/>
                    <a:pt x="4925" y="3517"/>
                  </a:cubicBezTo>
                  <a:cubicBezTo>
                    <a:pt x="6130" y="3517"/>
                    <a:pt x="7329" y="2921"/>
                    <a:pt x="8502" y="2921"/>
                  </a:cubicBezTo>
                  <a:cubicBezTo>
                    <a:pt x="8786" y="2921"/>
                    <a:pt x="9069" y="2956"/>
                    <a:pt x="9350" y="3043"/>
                  </a:cubicBezTo>
                  <a:cubicBezTo>
                    <a:pt x="9813" y="3185"/>
                    <a:pt x="10393" y="3373"/>
                    <a:pt x="10822" y="3551"/>
                  </a:cubicBezTo>
                  <a:cubicBezTo>
                    <a:pt x="11294" y="3756"/>
                    <a:pt x="11384" y="4086"/>
                    <a:pt x="11223" y="4595"/>
                  </a:cubicBezTo>
                  <a:cubicBezTo>
                    <a:pt x="11143" y="4871"/>
                    <a:pt x="11036" y="5157"/>
                    <a:pt x="11125" y="5434"/>
                  </a:cubicBezTo>
                  <a:cubicBezTo>
                    <a:pt x="11204" y="5665"/>
                    <a:pt x="11444" y="5804"/>
                    <a:pt x="11680" y="5804"/>
                  </a:cubicBezTo>
                  <a:cubicBezTo>
                    <a:pt x="11817" y="5804"/>
                    <a:pt x="11951" y="5758"/>
                    <a:pt x="12053" y="5657"/>
                  </a:cubicBezTo>
                  <a:cubicBezTo>
                    <a:pt x="12293" y="5416"/>
                    <a:pt x="12276" y="5023"/>
                    <a:pt x="12204" y="4684"/>
                  </a:cubicBezTo>
                  <a:cubicBezTo>
                    <a:pt x="12124" y="4309"/>
                    <a:pt x="11928" y="3872"/>
                    <a:pt x="12035" y="3498"/>
                  </a:cubicBezTo>
                  <a:cubicBezTo>
                    <a:pt x="12169" y="3061"/>
                    <a:pt x="12731" y="2686"/>
                    <a:pt x="13114" y="2543"/>
                  </a:cubicBezTo>
                  <a:cubicBezTo>
                    <a:pt x="13328" y="2465"/>
                    <a:pt x="13554" y="2426"/>
                    <a:pt x="13779" y="2426"/>
                  </a:cubicBezTo>
                  <a:cubicBezTo>
                    <a:pt x="14120" y="2426"/>
                    <a:pt x="14461" y="2514"/>
                    <a:pt x="14756" y="2686"/>
                  </a:cubicBezTo>
                  <a:cubicBezTo>
                    <a:pt x="15014" y="2837"/>
                    <a:pt x="15246" y="3061"/>
                    <a:pt x="15344" y="3355"/>
                  </a:cubicBezTo>
                  <a:cubicBezTo>
                    <a:pt x="15478" y="3810"/>
                    <a:pt x="15246" y="4283"/>
                    <a:pt x="15095" y="4738"/>
                  </a:cubicBezTo>
                  <a:cubicBezTo>
                    <a:pt x="14970" y="5086"/>
                    <a:pt x="14889" y="5478"/>
                    <a:pt x="15005" y="5835"/>
                  </a:cubicBezTo>
                  <a:cubicBezTo>
                    <a:pt x="15107" y="6147"/>
                    <a:pt x="15393" y="6405"/>
                    <a:pt x="15701" y="6405"/>
                  </a:cubicBezTo>
                  <a:cubicBezTo>
                    <a:pt x="15746" y="6405"/>
                    <a:pt x="15790" y="6399"/>
                    <a:pt x="15835" y="6388"/>
                  </a:cubicBezTo>
                  <a:cubicBezTo>
                    <a:pt x="16210" y="6290"/>
                    <a:pt x="16397" y="5817"/>
                    <a:pt x="16388" y="5407"/>
                  </a:cubicBezTo>
                  <a:cubicBezTo>
                    <a:pt x="16388" y="4996"/>
                    <a:pt x="16272" y="4586"/>
                    <a:pt x="16317" y="4185"/>
                  </a:cubicBezTo>
                  <a:cubicBezTo>
                    <a:pt x="16379" y="3583"/>
                    <a:pt x="16671" y="3442"/>
                    <a:pt x="17037" y="3442"/>
                  </a:cubicBezTo>
                  <a:cubicBezTo>
                    <a:pt x="17360" y="3442"/>
                    <a:pt x="17739" y="3551"/>
                    <a:pt x="18068" y="3551"/>
                  </a:cubicBezTo>
                  <a:cubicBezTo>
                    <a:pt x="18119" y="3551"/>
                    <a:pt x="18169" y="3548"/>
                    <a:pt x="18217" y="3542"/>
                  </a:cubicBezTo>
                  <a:cubicBezTo>
                    <a:pt x="18654" y="3489"/>
                    <a:pt x="19020" y="3069"/>
                    <a:pt x="19038" y="2614"/>
                  </a:cubicBezTo>
                  <a:cubicBezTo>
                    <a:pt x="19038" y="2445"/>
                    <a:pt x="19011" y="2267"/>
                    <a:pt x="19091" y="2124"/>
                  </a:cubicBezTo>
                  <a:cubicBezTo>
                    <a:pt x="19145" y="2026"/>
                    <a:pt x="19243" y="1963"/>
                    <a:pt x="19323" y="1892"/>
                  </a:cubicBezTo>
                  <a:cubicBezTo>
                    <a:pt x="19662" y="1553"/>
                    <a:pt x="19537" y="902"/>
                    <a:pt x="19154" y="616"/>
                  </a:cubicBezTo>
                  <a:cubicBezTo>
                    <a:pt x="18952" y="462"/>
                    <a:pt x="18703" y="397"/>
                    <a:pt x="18449" y="397"/>
                  </a:cubicBezTo>
                  <a:cubicBezTo>
                    <a:pt x="18231" y="397"/>
                    <a:pt x="18008" y="445"/>
                    <a:pt x="17807" y="527"/>
                  </a:cubicBezTo>
                  <a:cubicBezTo>
                    <a:pt x="17672" y="577"/>
                    <a:pt x="17538" y="644"/>
                    <a:pt x="17403" y="644"/>
                  </a:cubicBezTo>
                  <a:cubicBezTo>
                    <a:pt x="17395" y="644"/>
                    <a:pt x="17387" y="643"/>
                    <a:pt x="17378" y="643"/>
                  </a:cubicBezTo>
                  <a:cubicBezTo>
                    <a:pt x="17164" y="634"/>
                    <a:pt x="16995" y="465"/>
                    <a:pt x="16825" y="340"/>
                  </a:cubicBezTo>
                  <a:cubicBezTo>
                    <a:pt x="16488" y="93"/>
                    <a:pt x="16144" y="0"/>
                    <a:pt x="157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7"/>
            <p:cNvSpPr/>
            <p:nvPr/>
          </p:nvSpPr>
          <p:spPr>
            <a:xfrm>
              <a:off x="-114300" y="-67075"/>
              <a:ext cx="4068308" cy="295675"/>
            </a:xfrm>
            <a:custGeom>
              <a:rect b="b" l="l" r="r" t="t"/>
              <a:pathLst>
                <a:path extrusionOk="0" h="11827" w="163830">
                  <a:moveTo>
                    <a:pt x="0" y="11827"/>
                  </a:moveTo>
                  <a:cubicBezTo>
                    <a:pt x="4491" y="9902"/>
                    <a:pt x="8463" y="6894"/>
                    <a:pt x="12954" y="4969"/>
                  </a:cubicBezTo>
                  <a:cubicBezTo>
                    <a:pt x="16697" y="3365"/>
                    <a:pt x="21196" y="5195"/>
                    <a:pt x="25146" y="4207"/>
                  </a:cubicBezTo>
                  <a:cubicBezTo>
                    <a:pt x="33524" y="2112"/>
                    <a:pt x="42497" y="3040"/>
                    <a:pt x="51054" y="4207"/>
                  </a:cubicBezTo>
                  <a:cubicBezTo>
                    <a:pt x="58708" y="5251"/>
                    <a:pt x="66486" y="10139"/>
                    <a:pt x="73914" y="8017"/>
                  </a:cubicBezTo>
                  <a:cubicBezTo>
                    <a:pt x="79494" y="6423"/>
                    <a:pt x="84225" y="2297"/>
                    <a:pt x="89916" y="1159"/>
                  </a:cubicBezTo>
                  <a:cubicBezTo>
                    <a:pt x="98633" y="-584"/>
                    <a:pt x="107771" y="9"/>
                    <a:pt x="116586" y="1159"/>
                  </a:cubicBezTo>
                  <a:cubicBezTo>
                    <a:pt x="125383" y="2306"/>
                    <a:pt x="134257" y="3960"/>
                    <a:pt x="142494" y="7255"/>
                  </a:cubicBezTo>
                  <a:cubicBezTo>
                    <a:pt x="146267" y="8764"/>
                    <a:pt x="150743" y="6269"/>
                    <a:pt x="154686" y="7255"/>
                  </a:cubicBezTo>
                  <a:cubicBezTo>
                    <a:pt x="157803" y="8034"/>
                    <a:pt x="160617" y="10303"/>
                    <a:pt x="163830" y="10303"/>
                  </a:cubicBezTo>
                </a:path>
              </a:pathLst>
            </a:custGeom>
            <a:noFill/>
            <a:ln cap="rnd" cmpd="sng" w="3810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sp>
        <p:grpSp>
          <p:nvGrpSpPr>
            <p:cNvPr id="190" name="Google Shape;190;p7"/>
            <p:cNvGrpSpPr/>
            <p:nvPr/>
          </p:nvGrpSpPr>
          <p:grpSpPr>
            <a:xfrm flipH="1">
              <a:off x="2637733" y="-137091"/>
              <a:ext cx="562357" cy="435716"/>
              <a:chOff x="7391961" y="34126"/>
              <a:chExt cx="545765" cy="435716"/>
            </a:xfrm>
          </p:grpSpPr>
          <p:sp>
            <p:nvSpPr>
              <p:cNvPr id="191" name="Google Shape;191;p7"/>
              <p:cNvSpPr/>
              <p:nvPr/>
            </p:nvSpPr>
            <p:spPr>
              <a:xfrm flipH="1">
                <a:off x="7787649" y="162913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" name="Google Shape;192;p7"/>
              <p:cNvSpPr/>
              <p:nvPr/>
            </p:nvSpPr>
            <p:spPr>
              <a:xfrm flipH="1">
                <a:off x="7615686" y="233783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" name="Google Shape;193;p7"/>
              <p:cNvSpPr/>
              <p:nvPr/>
            </p:nvSpPr>
            <p:spPr>
              <a:xfrm flipH="1">
                <a:off x="7729547" y="390764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" name="Google Shape;194;p7"/>
              <p:cNvSpPr/>
              <p:nvPr/>
            </p:nvSpPr>
            <p:spPr>
              <a:xfrm flipH="1">
                <a:off x="7391961" y="34126"/>
                <a:ext cx="84939" cy="66440"/>
              </a:xfrm>
              <a:custGeom>
                <a:rect b="b" l="l" r="r" t="t"/>
                <a:pathLst>
                  <a:path extrusionOk="0" h="510" w="652">
                    <a:moveTo>
                      <a:pt x="331" y="1"/>
                    </a:moveTo>
                    <a:cubicBezTo>
                      <a:pt x="0" y="1"/>
                      <a:pt x="0" y="509"/>
                      <a:pt x="331" y="509"/>
                    </a:cubicBezTo>
                    <a:cubicBezTo>
                      <a:pt x="652" y="509"/>
                      <a:pt x="652" y="1"/>
                      <a:pt x="3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5" name="Google Shape;195;p7"/>
          <p:cNvGrpSpPr/>
          <p:nvPr/>
        </p:nvGrpSpPr>
        <p:grpSpPr>
          <a:xfrm flipH="1">
            <a:off x="231584" y="88771"/>
            <a:ext cx="8749134" cy="4847946"/>
            <a:chOff x="159894" y="88771"/>
            <a:chExt cx="8749134" cy="4847946"/>
          </a:xfrm>
        </p:grpSpPr>
        <p:sp>
          <p:nvSpPr>
            <p:cNvPr id="196" name="Google Shape;196;p7"/>
            <p:cNvSpPr/>
            <p:nvPr/>
          </p:nvSpPr>
          <p:spPr>
            <a:xfrm rot="2115196">
              <a:off x="7580109" y="1168269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7"/>
            <p:cNvSpPr/>
            <p:nvPr/>
          </p:nvSpPr>
          <p:spPr>
            <a:xfrm rot="-3266906">
              <a:off x="8814032" y="1425320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7"/>
            <p:cNvSpPr/>
            <p:nvPr/>
          </p:nvSpPr>
          <p:spPr>
            <a:xfrm rot="-3266906">
              <a:off x="5229316" y="1021085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7"/>
            <p:cNvSpPr/>
            <p:nvPr/>
          </p:nvSpPr>
          <p:spPr>
            <a:xfrm rot="3574462">
              <a:off x="463907" y="4542483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7"/>
            <p:cNvSpPr/>
            <p:nvPr/>
          </p:nvSpPr>
          <p:spPr>
            <a:xfrm rot="1625383">
              <a:off x="2540191" y="4830172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7"/>
            <p:cNvSpPr/>
            <p:nvPr/>
          </p:nvSpPr>
          <p:spPr>
            <a:xfrm rot="3522601">
              <a:off x="3221160" y="7787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7"/>
            <p:cNvSpPr/>
            <p:nvPr/>
          </p:nvSpPr>
          <p:spPr>
            <a:xfrm rot="-2695393">
              <a:off x="601311" y="2101964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7"/>
            <p:cNvSpPr/>
            <p:nvPr/>
          </p:nvSpPr>
          <p:spPr>
            <a:xfrm rot="-6529139">
              <a:off x="161931" y="3038886"/>
              <a:ext cx="151480" cy="7431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7"/>
            <p:cNvSpPr/>
            <p:nvPr/>
          </p:nvSpPr>
          <p:spPr>
            <a:xfrm rot="3522601">
              <a:off x="8762685" y="43833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7"/>
            <p:cNvSpPr/>
            <p:nvPr/>
          </p:nvSpPr>
          <p:spPr>
            <a:xfrm rot="-3266906">
              <a:off x="6510360" y="1054857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7"/>
            <p:cNvSpPr/>
            <p:nvPr/>
          </p:nvSpPr>
          <p:spPr>
            <a:xfrm rot="3522601">
              <a:off x="209022" y="40307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7"/>
            <p:cNvSpPr/>
            <p:nvPr/>
          </p:nvSpPr>
          <p:spPr>
            <a:xfrm rot="1867268">
              <a:off x="4292037" y="2840314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7"/>
            <p:cNvSpPr/>
            <p:nvPr/>
          </p:nvSpPr>
          <p:spPr>
            <a:xfrm rot="-2342076">
              <a:off x="4217885" y="1653552"/>
              <a:ext cx="57301" cy="147211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7"/>
            <p:cNvSpPr/>
            <p:nvPr/>
          </p:nvSpPr>
          <p:spPr>
            <a:xfrm rot="-3266906">
              <a:off x="3605357" y="417959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7"/>
            <p:cNvSpPr/>
            <p:nvPr/>
          </p:nvSpPr>
          <p:spPr>
            <a:xfrm rot="3522601">
              <a:off x="5124135" y="47149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7"/>
            <p:cNvSpPr/>
            <p:nvPr/>
          </p:nvSpPr>
          <p:spPr>
            <a:xfrm rot="-2695393">
              <a:off x="7233123" y="47890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2" name="Google Shape;212;p7"/>
          <p:cNvSpPr txBox="1"/>
          <p:nvPr>
            <p:ph idx="1" type="body"/>
          </p:nvPr>
        </p:nvSpPr>
        <p:spPr>
          <a:xfrm>
            <a:off x="720000" y="1690850"/>
            <a:ext cx="3771900" cy="2616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indent="-32385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500"/>
              <a:buChar char="●"/>
              <a:defRPr>
                <a:solidFill>
                  <a:srgbClr val="434343"/>
                </a:solidFill>
              </a:defRPr>
            </a:lvl1pPr>
            <a:lvl2pPr indent="-3302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>
                <a:solidFill>
                  <a:srgbClr val="434343"/>
                </a:solidFill>
              </a:defRPr>
            </a:lvl2pPr>
            <a:lvl3pPr indent="-3302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>
                <a:solidFill>
                  <a:srgbClr val="434343"/>
                </a:solidFill>
              </a:defRPr>
            </a:lvl3pPr>
            <a:lvl4pPr indent="-3302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>
                <a:solidFill>
                  <a:srgbClr val="434343"/>
                </a:solidFill>
              </a:defRPr>
            </a:lvl4pPr>
            <a:lvl5pPr indent="-3302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>
                <a:solidFill>
                  <a:srgbClr val="434343"/>
                </a:solidFill>
              </a:defRPr>
            </a:lvl5pPr>
            <a:lvl6pPr indent="-3302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>
                <a:solidFill>
                  <a:srgbClr val="434343"/>
                </a:solidFill>
              </a:defRPr>
            </a:lvl6pPr>
            <a:lvl7pPr indent="-3302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>
                <a:solidFill>
                  <a:srgbClr val="434343"/>
                </a:solidFill>
              </a:defRPr>
            </a:lvl7pPr>
            <a:lvl8pPr indent="-3302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>
                <a:solidFill>
                  <a:srgbClr val="434343"/>
                </a:solidFill>
              </a:defRPr>
            </a:lvl8pPr>
            <a:lvl9pPr indent="-3302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13" name="Google Shape;213;p7"/>
          <p:cNvSpPr txBox="1"/>
          <p:nvPr>
            <p:ph type="title"/>
          </p:nvPr>
        </p:nvSpPr>
        <p:spPr>
          <a:xfrm>
            <a:off x="4572000" y="539400"/>
            <a:ext cx="3858900" cy="928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214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" name="Google Shape;215;p8"/>
          <p:cNvGrpSpPr/>
          <p:nvPr/>
        </p:nvGrpSpPr>
        <p:grpSpPr>
          <a:xfrm>
            <a:off x="-874705" y="2629503"/>
            <a:ext cx="10134083" cy="3123443"/>
            <a:chOff x="-874705" y="2629503"/>
            <a:chExt cx="10134083" cy="3123443"/>
          </a:xfrm>
        </p:grpSpPr>
        <p:grpSp>
          <p:nvGrpSpPr>
            <p:cNvPr id="216" name="Google Shape;216;p8"/>
            <p:cNvGrpSpPr/>
            <p:nvPr/>
          </p:nvGrpSpPr>
          <p:grpSpPr>
            <a:xfrm flipH="1">
              <a:off x="-874705" y="2629503"/>
              <a:ext cx="2802994" cy="2988378"/>
              <a:chOff x="-1147186" y="2691345"/>
              <a:chExt cx="3013648" cy="3212964"/>
            </a:xfrm>
          </p:grpSpPr>
          <p:sp>
            <p:nvSpPr>
              <p:cNvPr id="217" name="Google Shape;217;p8"/>
              <p:cNvSpPr/>
              <p:nvPr/>
            </p:nvSpPr>
            <p:spPr>
              <a:xfrm rot="10800000">
                <a:off x="-1147186" y="2691345"/>
                <a:ext cx="3013648" cy="3212964"/>
              </a:xfrm>
              <a:custGeom>
                <a:rect b="b" l="l" r="r" t="t"/>
                <a:pathLst>
                  <a:path extrusionOk="0" h="23922" w="22438">
                    <a:moveTo>
                      <a:pt x="3165" y="1"/>
                    </a:moveTo>
                    <a:cubicBezTo>
                      <a:pt x="2537" y="1"/>
                      <a:pt x="1924" y="119"/>
                      <a:pt x="1419" y="447"/>
                    </a:cubicBezTo>
                    <a:cubicBezTo>
                      <a:pt x="688" y="920"/>
                      <a:pt x="277" y="1776"/>
                      <a:pt x="144" y="2651"/>
                    </a:cubicBezTo>
                    <a:cubicBezTo>
                      <a:pt x="1" y="3516"/>
                      <a:pt x="99" y="4426"/>
                      <a:pt x="188" y="5327"/>
                    </a:cubicBezTo>
                    <a:cubicBezTo>
                      <a:pt x="313" y="6487"/>
                      <a:pt x="438" y="7655"/>
                      <a:pt x="563" y="8824"/>
                    </a:cubicBezTo>
                    <a:cubicBezTo>
                      <a:pt x="652" y="9618"/>
                      <a:pt x="813" y="10537"/>
                      <a:pt x="1517" y="10947"/>
                    </a:cubicBezTo>
                    <a:cubicBezTo>
                      <a:pt x="1731" y="11074"/>
                      <a:pt x="1965" y="11129"/>
                      <a:pt x="2201" y="11129"/>
                    </a:cubicBezTo>
                    <a:cubicBezTo>
                      <a:pt x="2665" y="11129"/>
                      <a:pt x="3137" y="10916"/>
                      <a:pt x="3480" y="10608"/>
                    </a:cubicBezTo>
                    <a:cubicBezTo>
                      <a:pt x="3730" y="10385"/>
                      <a:pt x="3935" y="10109"/>
                      <a:pt x="4229" y="9948"/>
                    </a:cubicBezTo>
                    <a:cubicBezTo>
                      <a:pt x="4365" y="9876"/>
                      <a:pt x="4526" y="9835"/>
                      <a:pt x="4683" y="9835"/>
                    </a:cubicBezTo>
                    <a:cubicBezTo>
                      <a:pt x="4876" y="9835"/>
                      <a:pt x="5065" y="9898"/>
                      <a:pt x="5193" y="10046"/>
                    </a:cubicBezTo>
                    <a:cubicBezTo>
                      <a:pt x="5318" y="10189"/>
                      <a:pt x="5362" y="10358"/>
                      <a:pt x="5398" y="10537"/>
                    </a:cubicBezTo>
                    <a:cubicBezTo>
                      <a:pt x="5880" y="12705"/>
                      <a:pt x="5086" y="14953"/>
                      <a:pt x="5684" y="17103"/>
                    </a:cubicBezTo>
                    <a:cubicBezTo>
                      <a:pt x="5728" y="17263"/>
                      <a:pt x="5800" y="17442"/>
                      <a:pt x="5951" y="17495"/>
                    </a:cubicBezTo>
                    <a:cubicBezTo>
                      <a:pt x="5988" y="17509"/>
                      <a:pt x="6027" y="17513"/>
                      <a:pt x="6066" y="17513"/>
                    </a:cubicBezTo>
                    <a:cubicBezTo>
                      <a:pt x="6130" y="17513"/>
                      <a:pt x="6197" y="17501"/>
                      <a:pt x="6263" y="17495"/>
                    </a:cubicBezTo>
                    <a:cubicBezTo>
                      <a:pt x="6274" y="17495"/>
                      <a:pt x="6284" y="17494"/>
                      <a:pt x="6294" y="17494"/>
                    </a:cubicBezTo>
                    <a:cubicBezTo>
                      <a:pt x="6648" y="17494"/>
                      <a:pt x="6973" y="17790"/>
                      <a:pt x="7120" y="18120"/>
                    </a:cubicBezTo>
                    <a:cubicBezTo>
                      <a:pt x="7280" y="18459"/>
                      <a:pt x="7289" y="18842"/>
                      <a:pt x="7298" y="19208"/>
                    </a:cubicBezTo>
                    <a:cubicBezTo>
                      <a:pt x="7325" y="19966"/>
                      <a:pt x="7343" y="20725"/>
                      <a:pt x="7361" y="21492"/>
                    </a:cubicBezTo>
                    <a:cubicBezTo>
                      <a:pt x="7379" y="21973"/>
                      <a:pt x="7388" y="22464"/>
                      <a:pt x="7566" y="22919"/>
                    </a:cubicBezTo>
                    <a:cubicBezTo>
                      <a:pt x="7744" y="23383"/>
                      <a:pt x="8128" y="23811"/>
                      <a:pt x="8610" y="23900"/>
                    </a:cubicBezTo>
                    <a:cubicBezTo>
                      <a:pt x="8679" y="23915"/>
                      <a:pt x="8748" y="23921"/>
                      <a:pt x="8817" y="23921"/>
                    </a:cubicBezTo>
                    <a:cubicBezTo>
                      <a:pt x="9309" y="23921"/>
                      <a:pt x="9754" y="23572"/>
                      <a:pt x="9966" y="23133"/>
                    </a:cubicBezTo>
                    <a:cubicBezTo>
                      <a:pt x="10216" y="22625"/>
                      <a:pt x="10233" y="22036"/>
                      <a:pt x="10242" y="21465"/>
                    </a:cubicBezTo>
                    <a:cubicBezTo>
                      <a:pt x="10287" y="19529"/>
                      <a:pt x="10331" y="17602"/>
                      <a:pt x="10376" y="15675"/>
                    </a:cubicBezTo>
                    <a:cubicBezTo>
                      <a:pt x="10403" y="14382"/>
                      <a:pt x="10546" y="12883"/>
                      <a:pt x="11634" y="12241"/>
                    </a:cubicBezTo>
                    <a:cubicBezTo>
                      <a:pt x="11831" y="12122"/>
                      <a:pt x="12075" y="12052"/>
                      <a:pt x="12314" y="12052"/>
                    </a:cubicBezTo>
                    <a:cubicBezTo>
                      <a:pt x="12593" y="12052"/>
                      <a:pt x="12865" y="12148"/>
                      <a:pt x="13043" y="12374"/>
                    </a:cubicBezTo>
                    <a:cubicBezTo>
                      <a:pt x="13382" y="12803"/>
                      <a:pt x="13275" y="13543"/>
                      <a:pt x="13757" y="13784"/>
                    </a:cubicBezTo>
                    <a:cubicBezTo>
                      <a:pt x="13845" y="13830"/>
                      <a:pt x="13940" y="13848"/>
                      <a:pt x="14034" y="13848"/>
                    </a:cubicBezTo>
                    <a:cubicBezTo>
                      <a:pt x="14122" y="13848"/>
                      <a:pt x="14211" y="13832"/>
                      <a:pt x="14292" y="13811"/>
                    </a:cubicBezTo>
                    <a:cubicBezTo>
                      <a:pt x="14837" y="13668"/>
                      <a:pt x="15211" y="13213"/>
                      <a:pt x="15506" y="12749"/>
                    </a:cubicBezTo>
                    <a:cubicBezTo>
                      <a:pt x="15800" y="12294"/>
                      <a:pt x="16059" y="11786"/>
                      <a:pt x="16487" y="11447"/>
                    </a:cubicBezTo>
                    <a:cubicBezTo>
                      <a:pt x="16738" y="11248"/>
                      <a:pt x="17072" y="11120"/>
                      <a:pt x="17401" y="11120"/>
                    </a:cubicBezTo>
                    <a:cubicBezTo>
                      <a:pt x="17633" y="11120"/>
                      <a:pt x="17862" y="11183"/>
                      <a:pt x="18057" y="11331"/>
                    </a:cubicBezTo>
                    <a:cubicBezTo>
                      <a:pt x="18307" y="11518"/>
                      <a:pt x="18459" y="11812"/>
                      <a:pt x="18708" y="12009"/>
                    </a:cubicBezTo>
                    <a:cubicBezTo>
                      <a:pt x="18919" y="12177"/>
                      <a:pt x="19178" y="12252"/>
                      <a:pt x="19439" y="12252"/>
                    </a:cubicBezTo>
                    <a:cubicBezTo>
                      <a:pt x="19676" y="12252"/>
                      <a:pt x="19914" y="12190"/>
                      <a:pt x="20118" y="12080"/>
                    </a:cubicBezTo>
                    <a:cubicBezTo>
                      <a:pt x="20546" y="11848"/>
                      <a:pt x="20840" y="11447"/>
                      <a:pt x="21072" y="11027"/>
                    </a:cubicBezTo>
                    <a:cubicBezTo>
                      <a:pt x="21742" y="9823"/>
                      <a:pt x="22036" y="8422"/>
                      <a:pt x="22223" y="7031"/>
                    </a:cubicBezTo>
                    <a:cubicBezTo>
                      <a:pt x="22357" y="6014"/>
                      <a:pt x="22437" y="4952"/>
                      <a:pt x="22179" y="3926"/>
                    </a:cubicBezTo>
                    <a:cubicBezTo>
                      <a:pt x="21920" y="2900"/>
                      <a:pt x="21269" y="1892"/>
                      <a:pt x="20287" y="1446"/>
                    </a:cubicBezTo>
                    <a:cubicBezTo>
                      <a:pt x="19592" y="1125"/>
                      <a:pt x="18815" y="1116"/>
                      <a:pt x="18066" y="1116"/>
                    </a:cubicBezTo>
                    <a:lnTo>
                      <a:pt x="16240" y="1116"/>
                    </a:lnTo>
                    <a:cubicBezTo>
                      <a:pt x="15137" y="528"/>
                      <a:pt x="13904" y="351"/>
                      <a:pt x="12677" y="351"/>
                    </a:cubicBezTo>
                    <a:cubicBezTo>
                      <a:pt x="12265" y="351"/>
                      <a:pt x="11853" y="371"/>
                      <a:pt x="11447" y="403"/>
                    </a:cubicBezTo>
                    <a:cubicBezTo>
                      <a:pt x="10277" y="486"/>
                      <a:pt x="9107" y="653"/>
                      <a:pt x="7930" y="653"/>
                    </a:cubicBezTo>
                    <a:cubicBezTo>
                      <a:pt x="7474" y="653"/>
                      <a:pt x="7017" y="628"/>
                      <a:pt x="6558" y="563"/>
                    </a:cubicBezTo>
                    <a:cubicBezTo>
                      <a:pt x="5684" y="438"/>
                      <a:pt x="4818" y="171"/>
                      <a:pt x="3944" y="55"/>
                    </a:cubicBezTo>
                    <a:cubicBezTo>
                      <a:pt x="3686" y="21"/>
                      <a:pt x="3424" y="1"/>
                      <a:pt x="31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" name="Google Shape;218;p8"/>
              <p:cNvSpPr/>
              <p:nvPr/>
            </p:nvSpPr>
            <p:spPr>
              <a:xfrm rot="10800000">
                <a:off x="-1102863" y="4422332"/>
                <a:ext cx="2918959" cy="657179"/>
              </a:xfrm>
              <a:custGeom>
                <a:rect b="b" l="l" r="r" t="t"/>
                <a:pathLst>
                  <a:path extrusionOk="0" h="4893" w="21733">
                    <a:moveTo>
                      <a:pt x="3008" y="0"/>
                    </a:moveTo>
                    <a:cubicBezTo>
                      <a:pt x="1945" y="0"/>
                      <a:pt x="940" y="367"/>
                      <a:pt x="1" y="872"/>
                    </a:cubicBezTo>
                    <a:cubicBezTo>
                      <a:pt x="10" y="1024"/>
                      <a:pt x="27" y="1184"/>
                      <a:pt x="45" y="1336"/>
                    </a:cubicBezTo>
                    <a:cubicBezTo>
                      <a:pt x="961" y="881"/>
                      <a:pt x="1925" y="542"/>
                      <a:pt x="2912" y="542"/>
                    </a:cubicBezTo>
                    <a:cubicBezTo>
                      <a:pt x="3377" y="542"/>
                      <a:pt x="3847" y="617"/>
                      <a:pt x="4318" y="792"/>
                    </a:cubicBezTo>
                    <a:cubicBezTo>
                      <a:pt x="5514" y="1229"/>
                      <a:pt x="5942" y="2076"/>
                      <a:pt x="6272" y="3245"/>
                    </a:cubicBezTo>
                    <a:cubicBezTo>
                      <a:pt x="6468" y="3968"/>
                      <a:pt x="6879" y="4797"/>
                      <a:pt x="7726" y="4886"/>
                    </a:cubicBezTo>
                    <a:cubicBezTo>
                      <a:pt x="7768" y="4891"/>
                      <a:pt x="7809" y="4893"/>
                      <a:pt x="7849" y="4893"/>
                    </a:cubicBezTo>
                    <a:cubicBezTo>
                      <a:pt x="8482" y="4893"/>
                      <a:pt x="8945" y="4383"/>
                      <a:pt x="9314" y="3905"/>
                    </a:cubicBezTo>
                    <a:cubicBezTo>
                      <a:pt x="9662" y="3450"/>
                      <a:pt x="9974" y="3013"/>
                      <a:pt x="10501" y="2736"/>
                    </a:cubicBezTo>
                    <a:cubicBezTo>
                      <a:pt x="10762" y="2599"/>
                      <a:pt x="11002" y="2543"/>
                      <a:pt x="11233" y="2543"/>
                    </a:cubicBezTo>
                    <a:cubicBezTo>
                      <a:pt x="11662" y="2543"/>
                      <a:pt x="12058" y="2739"/>
                      <a:pt x="12499" y="2977"/>
                    </a:cubicBezTo>
                    <a:cubicBezTo>
                      <a:pt x="12804" y="3137"/>
                      <a:pt x="13117" y="3206"/>
                      <a:pt x="13428" y="3206"/>
                    </a:cubicBezTo>
                    <a:cubicBezTo>
                      <a:pt x="13936" y="3206"/>
                      <a:pt x="14440" y="3022"/>
                      <a:pt x="14899" y="2745"/>
                    </a:cubicBezTo>
                    <a:cubicBezTo>
                      <a:pt x="15934" y="2121"/>
                      <a:pt x="16728" y="1327"/>
                      <a:pt x="18003" y="1247"/>
                    </a:cubicBezTo>
                    <a:cubicBezTo>
                      <a:pt x="18054" y="1243"/>
                      <a:pt x="18105" y="1242"/>
                      <a:pt x="18157" y="1242"/>
                    </a:cubicBezTo>
                    <a:cubicBezTo>
                      <a:pt x="19210" y="1242"/>
                      <a:pt x="20504" y="1905"/>
                      <a:pt x="21661" y="2041"/>
                    </a:cubicBezTo>
                    <a:cubicBezTo>
                      <a:pt x="21688" y="1907"/>
                      <a:pt x="21714" y="1773"/>
                      <a:pt x="21732" y="1639"/>
                    </a:cubicBezTo>
                    <a:cubicBezTo>
                      <a:pt x="21268" y="1595"/>
                      <a:pt x="20804" y="1461"/>
                      <a:pt x="20385" y="1318"/>
                    </a:cubicBezTo>
                    <a:cubicBezTo>
                      <a:pt x="19626" y="1063"/>
                      <a:pt x="18898" y="825"/>
                      <a:pt x="18116" y="825"/>
                    </a:cubicBezTo>
                    <a:cubicBezTo>
                      <a:pt x="17941" y="825"/>
                      <a:pt x="17764" y="837"/>
                      <a:pt x="17584" y="863"/>
                    </a:cubicBezTo>
                    <a:cubicBezTo>
                      <a:pt x="16540" y="1015"/>
                      <a:pt x="15800" y="1550"/>
                      <a:pt x="14952" y="2130"/>
                    </a:cubicBezTo>
                    <a:cubicBezTo>
                      <a:pt x="14506" y="2434"/>
                      <a:pt x="13992" y="2713"/>
                      <a:pt x="13455" y="2713"/>
                    </a:cubicBezTo>
                    <a:cubicBezTo>
                      <a:pt x="13284" y="2713"/>
                      <a:pt x="13110" y="2685"/>
                      <a:pt x="12936" y="2620"/>
                    </a:cubicBezTo>
                    <a:cubicBezTo>
                      <a:pt x="12499" y="2451"/>
                      <a:pt x="12160" y="2130"/>
                      <a:pt x="11687" y="2041"/>
                    </a:cubicBezTo>
                    <a:cubicBezTo>
                      <a:pt x="11567" y="2017"/>
                      <a:pt x="11445" y="2006"/>
                      <a:pt x="11325" y="2006"/>
                    </a:cubicBezTo>
                    <a:cubicBezTo>
                      <a:pt x="10703" y="2006"/>
                      <a:pt x="10089" y="2296"/>
                      <a:pt x="9626" y="2692"/>
                    </a:cubicBezTo>
                    <a:cubicBezTo>
                      <a:pt x="9139" y="3107"/>
                      <a:pt x="8440" y="4288"/>
                      <a:pt x="7772" y="4288"/>
                    </a:cubicBezTo>
                    <a:cubicBezTo>
                      <a:pt x="7522" y="4288"/>
                      <a:pt x="7276" y="4123"/>
                      <a:pt x="7048" y="3691"/>
                    </a:cubicBezTo>
                    <a:cubicBezTo>
                      <a:pt x="6575" y="2808"/>
                      <a:pt x="6647" y="1871"/>
                      <a:pt x="5897" y="1122"/>
                    </a:cubicBezTo>
                    <a:cubicBezTo>
                      <a:pt x="5362" y="578"/>
                      <a:pt x="4631" y="239"/>
                      <a:pt x="3890" y="87"/>
                    </a:cubicBezTo>
                    <a:cubicBezTo>
                      <a:pt x="3592" y="28"/>
                      <a:pt x="3298" y="0"/>
                      <a:pt x="300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" name="Google Shape;219;p8"/>
              <p:cNvSpPr/>
              <p:nvPr/>
            </p:nvSpPr>
            <p:spPr>
              <a:xfrm rot="10800000">
                <a:off x="-979432" y="5046202"/>
                <a:ext cx="1893234" cy="398229"/>
              </a:xfrm>
              <a:custGeom>
                <a:rect b="b" l="l" r="r" t="t"/>
                <a:pathLst>
                  <a:path extrusionOk="0" h="2965" w="14096">
                    <a:moveTo>
                      <a:pt x="7233" y="0"/>
                    </a:moveTo>
                    <a:cubicBezTo>
                      <a:pt x="7160" y="0"/>
                      <a:pt x="7087" y="4"/>
                      <a:pt x="7012" y="12"/>
                    </a:cubicBezTo>
                    <a:cubicBezTo>
                      <a:pt x="5977" y="119"/>
                      <a:pt x="5272" y="931"/>
                      <a:pt x="4487" y="1510"/>
                    </a:cubicBezTo>
                    <a:cubicBezTo>
                      <a:pt x="3718" y="2084"/>
                      <a:pt x="2849" y="2352"/>
                      <a:pt x="1954" y="2352"/>
                    </a:cubicBezTo>
                    <a:cubicBezTo>
                      <a:pt x="1428" y="2352"/>
                      <a:pt x="894" y="2260"/>
                      <a:pt x="366" y="2081"/>
                    </a:cubicBezTo>
                    <a:cubicBezTo>
                      <a:pt x="338" y="2072"/>
                      <a:pt x="312" y="2067"/>
                      <a:pt x="288" y="2067"/>
                    </a:cubicBezTo>
                    <a:cubicBezTo>
                      <a:pt x="70" y="2067"/>
                      <a:pt x="1" y="2430"/>
                      <a:pt x="250" y="2518"/>
                    </a:cubicBezTo>
                    <a:cubicBezTo>
                      <a:pt x="830" y="2716"/>
                      <a:pt x="1422" y="2827"/>
                      <a:pt x="2014" y="2827"/>
                    </a:cubicBezTo>
                    <a:cubicBezTo>
                      <a:pt x="2569" y="2827"/>
                      <a:pt x="3123" y="2730"/>
                      <a:pt x="3667" y="2518"/>
                    </a:cubicBezTo>
                    <a:cubicBezTo>
                      <a:pt x="4737" y="2099"/>
                      <a:pt x="5415" y="1162"/>
                      <a:pt x="6423" y="690"/>
                    </a:cubicBezTo>
                    <a:cubicBezTo>
                      <a:pt x="6688" y="567"/>
                      <a:pt x="6945" y="515"/>
                      <a:pt x="7196" y="515"/>
                    </a:cubicBezTo>
                    <a:cubicBezTo>
                      <a:pt x="8317" y="515"/>
                      <a:pt x="9317" y="1559"/>
                      <a:pt x="10286" y="2055"/>
                    </a:cubicBezTo>
                    <a:cubicBezTo>
                      <a:pt x="11366" y="2608"/>
                      <a:pt x="12552" y="2893"/>
                      <a:pt x="13774" y="2965"/>
                    </a:cubicBezTo>
                    <a:cubicBezTo>
                      <a:pt x="13780" y="2965"/>
                      <a:pt x="13785" y="2965"/>
                      <a:pt x="13791" y="2965"/>
                    </a:cubicBezTo>
                    <a:cubicBezTo>
                      <a:pt x="14095" y="2965"/>
                      <a:pt x="14090" y="2482"/>
                      <a:pt x="13774" y="2456"/>
                    </a:cubicBezTo>
                    <a:cubicBezTo>
                      <a:pt x="12293" y="2367"/>
                      <a:pt x="10928" y="1930"/>
                      <a:pt x="9697" y="1109"/>
                    </a:cubicBezTo>
                    <a:cubicBezTo>
                      <a:pt x="8944" y="612"/>
                      <a:pt x="8168" y="0"/>
                      <a:pt x="723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0" name="Google Shape;220;p8"/>
            <p:cNvSpPr/>
            <p:nvPr/>
          </p:nvSpPr>
          <p:spPr>
            <a:xfrm rot="10800000">
              <a:off x="1586520" y="4235974"/>
              <a:ext cx="4486605" cy="1208351"/>
            </a:xfrm>
            <a:custGeom>
              <a:rect b="b" l="l" r="r" t="t"/>
              <a:pathLst>
                <a:path extrusionOk="0" h="6405" w="19663">
                  <a:moveTo>
                    <a:pt x="15799" y="0"/>
                  </a:moveTo>
                  <a:cubicBezTo>
                    <a:pt x="14930" y="0"/>
                    <a:pt x="14048" y="589"/>
                    <a:pt x="13212" y="812"/>
                  </a:cubicBezTo>
                  <a:cubicBezTo>
                    <a:pt x="12864" y="905"/>
                    <a:pt x="12513" y="943"/>
                    <a:pt x="12160" y="943"/>
                  </a:cubicBezTo>
                  <a:cubicBezTo>
                    <a:pt x="10715" y="943"/>
                    <a:pt x="9235" y="318"/>
                    <a:pt x="7772" y="318"/>
                  </a:cubicBezTo>
                  <a:cubicBezTo>
                    <a:pt x="7530" y="318"/>
                    <a:pt x="7289" y="336"/>
                    <a:pt x="7048" y="375"/>
                  </a:cubicBezTo>
                  <a:cubicBezTo>
                    <a:pt x="6660" y="444"/>
                    <a:pt x="6281" y="563"/>
                    <a:pt x="5886" y="563"/>
                  </a:cubicBezTo>
                  <a:cubicBezTo>
                    <a:pt x="5872" y="563"/>
                    <a:pt x="5858" y="563"/>
                    <a:pt x="5844" y="563"/>
                  </a:cubicBezTo>
                  <a:cubicBezTo>
                    <a:pt x="5288" y="550"/>
                    <a:pt x="4709" y="284"/>
                    <a:pt x="4175" y="284"/>
                  </a:cubicBezTo>
                  <a:cubicBezTo>
                    <a:pt x="3971" y="284"/>
                    <a:pt x="3774" y="323"/>
                    <a:pt x="3587" y="429"/>
                  </a:cubicBezTo>
                  <a:cubicBezTo>
                    <a:pt x="3444" y="509"/>
                    <a:pt x="3319" y="616"/>
                    <a:pt x="3167" y="661"/>
                  </a:cubicBezTo>
                  <a:cubicBezTo>
                    <a:pt x="3094" y="682"/>
                    <a:pt x="3019" y="690"/>
                    <a:pt x="2941" y="690"/>
                  </a:cubicBezTo>
                  <a:cubicBezTo>
                    <a:pt x="2593" y="690"/>
                    <a:pt x="2206" y="519"/>
                    <a:pt x="1846" y="519"/>
                  </a:cubicBezTo>
                  <a:cubicBezTo>
                    <a:pt x="1668" y="519"/>
                    <a:pt x="1496" y="561"/>
                    <a:pt x="1338" y="688"/>
                  </a:cubicBezTo>
                  <a:cubicBezTo>
                    <a:pt x="1187" y="812"/>
                    <a:pt x="1071" y="991"/>
                    <a:pt x="883" y="1044"/>
                  </a:cubicBezTo>
                  <a:cubicBezTo>
                    <a:pt x="842" y="1055"/>
                    <a:pt x="799" y="1057"/>
                    <a:pt x="756" y="1057"/>
                  </a:cubicBezTo>
                  <a:cubicBezTo>
                    <a:pt x="721" y="1057"/>
                    <a:pt x="686" y="1056"/>
                    <a:pt x="651" y="1056"/>
                  </a:cubicBezTo>
                  <a:cubicBezTo>
                    <a:pt x="618" y="1056"/>
                    <a:pt x="585" y="1057"/>
                    <a:pt x="553" y="1062"/>
                  </a:cubicBezTo>
                  <a:cubicBezTo>
                    <a:pt x="268" y="1098"/>
                    <a:pt x="63" y="1392"/>
                    <a:pt x="27" y="1687"/>
                  </a:cubicBezTo>
                  <a:cubicBezTo>
                    <a:pt x="0" y="1981"/>
                    <a:pt x="107" y="2275"/>
                    <a:pt x="250" y="2534"/>
                  </a:cubicBezTo>
                  <a:cubicBezTo>
                    <a:pt x="535" y="3080"/>
                    <a:pt x="1051" y="3574"/>
                    <a:pt x="1628" y="3574"/>
                  </a:cubicBezTo>
                  <a:cubicBezTo>
                    <a:pt x="1682" y="3574"/>
                    <a:pt x="1738" y="3569"/>
                    <a:pt x="1793" y="3560"/>
                  </a:cubicBezTo>
                  <a:cubicBezTo>
                    <a:pt x="2025" y="3524"/>
                    <a:pt x="2239" y="3408"/>
                    <a:pt x="2462" y="3337"/>
                  </a:cubicBezTo>
                  <a:cubicBezTo>
                    <a:pt x="2635" y="3288"/>
                    <a:pt x="2809" y="3268"/>
                    <a:pt x="2985" y="3268"/>
                  </a:cubicBezTo>
                  <a:cubicBezTo>
                    <a:pt x="3537" y="3268"/>
                    <a:pt x="4102" y="3459"/>
                    <a:pt x="4657" y="3507"/>
                  </a:cubicBezTo>
                  <a:cubicBezTo>
                    <a:pt x="4746" y="3514"/>
                    <a:pt x="4836" y="3517"/>
                    <a:pt x="4925" y="3517"/>
                  </a:cubicBezTo>
                  <a:cubicBezTo>
                    <a:pt x="6130" y="3517"/>
                    <a:pt x="7329" y="2921"/>
                    <a:pt x="8502" y="2921"/>
                  </a:cubicBezTo>
                  <a:cubicBezTo>
                    <a:pt x="8786" y="2921"/>
                    <a:pt x="9069" y="2956"/>
                    <a:pt x="9350" y="3043"/>
                  </a:cubicBezTo>
                  <a:cubicBezTo>
                    <a:pt x="9813" y="3185"/>
                    <a:pt x="10393" y="3373"/>
                    <a:pt x="10822" y="3551"/>
                  </a:cubicBezTo>
                  <a:cubicBezTo>
                    <a:pt x="11294" y="3756"/>
                    <a:pt x="11384" y="4086"/>
                    <a:pt x="11223" y="4595"/>
                  </a:cubicBezTo>
                  <a:cubicBezTo>
                    <a:pt x="11143" y="4871"/>
                    <a:pt x="11036" y="5157"/>
                    <a:pt x="11125" y="5434"/>
                  </a:cubicBezTo>
                  <a:cubicBezTo>
                    <a:pt x="11204" y="5665"/>
                    <a:pt x="11444" y="5804"/>
                    <a:pt x="11680" y="5804"/>
                  </a:cubicBezTo>
                  <a:cubicBezTo>
                    <a:pt x="11817" y="5804"/>
                    <a:pt x="11951" y="5758"/>
                    <a:pt x="12053" y="5657"/>
                  </a:cubicBezTo>
                  <a:cubicBezTo>
                    <a:pt x="12293" y="5416"/>
                    <a:pt x="12276" y="5023"/>
                    <a:pt x="12204" y="4684"/>
                  </a:cubicBezTo>
                  <a:cubicBezTo>
                    <a:pt x="12124" y="4309"/>
                    <a:pt x="11928" y="3872"/>
                    <a:pt x="12035" y="3498"/>
                  </a:cubicBezTo>
                  <a:cubicBezTo>
                    <a:pt x="12169" y="3061"/>
                    <a:pt x="12731" y="2686"/>
                    <a:pt x="13114" y="2543"/>
                  </a:cubicBezTo>
                  <a:cubicBezTo>
                    <a:pt x="13328" y="2465"/>
                    <a:pt x="13554" y="2426"/>
                    <a:pt x="13779" y="2426"/>
                  </a:cubicBezTo>
                  <a:cubicBezTo>
                    <a:pt x="14120" y="2426"/>
                    <a:pt x="14461" y="2514"/>
                    <a:pt x="14756" y="2686"/>
                  </a:cubicBezTo>
                  <a:cubicBezTo>
                    <a:pt x="15014" y="2837"/>
                    <a:pt x="15246" y="3061"/>
                    <a:pt x="15344" y="3355"/>
                  </a:cubicBezTo>
                  <a:cubicBezTo>
                    <a:pt x="15478" y="3810"/>
                    <a:pt x="15246" y="4283"/>
                    <a:pt x="15095" y="4738"/>
                  </a:cubicBezTo>
                  <a:cubicBezTo>
                    <a:pt x="14970" y="5086"/>
                    <a:pt x="14889" y="5478"/>
                    <a:pt x="15005" y="5835"/>
                  </a:cubicBezTo>
                  <a:cubicBezTo>
                    <a:pt x="15107" y="6147"/>
                    <a:pt x="15393" y="6405"/>
                    <a:pt x="15701" y="6405"/>
                  </a:cubicBezTo>
                  <a:cubicBezTo>
                    <a:pt x="15746" y="6405"/>
                    <a:pt x="15790" y="6399"/>
                    <a:pt x="15835" y="6388"/>
                  </a:cubicBezTo>
                  <a:cubicBezTo>
                    <a:pt x="16210" y="6290"/>
                    <a:pt x="16397" y="5817"/>
                    <a:pt x="16388" y="5407"/>
                  </a:cubicBezTo>
                  <a:cubicBezTo>
                    <a:pt x="16388" y="4996"/>
                    <a:pt x="16272" y="4586"/>
                    <a:pt x="16317" y="4185"/>
                  </a:cubicBezTo>
                  <a:cubicBezTo>
                    <a:pt x="16379" y="3583"/>
                    <a:pt x="16671" y="3442"/>
                    <a:pt x="17037" y="3442"/>
                  </a:cubicBezTo>
                  <a:cubicBezTo>
                    <a:pt x="17360" y="3442"/>
                    <a:pt x="17739" y="3551"/>
                    <a:pt x="18068" y="3551"/>
                  </a:cubicBezTo>
                  <a:cubicBezTo>
                    <a:pt x="18119" y="3551"/>
                    <a:pt x="18169" y="3548"/>
                    <a:pt x="18217" y="3542"/>
                  </a:cubicBezTo>
                  <a:cubicBezTo>
                    <a:pt x="18654" y="3489"/>
                    <a:pt x="19020" y="3069"/>
                    <a:pt x="19038" y="2614"/>
                  </a:cubicBezTo>
                  <a:cubicBezTo>
                    <a:pt x="19038" y="2445"/>
                    <a:pt x="19011" y="2267"/>
                    <a:pt x="19091" y="2124"/>
                  </a:cubicBezTo>
                  <a:cubicBezTo>
                    <a:pt x="19145" y="2026"/>
                    <a:pt x="19243" y="1963"/>
                    <a:pt x="19323" y="1892"/>
                  </a:cubicBezTo>
                  <a:cubicBezTo>
                    <a:pt x="19662" y="1553"/>
                    <a:pt x="19537" y="902"/>
                    <a:pt x="19154" y="616"/>
                  </a:cubicBezTo>
                  <a:cubicBezTo>
                    <a:pt x="18952" y="462"/>
                    <a:pt x="18703" y="397"/>
                    <a:pt x="18449" y="397"/>
                  </a:cubicBezTo>
                  <a:cubicBezTo>
                    <a:pt x="18231" y="397"/>
                    <a:pt x="18008" y="445"/>
                    <a:pt x="17807" y="527"/>
                  </a:cubicBezTo>
                  <a:cubicBezTo>
                    <a:pt x="17672" y="577"/>
                    <a:pt x="17538" y="644"/>
                    <a:pt x="17403" y="644"/>
                  </a:cubicBezTo>
                  <a:cubicBezTo>
                    <a:pt x="17395" y="644"/>
                    <a:pt x="17387" y="643"/>
                    <a:pt x="17378" y="643"/>
                  </a:cubicBezTo>
                  <a:cubicBezTo>
                    <a:pt x="17164" y="634"/>
                    <a:pt x="16995" y="465"/>
                    <a:pt x="16825" y="340"/>
                  </a:cubicBezTo>
                  <a:cubicBezTo>
                    <a:pt x="16488" y="93"/>
                    <a:pt x="16144" y="0"/>
                    <a:pt x="157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8"/>
            <p:cNvSpPr/>
            <p:nvPr/>
          </p:nvSpPr>
          <p:spPr>
            <a:xfrm rot="10800000">
              <a:off x="5660925" y="4374048"/>
              <a:ext cx="3598453" cy="1378898"/>
            </a:xfrm>
            <a:custGeom>
              <a:rect b="b" l="l" r="r" t="t"/>
              <a:pathLst>
                <a:path extrusionOk="0" h="7309" w="19074">
                  <a:moveTo>
                    <a:pt x="14216" y="14"/>
                  </a:moveTo>
                  <a:cubicBezTo>
                    <a:pt x="13596" y="14"/>
                    <a:pt x="12976" y="28"/>
                    <a:pt x="12356" y="46"/>
                  </a:cubicBezTo>
                  <a:cubicBezTo>
                    <a:pt x="10259" y="90"/>
                    <a:pt x="8163" y="161"/>
                    <a:pt x="6066" y="269"/>
                  </a:cubicBezTo>
                  <a:cubicBezTo>
                    <a:pt x="5023" y="322"/>
                    <a:pt x="3970" y="376"/>
                    <a:pt x="2926" y="447"/>
                  </a:cubicBezTo>
                  <a:cubicBezTo>
                    <a:pt x="1624" y="527"/>
                    <a:pt x="0" y="545"/>
                    <a:pt x="295" y="2329"/>
                  </a:cubicBezTo>
                  <a:cubicBezTo>
                    <a:pt x="348" y="2659"/>
                    <a:pt x="571" y="2981"/>
                    <a:pt x="901" y="3052"/>
                  </a:cubicBezTo>
                  <a:cubicBezTo>
                    <a:pt x="973" y="3070"/>
                    <a:pt x="1044" y="3070"/>
                    <a:pt x="1106" y="3114"/>
                  </a:cubicBezTo>
                  <a:cubicBezTo>
                    <a:pt x="1222" y="3195"/>
                    <a:pt x="1213" y="3364"/>
                    <a:pt x="1204" y="3507"/>
                  </a:cubicBezTo>
                  <a:cubicBezTo>
                    <a:pt x="1142" y="4096"/>
                    <a:pt x="1204" y="4738"/>
                    <a:pt x="1570" y="5202"/>
                  </a:cubicBezTo>
                  <a:cubicBezTo>
                    <a:pt x="1804" y="5504"/>
                    <a:pt x="2193" y="5693"/>
                    <a:pt x="2565" y="5693"/>
                  </a:cubicBezTo>
                  <a:cubicBezTo>
                    <a:pt x="2776" y="5693"/>
                    <a:pt x="2981" y="5632"/>
                    <a:pt x="3149" y="5496"/>
                  </a:cubicBezTo>
                  <a:cubicBezTo>
                    <a:pt x="3363" y="5318"/>
                    <a:pt x="3479" y="5059"/>
                    <a:pt x="3640" y="4836"/>
                  </a:cubicBezTo>
                  <a:cubicBezTo>
                    <a:pt x="3797" y="4618"/>
                    <a:pt x="4023" y="4408"/>
                    <a:pt x="4292" y="4408"/>
                  </a:cubicBezTo>
                  <a:cubicBezTo>
                    <a:pt x="4298" y="4408"/>
                    <a:pt x="4303" y="4408"/>
                    <a:pt x="4309" y="4408"/>
                  </a:cubicBezTo>
                  <a:cubicBezTo>
                    <a:pt x="4621" y="4426"/>
                    <a:pt x="4853" y="4720"/>
                    <a:pt x="4933" y="5023"/>
                  </a:cubicBezTo>
                  <a:cubicBezTo>
                    <a:pt x="5014" y="5327"/>
                    <a:pt x="4996" y="5648"/>
                    <a:pt x="5058" y="5951"/>
                  </a:cubicBezTo>
                  <a:cubicBezTo>
                    <a:pt x="5201" y="6611"/>
                    <a:pt x="5763" y="7156"/>
                    <a:pt x="6423" y="7280"/>
                  </a:cubicBezTo>
                  <a:cubicBezTo>
                    <a:pt x="6522" y="7299"/>
                    <a:pt x="6623" y="7308"/>
                    <a:pt x="6723" y="7308"/>
                  </a:cubicBezTo>
                  <a:cubicBezTo>
                    <a:pt x="7290" y="7308"/>
                    <a:pt x="7853" y="7018"/>
                    <a:pt x="8172" y="6540"/>
                  </a:cubicBezTo>
                  <a:cubicBezTo>
                    <a:pt x="8261" y="6397"/>
                    <a:pt x="8341" y="6237"/>
                    <a:pt x="8475" y="6139"/>
                  </a:cubicBezTo>
                  <a:cubicBezTo>
                    <a:pt x="8546" y="6082"/>
                    <a:pt x="8641" y="6048"/>
                    <a:pt x="8731" y="6048"/>
                  </a:cubicBezTo>
                  <a:cubicBezTo>
                    <a:pt x="8812" y="6048"/>
                    <a:pt x="8888" y="6075"/>
                    <a:pt x="8939" y="6139"/>
                  </a:cubicBezTo>
                  <a:cubicBezTo>
                    <a:pt x="8993" y="6219"/>
                    <a:pt x="9001" y="6317"/>
                    <a:pt x="9037" y="6406"/>
                  </a:cubicBezTo>
                  <a:cubicBezTo>
                    <a:pt x="9114" y="6603"/>
                    <a:pt x="9322" y="6703"/>
                    <a:pt x="9535" y="6703"/>
                  </a:cubicBezTo>
                  <a:cubicBezTo>
                    <a:pt x="9669" y="6703"/>
                    <a:pt x="9805" y="6664"/>
                    <a:pt x="9911" y="6585"/>
                  </a:cubicBezTo>
                  <a:cubicBezTo>
                    <a:pt x="10188" y="6379"/>
                    <a:pt x="10286" y="6014"/>
                    <a:pt x="10295" y="5666"/>
                  </a:cubicBezTo>
                  <a:cubicBezTo>
                    <a:pt x="10295" y="5327"/>
                    <a:pt x="10224" y="4988"/>
                    <a:pt x="10215" y="4640"/>
                  </a:cubicBezTo>
                  <a:cubicBezTo>
                    <a:pt x="10215" y="4256"/>
                    <a:pt x="10366" y="3855"/>
                    <a:pt x="10670" y="3614"/>
                  </a:cubicBezTo>
                  <a:cubicBezTo>
                    <a:pt x="10799" y="3515"/>
                    <a:pt x="10944" y="3462"/>
                    <a:pt x="11075" y="3462"/>
                  </a:cubicBezTo>
                  <a:cubicBezTo>
                    <a:pt x="11287" y="3462"/>
                    <a:pt x="11466" y="3600"/>
                    <a:pt x="11499" y="3908"/>
                  </a:cubicBezTo>
                  <a:cubicBezTo>
                    <a:pt x="11526" y="4140"/>
                    <a:pt x="11455" y="4390"/>
                    <a:pt x="11508" y="4631"/>
                  </a:cubicBezTo>
                  <a:cubicBezTo>
                    <a:pt x="11562" y="4899"/>
                    <a:pt x="11776" y="5139"/>
                    <a:pt x="12044" y="5211"/>
                  </a:cubicBezTo>
                  <a:cubicBezTo>
                    <a:pt x="12109" y="5231"/>
                    <a:pt x="12178" y="5240"/>
                    <a:pt x="12247" y="5240"/>
                  </a:cubicBezTo>
                  <a:cubicBezTo>
                    <a:pt x="12457" y="5240"/>
                    <a:pt x="12670" y="5151"/>
                    <a:pt x="12811" y="4997"/>
                  </a:cubicBezTo>
                  <a:lnTo>
                    <a:pt x="12811" y="4997"/>
                  </a:lnTo>
                  <a:cubicBezTo>
                    <a:pt x="12748" y="5443"/>
                    <a:pt x="13034" y="5907"/>
                    <a:pt x="13453" y="6058"/>
                  </a:cubicBezTo>
                  <a:cubicBezTo>
                    <a:pt x="13552" y="6091"/>
                    <a:pt x="13656" y="6107"/>
                    <a:pt x="13760" y="6107"/>
                  </a:cubicBezTo>
                  <a:cubicBezTo>
                    <a:pt x="14102" y="6107"/>
                    <a:pt x="14444" y="5934"/>
                    <a:pt x="14622" y="5639"/>
                  </a:cubicBezTo>
                  <a:cubicBezTo>
                    <a:pt x="14943" y="5104"/>
                    <a:pt x="14729" y="4328"/>
                    <a:pt x="15148" y="3864"/>
                  </a:cubicBezTo>
                  <a:cubicBezTo>
                    <a:pt x="15225" y="3779"/>
                    <a:pt x="15336" y="3707"/>
                    <a:pt x="15452" y="3707"/>
                  </a:cubicBezTo>
                  <a:cubicBezTo>
                    <a:pt x="15469" y="3707"/>
                    <a:pt x="15487" y="3708"/>
                    <a:pt x="15505" y="3712"/>
                  </a:cubicBezTo>
                  <a:cubicBezTo>
                    <a:pt x="15737" y="3757"/>
                    <a:pt x="15790" y="4060"/>
                    <a:pt x="15781" y="4301"/>
                  </a:cubicBezTo>
                  <a:cubicBezTo>
                    <a:pt x="15746" y="4818"/>
                    <a:pt x="15639" y="5327"/>
                    <a:pt x="15683" y="5844"/>
                  </a:cubicBezTo>
                  <a:cubicBezTo>
                    <a:pt x="15728" y="6353"/>
                    <a:pt x="15978" y="6897"/>
                    <a:pt x="16451" y="7093"/>
                  </a:cubicBezTo>
                  <a:cubicBezTo>
                    <a:pt x="16566" y="7142"/>
                    <a:pt x="16687" y="7164"/>
                    <a:pt x="16808" y="7164"/>
                  </a:cubicBezTo>
                  <a:cubicBezTo>
                    <a:pt x="17329" y="7164"/>
                    <a:pt x="17850" y="6746"/>
                    <a:pt x="17958" y="6210"/>
                  </a:cubicBezTo>
                  <a:cubicBezTo>
                    <a:pt x="18038" y="5773"/>
                    <a:pt x="17896" y="5327"/>
                    <a:pt x="17807" y="4890"/>
                  </a:cubicBezTo>
                  <a:cubicBezTo>
                    <a:pt x="17717" y="4452"/>
                    <a:pt x="17691" y="3953"/>
                    <a:pt x="17967" y="3605"/>
                  </a:cubicBezTo>
                  <a:cubicBezTo>
                    <a:pt x="18190" y="3748"/>
                    <a:pt x="18146" y="4185"/>
                    <a:pt x="18413" y="4221"/>
                  </a:cubicBezTo>
                  <a:cubicBezTo>
                    <a:pt x="18421" y="4221"/>
                    <a:pt x="18428" y="4222"/>
                    <a:pt x="18436" y="4222"/>
                  </a:cubicBezTo>
                  <a:cubicBezTo>
                    <a:pt x="18501" y="4222"/>
                    <a:pt x="18571" y="4189"/>
                    <a:pt x="18627" y="4149"/>
                  </a:cubicBezTo>
                  <a:cubicBezTo>
                    <a:pt x="18877" y="3962"/>
                    <a:pt x="18939" y="3614"/>
                    <a:pt x="18913" y="3302"/>
                  </a:cubicBezTo>
                  <a:cubicBezTo>
                    <a:pt x="18886" y="2998"/>
                    <a:pt x="18797" y="2695"/>
                    <a:pt x="18806" y="2383"/>
                  </a:cubicBezTo>
                  <a:cubicBezTo>
                    <a:pt x="18806" y="2088"/>
                    <a:pt x="18904" y="1803"/>
                    <a:pt x="18931" y="1517"/>
                  </a:cubicBezTo>
                  <a:cubicBezTo>
                    <a:pt x="19073" y="1"/>
                    <a:pt x="17066" y="126"/>
                    <a:pt x="16076" y="63"/>
                  </a:cubicBezTo>
                  <a:cubicBezTo>
                    <a:pt x="15456" y="28"/>
                    <a:pt x="14836" y="14"/>
                    <a:pt x="14216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8"/>
            <p:cNvSpPr/>
            <p:nvPr/>
          </p:nvSpPr>
          <p:spPr>
            <a:xfrm rot="-10478091">
              <a:off x="5264971" y="4948336"/>
              <a:ext cx="3976904" cy="611563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3" name="Google Shape;223;p8"/>
            <p:cNvGrpSpPr/>
            <p:nvPr/>
          </p:nvGrpSpPr>
          <p:grpSpPr>
            <a:xfrm>
              <a:off x="7596359" y="4661434"/>
              <a:ext cx="562357" cy="435715"/>
              <a:chOff x="7391961" y="34126"/>
              <a:chExt cx="545765" cy="435716"/>
            </a:xfrm>
          </p:grpSpPr>
          <p:sp>
            <p:nvSpPr>
              <p:cNvPr id="224" name="Google Shape;224;p8"/>
              <p:cNvSpPr/>
              <p:nvPr/>
            </p:nvSpPr>
            <p:spPr>
              <a:xfrm flipH="1">
                <a:off x="7787649" y="162913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8"/>
              <p:cNvSpPr/>
              <p:nvPr/>
            </p:nvSpPr>
            <p:spPr>
              <a:xfrm flipH="1">
                <a:off x="7615686" y="233783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8"/>
              <p:cNvSpPr/>
              <p:nvPr/>
            </p:nvSpPr>
            <p:spPr>
              <a:xfrm flipH="1">
                <a:off x="7729547" y="390764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" name="Google Shape;227;p8"/>
              <p:cNvSpPr/>
              <p:nvPr/>
            </p:nvSpPr>
            <p:spPr>
              <a:xfrm flipH="1">
                <a:off x="7391961" y="34126"/>
                <a:ext cx="84939" cy="66440"/>
              </a:xfrm>
              <a:custGeom>
                <a:rect b="b" l="l" r="r" t="t"/>
                <a:pathLst>
                  <a:path extrusionOk="0" h="510" w="652">
                    <a:moveTo>
                      <a:pt x="331" y="1"/>
                    </a:moveTo>
                    <a:cubicBezTo>
                      <a:pt x="0" y="1"/>
                      <a:pt x="0" y="509"/>
                      <a:pt x="331" y="509"/>
                    </a:cubicBezTo>
                    <a:cubicBezTo>
                      <a:pt x="652" y="509"/>
                      <a:pt x="652" y="1"/>
                      <a:pt x="3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8" name="Google Shape;228;p8"/>
            <p:cNvGrpSpPr/>
            <p:nvPr/>
          </p:nvGrpSpPr>
          <p:grpSpPr>
            <a:xfrm>
              <a:off x="4104478" y="4939558"/>
              <a:ext cx="540513" cy="247904"/>
              <a:chOff x="3879826" y="107300"/>
              <a:chExt cx="524567" cy="247904"/>
            </a:xfrm>
          </p:grpSpPr>
          <p:sp>
            <p:nvSpPr>
              <p:cNvPr id="229" name="Google Shape;229;p8"/>
              <p:cNvSpPr/>
              <p:nvPr/>
            </p:nvSpPr>
            <p:spPr>
              <a:xfrm flipH="1">
                <a:off x="4188136" y="119145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" name="Google Shape;230;p8"/>
              <p:cNvSpPr/>
              <p:nvPr/>
            </p:nvSpPr>
            <p:spPr>
              <a:xfrm flipH="1">
                <a:off x="4301997" y="276127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" name="Google Shape;231;p8"/>
              <p:cNvSpPr/>
              <p:nvPr/>
            </p:nvSpPr>
            <p:spPr>
              <a:xfrm flipH="1">
                <a:off x="3879826" y="107300"/>
                <a:ext cx="62923" cy="48853"/>
              </a:xfrm>
              <a:custGeom>
                <a:rect b="b" l="l" r="r" t="t"/>
                <a:pathLst>
                  <a:path extrusionOk="0" h="375" w="483">
                    <a:moveTo>
                      <a:pt x="241" y="0"/>
                    </a:moveTo>
                    <a:cubicBezTo>
                      <a:pt x="1" y="0"/>
                      <a:pt x="1" y="375"/>
                      <a:pt x="241" y="375"/>
                    </a:cubicBezTo>
                    <a:cubicBezTo>
                      <a:pt x="482" y="375"/>
                      <a:pt x="482" y="0"/>
                      <a:pt x="2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2" name="Google Shape;232;p8"/>
          <p:cNvGrpSpPr/>
          <p:nvPr/>
        </p:nvGrpSpPr>
        <p:grpSpPr>
          <a:xfrm>
            <a:off x="6753752" y="-697931"/>
            <a:ext cx="3013652" cy="3107450"/>
            <a:chOff x="1120850" y="1643725"/>
            <a:chExt cx="578325" cy="596325"/>
          </a:xfrm>
        </p:grpSpPr>
        <p:sp>
          <p:nvSpPr>
            <p:cNvPr id="233" name="Google Shape;233;p8"/>
            <p:cNvSpPr/>
            <p:nvPr/>
          </p:nvSpPr>
          <p:spPr>
            <a:xfrm>
              <a:off x="1120850" y="1643725"/>
              <a:ext cx="578325" cy="596325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8"/>
            <p:cNvSpPr/>
            <p:nvPr/>
          </p:nvSpPr>
          <p:spPr>
            <a:xfrm>
              <a:off x="1415025" y="1715025"/>
              <a:ext cx="28800" cy="22325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8"/>
            <p:cNvSpPr/>
            <p:nvPr/>
          </p:nvSpPr>
          <p:spPr>
            <a:xfrm>
              <a:off x="1456725" y="1728625"/>
              <a:ext cx="20100" cy="15650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8"/>
            <p:cNvSpPr/>
            <p:nvPr/>
          </p:nvSpPr>
          <p:spPr>
            <a:xfrm>
              <a:off x="1435325" y="1758750"/>
              <a:ext cx="19650" cy="15175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8"/>
            <p:cNvSpPr/>
            <p:nvPr/>
          </p:nvSpPr>
          <p:spPr>
            <a:xfrm>
              <a:off x="1386475" y="1763425"/>
              <a:ext cx="16300" cy="1275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8"/>
            <p:cNvSpPr/>
            <p:nvPr/>
          </p:nvSpPr>
          <p:spPr>
            <a:xfrm>
              <a:off x="1488400" y="1799100"/>
              <a:ext cx="18975" cy="14525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8"/>
            <p:cNvSpPr/>
            <p:nvPr/>
          </p:nvSpPr>
          <p:spPr>
            <a:xfrm>
              <a:off x="1524750" y="1733325"/>
              <a:ext cx="12075" cy="9375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8"/>
            <p:cNvSpPr/>
            <p:nvPr/>
          </p:nvSpPr>
          <p:spPr>
            <a:xfrm>
              <a:off x="1123075" y="1744550"/>
              <a:ext cx="541325" cy="159375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" name="Google Shape;241;p8"/>
          <p:cNvGrpSpPr/>
          <p:nvPr/>
        </p:nvGrpSpPr>
        <p:grpSpPr>
          <a:xfrm>
            <a:off x="514782" y="327037"/>
            <a:ext cx="8343681" cy="4622593"/>
            <a:chOff x="514782" y="327037"/>
            <a:chExt cx="8343681" cy="4622593"/>
          </a:xfrm>
        </p:grpSpPr>
        <p:sp>
          <p:nvSpPr>
            <p:cNvPr id="242" name="Google Shape;242;p8"/>
            <p:cNvSpPr/>
            <p:nvPr/>
          </p:nvSpPr>
          <p:spPr>
            <a:xfrm rot="-3266906">
              <a:off x="4782785" y="810119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8"/>
            <p:cNvSpPr/>
            <p:nvPr/>
          </p:nvSpPr>
          <p:spPr>
            <a:xfrm rot="1929602">
              <a:off x="5767157" y="414770"/>
              <a:ext cx="56745" cy="123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8"/>
            <p:cNvSpPr/>
            <p:nvPr/>
          </p:nvSpPr>
          <p:spPr>
            <a:xfrm rot="-3266906">
              <a:off x="7309991" y="996947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8"/>
            <p:cNvSpPr/>
            <p:nvPr/>
          </p:nvSpPr>
          <p:spPr>
            <a:xfrm rot="3504313">
              <a:off x="2060706" y="321870"/>
              <a:ext cx="56745" cy="123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8"/>
            <p:cNvSpPr/>
            <p:nvPr/>
          </p:nvSpPr>
          <p:spPr>
            <a:xfrm rot="1625383">
              <a:off x="2624954" y="4157235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8"/>
            <p:cNvSpPr/>
            <p:nvPr/>
          </p:nvSpPr>
          <p:spPr>
            <a:xfrm rot="-971521">
              <a:off x="3267684" y="821541"/>
              <a:ext cx="57301" cy="147209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8"/>
            <p:cNvSpPr/>
            <p:nvPr/>
          </p:nvSpPr>
          <p:spPr>
            <a:xfrm rot="-2695393">
              <a:off x="1650061" y="29728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8"/>
            <p:cNvSpPr/>
            <p:nvPr/>
          </p:nvSpPr>
          <p:spPr>
            <a:xfrm rot="-2695393">
              <a:off x="1160082" y="3767961"/>
              <a:ext cx="151480" cy="74315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8"/>
            <p:cNvSpPr/>
            <p:nvPr/>
          </p:nvSpPr>
          <p:spPr>
            <a:xfrm rot="3522601">
              <a:off x="8752035" y="29499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8"/>
            <p:cNvSpPr/>
            <p:nvPr/>
          </p:nvSpPr>
          <p:spPr>
            <a:xfrm rot="-3266906">
              <a:off x="7654210" y="2050707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8"/>
            <p:cNvSpPr/>
            <p:nvPr/>
          </p:nvSpPr>
          <p:spPr>
            <a:xfrm rot="3522601">
              <a:off x="6064885" y="38976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8"/>
            <p:cNvSpPr/>
            <p:nvPr/>
          </p:nvSpPr>
          <p:spPr>
            <a:xfrm rot="-2695393">
              <a:off x="884936" y="285725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8"/>
            <p:cNvSpPr/>
            <p:nvPr/>
          </p:nvSpPr>
          <p:spPr>
            <a:xfrm rot="3522601">
              <a:off x="563910" y="16617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8"/>
            <p:cNvSpPr/>
            <p:nvPr/>
          </p:nvSpPr>
          <p:spPr>
            <a:xfrm rot="2092046">
              <a:off x="3653745" y="4821245"/>
              <a:ext cx="56744" cy="123226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8"/>
            <p:cNvSpPr/>
            <p:nvPr/>
          </p:nvSpPr>
          <p:spPr>
            <a:xfrm rot="-275899">
              <a:off x="4937684" y="4096841"/>
              <a:ext cx="57301" cy="147209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8"/>
            <p:cNvSpPr/>
            <p:nvPr/>
          </p:nvSpPr>
          <p:spPr>
            <a:xfrm rot="-2695393">
              <a:off x="7018961" y="46684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8" name="Google Shape;258;p8"/>
          <p:cNvSpPr txBox="1"/>
          <p:nvPr>
            <p:ph type="title"/>
          </p:nvPr>
        </p:nvSpPr>
        <p:spPr>
          <a:xfrm>
            <a:off x="1493550" y="1307100"/>
            <a:ext cx="6156900" cy="25293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8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259" name="Google Shape;259;p8"/>
          <p:cNvGrpSpPr/>
          <p:nvPr/>
        </p:nvGrpSpPr>
        <p:grpSpPr>
          <a:xfrm>
            <a:off x="-1485617" y="-793398"/>
            <a:ext cx="8594935" cy="3107450"/>
            <a:chOff x="-1313033" y="-793406"/>
            <a:chExt cx="8341357" cy="3107450"/>
          </a:xfrm>
        </p:grpSpPr>
        <p:grpSp>
          <p:nvGrpSpPr>
            <p:cNvPr id="260" name="Google Shape;260;p8"/>
            <p:cNvGrpSpPr/>
            <p:nvPr/>
          </p:nvGrpSpPr>
          <p:grpSpPr>
            <a:xfrm>
              <a:off x="1553744" y="-686283"/>
              <a:ext cx="3153934" cy="1635316"/>
              <a:chOff x="2086319" y="-686283"/>
              <a:chExt cx="3153934" cy="1635316"/>
            </a:xfrm>
          </p:grpSpPr>
          <p:sp>
            <p:nvSpPr>
              <p:cNvPr id="261" name="Google Shape;261;p8"/>
              <p:cNvSpPr/>
              <p:nvPr/>
            </p:nvSpPr>
            <p:spPr>
              <a:xfrm flipH="1">
                <a:off x="2086319" y="-686283"/>
                <a:ext cx="3153934" cy="1635316"/>
              </a:xfrm>
              <a:custGeom>
                <a:rect b="b" l="l" r="r" t="t"/>
                <a:pathLst>
                  <a:path extrusionOk="0" h="11958" w="21055">
                    <a:moveTo>
                      <a:pt x="16827" y="1"/>
                    </a:moveTo>
                    <a:cubicBezTo>
                      <a:pt x="16033" y="1"/>
                      <a:pt x="15235" y="124"/>
                      <a:pt x="14444" y="243"/>
                    </a:cubicBezTo>
                    <a:cubicBezTo>
                      <a:pt x="14444" y="252"/>
                      <a:pt x="14435" y="252"/>
                      <a:pt x="14426" y="252"/>
                    </a:cubicBezTo>
                    <a:lnTo>
                      <a:pt x="446" y="3392"/>
                    </a:lnTo>
                    <a:cubicBezTo>
                      <a:pt x="304" y="3419"/>
                      <a:pt x="197" y="3535"/>
                      <a:pt x="161" y="3677"/>
                    </a:cubicBezTo>
                    <a:cubicBezTo>
                      <a:pt x="0" y="4355"/>
                      <a:pt x="18" y="5087"/>
                      <a:pt x="206" y="5765"/>
                    </a:cubicBezTo>
                    <a:cubicBezTo>
                      <a:pt x="249" y="5934"/>
                      <a:pt x="403" y="6030"/>
                      <a:pt x="560" y="6030"/>
                    </a:cubicBezTo>
                    <a:cubicBezTo>
                      <a:pt x="661" y="6030"/>
                      <a:pt x="763" y="5991"/>
                      <a:pt x="839" y="5908"/>
                    </a:cubicBezTo>
                    <a:cubicBezTo>
                      <a:pt x="839" y="5908"/>
                      <a:pt x="839" y="5908"/>
                      <a:pt x="839" y="5899"/>
                    </a:cubicBezTo>
                    <a:cubicBezTo>
                      <a:pt x="917" y="5821"/>
                      <a:pt x="1014" y="5785"/>
                      <a:pt x="1110" y="5785"/>
                    </a:cubicBezTo>
                    <a:cubicBezTo>
                      <a:pt x="1288" y="5785"/>
                      <a:pt x="1461" y="5909"/>
                      <a:pt x="1490" y="6113"/>
                    </a:cubicBezTo>
                    <a:cubicBezTo>
                      <a:pt x="1535" y="6425"/>
                      <a:pt x="1481" y="6782"/>
                      <a:pt x="1472" y="7112"/>
                    </a:cubicBezTo>
                    <a:cubicBezTo>
                      <a:pt x="1448" y="7622"/>
                      <a:pt x="1734" y="8277"/>
                      <a:pt x="2213" y="8277"/>
                    </a:cubicBezTo>
                    <a:cubicBezTo>
                      <a:pt x="2253" y="8277"/>
                      <a:pt x="2295" y="8272"/>
                      <a:pt x="2338" y="8263"/>
                    </a:cubicBezTo>
                    <a:cubicBezTo>
                      <a:pt x="2721" y="8173"/>
                      <a:pt x="2882" y="7718"/>
                      <a:pt x="3203" y="7478"/>
                    </a:cubicBezTo>
                    <a:cubicBezTo>
                      <a:pt x="3357" y="7360"/>
                      <a:pt x="3532" y="7309"/>
                      <a:pt x="3712" y="7309"/>
                    </a:cubicBezTo>
                    <a:cubicBezTo>
                      <a:pt x="4232" y="7309"/>
                      <a:pt x="4793" y="7737"/>
                      <a:pt x="5005" y="8254"/>
                    </a:cubicBezTo>
                    <a:cubicBezTo>
                      <a:pt x="5299" y="8950"/>
                      <a:pt x="5210" y="9735"/>
                      <a:pt x="5362" y="10475"/>
                    </a:cubicBezTo>
                    <a:cubicBezTo>
                      <a:pt x="5501" y="11195"/>
                      <a:pt x="6028" y="11958"/>
                      <a:pt x="6754" y="11958"/>
                    </a:cubicBezTo>
                    <a:cubicBezTo>
                      <a:pt x="6775" y="11958"/>
                      <a:pt x="6795" y="11957"/>
                      <a:pt x="6816" y="11956"/>
                    </a:cubicBezTo>
                    <a:cubicBezTo>
                      <a:pt x="7646" y="11902"/>
                      <a:pt x="8074" y="10903"/>
                      <a:pt x="8083" y="10074"/>
                    </a:cubicBezTo>
                    <a:cubicBezTo>
                      <a:pt x="8101" y="9244"/>
                      <a:pt x="7922" y="8352"/>
                      <a:pt x="8342" y="7638"/>
                    </a:cubicBezTo>
                    <a:cubicBezTo>
                      <a:pt x="8501" y="7373"/>
                      <a:pt x="8783" y="7133"/>
                      <a:pt x="9077" y="7133"/>
                    </a:cubicBezTo>
                    <a:cubicBezTo>
                      <a:pt x="9129" y="7133"/>
                      <a:pt x="9182" y="7140"/>
                      <a:pt x="9234" y="7156"/>
                    </a:cubicBezTo>
                    <a:cubicBezTo>
                      <a:pt x="9698" y="7290"/>
                      <a:pt x="9814" y="7950"/>
                      <a:pt x="10268" y="8111"/>
                    </a:cubicBezTo>
                    <a:cubicBezTo>
                      <a:pt x="10333" y="8133"/>
                      <a:pt x="10396" y="8143"/>
                      <a:pt x="10457" y="8143"/>
                    </a:cubicBezTo>
                    <a:cubicBezTo>
                      <a:pt x="10897" y="8143"/>
                      <a:pt x="11257" y="7623"/>
                      <a:pt x="11500" y="7192"/>
                    </a:cubicBezTo>
                    <a:cubicBezTo>
                      <a:pt x="11702" y="6827"/>
                      <a:pt x="12110" y="6447"/>
                      <a:pt x="12474" y="6447"/>
                    </a:cubicBezTo>
                    <a:cubicBezTo>
                      <a:pt x="12591" y="6447"/>
                      <a:pt x="12703" y="6486"/>
                      <a:pt x="12802" y="6577"/>
                    </a:cubicBezTo>
                    <a:cubicBezTo>
                      <a:pt x="13061" y="6817"/>
                      <a:pt x="13034" y="7290"/>
                      <a:pt x="13346" y="7460"/>
                    </a:cubicBezTo>
                    <a:cubicBezTo>
                      <a:pt x="13413" y="7496"/>
                      <a:pt x="13481" y="7511"/>
                      <a:pt x="13551" y="7511"/>
                    </a:cubicBezTo>
                    <a:cubicBezTo>
                      <a:pt x="13950" y="7511"/>
                      <a:pt x="14389" y="7006"/>
                      <a:pt x="14772" y="7006"/>
                    </a:cubicBezTo>
                    <a:cubicBezTo>
                      <a:pt x="14849" y="7006"/>
                      <a:pt x="14925" y="7026"/>
                      <a:pt x="14997" y="7076"/>
                    </a:cubicBezTo>
                    <a:cubicBezTo>
                      <a:pt x="15104" y="7156"/>
                      <a:pt x="15166" y="7281"/>
                      <a:pt x="15211" y="7415"/>
                    </a:cubicBezTo>
                    <a:cubicBezTo>
                      <a:pt x="15648" y="8602"/>
                      <a:pt x="15273" y="10065"/>
                      <a:pt x="16040" y="11073"/>
                    </a:cubicBezTo>
                    <a:cubicBezTo>
                      <a:pt x="16156" y="11216"/>
                      <a:pt x="16290" y="11349"/>
                      <a:pt x="16460" y="11421"/>
                    </a:cubicBezTo>
                    <a:cubicBezTo>
                      <a:pt x="16543" y="11452"/>
                      <a:pt x="16631" y="11466"/>
                      <a:pt x="16720" y="11466"/>
                    </a:cubicBezTo>
                    <a:cubicBezTo>
                      <a:pt x="16908" y="11466"/>
                      <a:pt x="17102" y="11404"/>
                      <a:pt x="17272" y="11314"/>
                    </a:cubicBezTo>
                    <a:cubicBezTo>
                      <a:pt x="18262" y="10761"/>
                      <a:pt x="18360" y="9387"/>
                      <a:pt x="18244" y="8263"/>
                    </a:cubicBezTo>
                    <a:cubicBezTo>
                      <a:pt x="18217" y="7959"/>
                      <a:pt x="18208" y="7594"/>
                      <a:pt x="18476" y="7442"/>
                    </a:cubicBezTo>
                    <a:cubicBezTo>
                      <a:pt x="18538" y="7406"/>
                      <a:pt x="18606" y="7390"/>
                      <a:pt x="18675" y="7390"/>
                    </a:cubicBezTo>
                    <a:cubicBezTo>
                      <a:pt x="18866" y="7390"/>
                      <a:pt x="19067" y="7513"/>
                      <a:pt x="19172" y="7683"/>
                    </a:cubicBezTo>
                    <a:cubicBezTo>
                      <a:pt x="19243" y="7808"/>
                      <a:pt x="19288" y="7950"/>
                      <a:pt x="19306" y="8102"/>
                    </a:cubicBezTo>
                    <a:cubicBezTo>
                      <a:pt x="19335" y="8293"/>
                      <a:pt x="19492" y="8424"/>
                      <a:pt x="19671" y="8424"/>
                    </a:cubicBezTo>
                    <a:cubicBezTo>
                      <a:pt x="19709" y="8424"/>
                      <a:pt x="19748" y="8418"/>
                      <a:pt x="19787" y="8405"/>
                    </a:cubicBezTo>
                    <a:cubicBezTo>
                      <a:pt x="20251" y="8272"/>
                      <a:pt x="20635" y="7861"/>
                      <a:pt x="20813" y="7406"/>
                    </a:cubicBezTo>
                    <a:cubicBezTo>
                      <a:pt x="21054" y="6809"/>
                      <a:pt x="21018" y="6139"/>
                      <a:pt x="20983" y="5497"/>
                    </a:cubicBezTo>
                    <a:cubicBezTo>
                      <a:pt x="20947" y="4819"/>
                      <a:pt x="20911" y="4141"/>
                      <a:pt x="20867" y="3463"/>
                    </a:cubicBezTo>
                    <a:cubicBezTo>
                      <a:pt x="20849" y="3044"/>
                      <a:pt x="20822" y="2616"/>
                      <a:pt x="20697" y="2214"/>
                    </a:cubicBezTo>
                    <a:cubicBezTo>
                      <a:pt x="20331" y="1081"/>
                      <a:pt x="19181" y="341"/>
                      <a:pt x="18012" y="109"/>
                    </a:cubicBezTo>
                    <a:cubicBezTo>
                      <a:pt x="17619" y="32"/>
                      <a:pt x="17224" y="1"/>
                      <a:pt x="168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" name="Google Shape;262;p8"/>
              <p:cNvSpPr/>
              <p:nvPr/>
            </p:nvSpPr>
            <p:spPr>
              <a:xfrm flipH="1">
                <a:off x="2615551" y="-470265"/>
                <a:ext cx="1760908" cy="370395"/>
              </a:xfrm>
              <a:custGeom>
                <a:rect b="b" l="l" r="r" t="t"/>
                <a:pathLst>
                  <a:path extrusionOk="0" h="2965" w="14096">
                    <a:moveTo>
                      <a:pt x="7233" y="0"/>
                    </a:moveTo>
                    <a:cubicBezTo>
                      <a:pt x="7160" y="0"/>
                      <a:pt x="7087" y="4"/>
                      <a:pt x="7012" y="12"/>
                    </a:cubicBezTo>
                    <a:cubicBezTo>
                      <a:pt x="5977" y="119"/>
                      <a:pt x="5272" y="931"/>
                      <a:pt x="4487" y="1510"/>
                    </a:cubicBezTo>
                    <a:cubicBezTo>
                      <a:pt x="3718" y="2084"/>
                      <a:pt x="2849" y="2352"/>
                      <a:pt x="1954" y="2352"/>
                    </a:cubicBezTo>
                    <a:cubicBezTo>
                      <a:pt x="1428" y="2352"/>
                      <a:pt x="894" y="2260"/>
                      <a:pt x="366" y="2081"/>
                    </a:cubicBezTo>
                    <a:cubicBezTo>
                      <a:pt x="338" y="2072"/>
                      <a:pt x="312" y="2067"/>
                      <a:pt x="288" y="2067"/>
                    </a:cubicBezTo>
                    <a:cubicBezTo>
                      <a:pt x="70" y="2067"/>
                      <a:pt x="1" y="2430"/>
                      <a:pt x="250" y="2518"/>
                    </a:cubicBezTo>
                    <a:cubicBezTo>
                      <a:pt x="830" y="2716"/>
                      <a:pt x="1422" y="2827"/>
                      <a:pt x="2014" y="2827"/>
                    </a:cubicBezTo>
                    <a:cubicBezTo>
                      <a:pt x="2569" y="2827"/>
                      <a:pt x="3123" y="2730"/>
                      <a:pt x="3667" y="2518"/>
                    </a:cubicBezTo>
                    <a:cubicBezTo>
                      <a:pt x="4737" y="2099"/>
                      <a:pt x="5415" y="1162"/>
                      <a:pt x="6423" y="690"/>
                    </a:cubicBezTo>
                    <a:cubicBezTo>
                      <a:pt x="6688" y="567"/>
                      <a:pt x="6945" y="515"/>
                      <a:pt x="7196" y="515"/>
                    </a:cubicBezTo>
                    <a:cubicBezTo>
                      <a:pt x="8317" y="515"/>
                      <a:pt x="9317" y="1559"/>
                      <a:pt x="10286" y="2055"/>
                    </a:cubicBezTo>
                    <a:cubicBezTo>
                      <a:pt x="11366" y="2608"/>
                      <a:pt x="12552" y="2893"/>
                      <a:pt x="13774" y="2965"/>
                    </a:cubicBezTo>
                    <a:cubicBezTo>
                      <a:pt x="13780" y="2965"/>
                      <a:pt x="13785" y="2965"/>
                      <a:pt x="13791" y="2965"/>
                    </a:cubicBezTo>
                    <a:cubicBezTo>
                      <a:pt x="14095" y="2965"/>
                      <a:pt x="14090" y="2482"/>
                      <a:pt x="13774" y="2456"/>
                    </a:cubicBezTo>
                    <a:cubicBezTo>
                      <a:pt x="12293" y="2367"/>
                      <a:pt x="10928" y="1930"/>
                      <a:pt x="9697" y="1109"/>
                    </a:cubicBezTo>
                    <a:cubicBezTo>
                      <a:pt x="8944" y="612"/>
                      <a:pt x="8168" y="0"/>
                      <a:pt x="723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" name="Google Shape;263;p8"/>
              <p:cNvSpPr/>
              <p:nvPr/>
            </p:nvSpPr>
            <p:spPr>
              <a:xfrm flipH="1">
                <a:off x="4188136" y="119145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" name="Google Shape;264;p8"/>
              <p:cNvSpPr/>
              <p:nvPr/>
            </p:nvSpPr>
            <p:spPr>
              <a:xfrm flipH="1">
                <a:off x="4301997" y="276127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" name="Google Shape;265;p8"/>
              <p:cNvSpPr/>
              <p:nvPr/>
            </p:nvSpPr>
            <p:spPr>
              <a:xfrm flipH="1">
                <a:off x="3879826" y="107300"/>
                <a:ext cx="62923" cy="48853"/>
              </a:xfrm>
              <a:custGeom>
                <a:rect b="b" l="l" r="r" t="t"/>
                <a:pathLst>
                  <a:path extrusionOk="0" h="375" w="483">
                    <a:moveTo>
                      <a:pt x="241" y="0"/>
                    </a:moveTo>
                    <a:cubicBezTo>
                      <a:pt x="1" y="0"/>
                      <a:pt x="1" y="375"/>
                      <a:pt x="241" y="375"/>
                    </a:cubicBezTo>
                    <a:cubicBezTo>
                      <a:pt x="482" y="375"/>
                      <a:pt x="482" y="0"/>
                      <a:pt x="2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6" name="Google Shape;266;p8"/>
            <p:cNvSpPr/>
            <p:nvPr/>
          </p:nvSpPr>
          <p:spPr>
            <a:xfrm flipH="1">
              <a:off x="-1313033" y="-793406"/>
              <a:ext cx="3013652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8"/>
            <p:cNvSpPr/>
            <p:nvPr/>
          </p:nvSpPr>
          <p:spPr>
            <a:xfrm flipH="1">
              <a:off x="932549" y="-153712"/>
              <a:ext cx="150077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8"/>
            <p:cNvSpPr/>
            <p:nvPr/>
          </p:nvSpPr>
          <p:spPr>
            <a:xfrm flipH="1">
              <a:off x="760586" y="-82842"/>
              <a:ext cx="10474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8"/>
            <p:cNvSpPr/>
            <p:nvPr/>
          </p:nvSpPr>
          <p:spPr>
            <a:xfrm flipH="1">
              <a:off x="874447" y="74139"/>
              <a:ext cx="102396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8"/>
            <p:cNvSpPr/>
            <p:nvPr/>
          </p:nvSpPr>
          <p:spPr>
            <a:xfrm flipH="1">
              <a:off x="1146461" y="98501"/>
              <a:ext cx="84939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8"/>
            <p:cNvSpPr/>
            <p:nvPr/>
          </p:nvSpPr>
          <p:spPr>
            <a:xfrm flipH="1">
              <a:off x="601390" y="284403"/>
              <a:ext cx="98879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8"/>
            <p:cNvSpPr/>
            <p:nvPr/>
          </p:nvSpPr>
          <p:spPr>
            <a:xfrm flipH="1">
              <a:off x="4495145" y="-657675"/>
              <a:ext cx="2533179" cy="1789688"/>
            </a:xfrm>
            <a:custGeom>
              <a:rect b="b" l="l" r="r" t="t"/>
              <a:pathLst>
                <a:path extrusionOk="0" h="15839" w="22419">
                  <a:moveTo>
                    <a:pt x="11085" y="1"/>
                  </a:moveTo>
                  <a:cubicBezTo>
                    <a:pt x="6813" y="1"/>
                    <a:pt x="760" y="2365"/>
                    <a:pt x="429" y="3698"/>
                  </a:cubicBezTo>
                  <a:cubicBezTo>
                    <a:pt x="90" y="5063"/>
                    <a:pt x="0" y="11263"/>
                    <a:pt x="678" y="11665"/>
                  </a:cubicBezTo>
                  <a:cubicBezTo>
                    <a:pt x="994" y="11847"/>
                    <a:pt x="1246" y="11931"/>
                    <a:pt x="1457" y="11931"/>
                  </a:cubicBezTo>
                  <a:cubicBezTo>
                    <a:pt x="1700" y="11931"/>
                    <a:pt x="1889" y="11820"/>
                    <a:pt x="2061" y="11620"/>
                  </a:cubicBezTo>
                  <a:cubicBezTo>
                    <a:pt x="2373" y="11245"/>
                    <a:pt x="2141" y="8408"/>
                    <a:pt x="2989" y="8123"/>
                  </a:cubicBezTo>
                  <a:cubicBezTo>
                    <a:pt x="3259" y="8032"/>
                    <a:pt x="3528" y="7988"/>
                    <a:pt x="3776" y="7988"/>
                  </a:cubicBezTo>
                  <a:cubicBezTo>
                    <a:pt x="4307" y="7988"/>
                    <a:pt x="4743" y="8189"/>
                    <a:pt x="4889" y="8560"/>
                  </a:cubicBezTo>
                  <a:cubicBezTo>
                    <a:pt x="5106" y="9081"/>
                    <a:pt x="4367" y="15246"/>
                    <a:pt x="5540" y="15246"/>
                  </a:cubicBezTo>
                  <a:cubicBezTo>
                    <a:pt x="5571" y="15246"/>
                    <a:pt x="5604" y="15242"/>
                    <a:pt x="5638" y="15233"/>
                  </a:cubicBezTo>
                  <a:cubicBezTo>
                    <a:pt x="6950" y="14885"/>
                    <a:pt x="6352" y="11343"/>
                    <a:pt x="6593" y="10817"/>
                  </a:cubicBezTo>
                  <a:cubicBezTo>
                    <a:pt x="6620" y="10758"/>
                    <a:pt x="6642" y="10731"/>
                    <a:pt x="6659" y="10731"/>
                  </a:cubicBezTo>
                  <a:cubicBezTo>
                    <a:pt x="6801" y="10731"/>
                    <a:pt x="6723" y="12380"/>
                    <a:pt x="7467" y="12601"/>
                  </a:cubicBezTo>
                  <a:cubicBezTo>
                    <a:pt x="7502" y="12612"/>
                    <a:pt x="7535" y="12617"/>
                    <a:pt x="7565" y="12617"/>
                  </a:cubicBezTo>
                  <a:cubicBezTo>
                    <a:pt x="8251" y="12617"/>
                    <a:pt x="7668" y="9975"/>
                    <a:pt x="9002" y="9274"/>
                  </a:cubicBezTo>
                  <a:cubicBezTo>
                    <a:pt x="9124" y="9210"/>
                    <a:pt x="9232" y="9181"/>
                    <a:pt x="9330" y="9181"/>
                  </a:cubicBezTo>
                  <a:cubicBezTo>
                    <a:pt x="10350" y="9181"/>
                    <a:pt x="10166" y="12384"/>
                    <a:pt x="11901" y="12637"/>
                  </a:cubicBezTo>
                  <a:cubicBezTo>
                    <a:pt x="11974" y="12648"/>
                    <a:pt x="12044" y="12653"/>
                    <a:pt x="12109" y="12653"/>
                  </a:cubicBezTo>
                  <a:cubicBezTo>
                    <a:pt x="13735" y="12653"/>
                    <a:pt x="12959" y="9488"/>
                    <a:pt x="14183" y="9488"/>
                  </a:cubicBezTo>
                  <a:cubicBezTo>
                    <a:pt x="14189" y="9488"/>
                    <a:pt x="14196" y="9488"/>
                    <a:pt x="14203" y="9488"/>
                  </a:cubicBezTo>
                  <a:cubicBezTo>
                    <a:pt x="15468" y="9514"/>
                    <a:pt x="14182" y="15838"/>
                    <a:pt x="16505" y="15838"/>
                  </a:cubicBezTo>
                  <a:cubicBezTo>
                    <a:pt x="16573" y="15838"/>
                    <a:pt x="16644" y="15833"/>
                    <a:pt x="16718" y="15822"/>
                  </a:cubicBezTo>
                  <a:cubicBezTo>
                    <a:pt x="19319" y="15430"/>
                    <a:pt x="17457" y="8141"/>
                    <a:pt x="18594" y="8141"/>
                  </a:cubicBezTo>
                  <a:cubicBezTo>
                    <a:pt x="18597" y="8141"/>
                    <a:pt x="18599" y="8141"/>
                    <a:pt x="18601" y="8141"/>
                  </a:cubicBezTo>
                  <a:cubicBezTo>
                    <a:pt x="19720" y="8176"/>
                    <a:pt x="18516" y="12848"/>
                    <a:pt x="19703" y="12848"/>
                  </a:cubicBezTo>
                  <a:cubicBezTo>
                    <a:pt x="19727" y="12848"/>
                    <a:pt x="19752" y="12846"/>
                    <a:pt x="19778" y="12842"/>
                  </a:cubicBezTo>
                  <a:cubicBezTo>
                    <a:pt x="21081" y="12646"/>
                    <a:pt x="22419" y="5411"/>
                    <a:pt x="21393" y="3546"/>
                  </a:cubicBezTo>
                  <a:cubicBezTo>
                    <a:pt x="20367" y="1691"/>
                    <a:pt x="16736" y="139"/>
                    <a:pt x="11384" y="5"/>
                  </a:cubicBezTo>
                  <a:cubicBezTo>
                    <a:pt x="11285" y="2"/>
                    <a:pt x="11185" y="1"/>
                    <a:pt x="110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8"/>
            <p:cNvSpPr/>
            <p:nvPr/>
          </p:nvSpPr>
          <p:spPr>
            <a:xfrm flipH="1">
              <a:off x="4745163" y="-327126"/>
              <a:ext cx="2145786" cy="647278"/>
            </a:xfrm>
            <a:custGeom>
              <a:rect b="b" l="l" r="r" t="t"/>
              <a:pathLst>
                <a:path extrusionOk="0" h="8449" w="19770">
                  <a:moveTo>
                    <a:pt x="1696" y="0"/>
                  </a:moveTo>
                  <a:cubicBezTo>
                    <a:pt x="990" y="0"/>
                    <a:pt x="422" y="360"/>
                    <a:pt x="0" y="881"/>
                  </a:cubicBezTo>
                  <a:cubicBezTo>
                    <a:pt x="54" y="1077"/>
                    <a:pt x="99" y="1265"/>
                    <a:pt x="152" y="1452"/>
                  </a:cubicBezTo>
                  <a:cubicBezTo>
                    <a:pt x="322" y="1202"/>
                    <a:pt x="536" y="979"/>
                    <a:pt x="803" y="801"/>
                  </a:cubicBezTo>
                  <a:cubicBezTo>
                    <a:pt x="1113" y="602"/>
                    <a:pt x="1399" y="517"/>
                    <a:pt x="1662" y="517"/>
                  </a:cubicBezTo>
                  <a:cubicBezTo>
                    <a:pt x="2508" y="517"/>
                    <a:pt x="3127" y="1390"/>
                    <a:pt x="3569" y="2166"/>
                  </a:cubicBezTo>
                  <a:cubicBezTo>
                    <a:pt x="4327" y="3531"/>
                    <a:pt x="4702" y="5145"/>
                    <a:pt x="5674" y="6385"/>
                  </a:cubicBezTo>
                  <a:cubicBezTo>
                    <a:pt x="5913" y="6695"/>
                    <a:pt x="6274" y="7015"/>
                    <a:pt x="6673" y="7015"/>
                  </a:cubicBezTo>
                  <a:cubicBezTo>
                    <a:pt x="6781" y="7015"/>
                    <a:pt x="6892" y="6992"/>
                    <a:pt x="7003" y="6938"/>
                  </a:cubicBezTo>
                  <a:cubicBezTo>
                    <a:pt x="7494" y="6707"/>
                    <a:pt x="7565" y="6055"/>
                    <a:pt x="7628" y="5582"/>
                  </a:cubicBezTo>
                  <a:cubicBezTo>
                    <a:pt x="7753" y="4681"/>
                    <a:pt x="7699" y="3682"/>
                    <a:pt x="8163" y="2870"/>
                  </a:cubicBezTo>
                  <a:cubicBezTo>
                    <a:pt x="8340" y="2557"/>
                    <a:pt x="8808" y="1970"/>
                    <a:pt x="9271" y="1970"/>
                  </a:cubicBezTo>
                  <a:cubicBezTo>
                    <a:pt x="9439" y="1970"/>
                    <a:pt x="9607" y="2048"/>
                    <a:pt x="9760" y="2246"/>
                  </a:cubicBezTo>
                  <a:cubicBezTo>
                    <a:pt x="10010" y="2576"/>
                    <a:pt x="10045" y="3192"/>
                    <a:pt x="10135" y="3575"/>
                  </a:cubicBezTo>
                  <a:cubicBezTo>
                    <a:pt x="10331" y="4441"/>
                    <a:pt x="10527" y="5315"/>
                    <a:pt x="10723" y="6189"/>
                  </a:cubicBezTo>
                  <a:cubicBezTo>
                    <a:pt x="10875" y="6876"/>
                    <a:pt x="11018" y="7652"/>
                    <a:pt x="11589" y="8125"/>
                  </a:cubicBezTo>
                  <a:cubicBezTo>
                    <a:pt x="11868" y="8353"/>
                    <a:pt x="12149" y="8448"/>
                    <a:pt x="12425" y="8448"/>
                  </a:cubicBezTo>
                  <a:cubicBezTo>
                    <a:pt x="13213" y="8448"/>
                    <a:pt x="13949" y="7669"/>
                    <a:pt x="14426" y="7028"/>
                  </a:cubicBezTo>
                  <a:cubicBezTo>
                    <a:pt x="15362" y="5761"/>
                    <a:pt x="15808" y="4191"/>
                    <a:pt x="16817" y="2969"/>
                  </a:cubicBezTo>
                  <a:cubicBezTo>
                    <a:pt x="17120" y="2603"/>
                    <a:pt x="17477" y="2246"/>
                    <a:pt x="17896" y="2005"/>
                  </a:cubicBezTo>
                  <a:cubicBezTo>
                    <a:pt x="18048" y="1916"/>
                    <a:pt x="18244" y="1800"/>
                    <a:pt x="18413" y="1755"/>
                  </a:cubicBezTo>
                  <a:cubicBezTo>
                    <a:pt x="18497" y="1736"/>
                    <a:pt x="18572" y="1727"/>
                    <a:pt x="18639" y="1727"/>
                  </a:cubicBezTo>
                  <a:cubicBezTo>
                    <a:pt x="19132" y="1727"/>
                    <a:pt x="19215" y="2210"/>
                    <a:pt x="19270" y="2665"/>
                  </a:cubicBezTo>
                  <a:cubicBezTo>
                    <a:pt x="19306" y="3022"/>
                    <a:pt x="19359" y="3406"/>
                    <a:pt x="19529" y="3718"/>
                  </a:cubicBezTo>
                  <a:cubicBezTo>
                    <a:pt x="19609" y="3531"/>
                    <a:pt x="19689" y="3325"/>
                    <a:pt x="19769" y="3129"/>
                  </a:cubicBezTo>
                  <a:cubicBezTo>
                    <a:pt x="19760" y="3085"/>
                    <a:pt x="19752" y="3040"/>
                    <a:pt x="19743" y="2986"/>
                  </a:cubicBezTo>
                  <a:cubicBezTo>
                    <a:pt x="19671" y="2567"/>
                    <a:pt x="19716" y="2121"/>
                    <a:pt x="19573" y="1711"/>
                  </a:cubicBezTo>
                  <a:cubicBezTo>
                    <a:pt x="19438" y="1313"/>
                    <a:pt x="19162" y="1167"/>
                    <a:pt x="18834" y="1167"/>
                  </a:cubicBezTo>
                  <a:cubicBezTo>
                    <a:pt x="18166" y="1167"/>
                    <a:pt x="17279" y="1772"/>
                    <a:pt x="16897" y="2112"/>
                  </a:cubicBezTo>
                  <a:cubicBezTo>
                    <a:pt x="15737" y="3165"/>
                    <a:pt x="15211" y="4664"/>
                    <a:pt x="14435" y="5975"/>
                  </a:cubicBezTo>
                  <a:cubicBezTo>
                    <a:pt x="14090" y="6559"/>
                    <a:pt x="13288" y="7845"/>
                    <a:pt x="12460" y="7845"/>
                  </a:cubicBezTo>
                  <a:cubicBezTo>
                    <a:pt x="12300" y="7845"/>
                    <a:pt x="12140" y="7797"/>
                    <a:pt x="11981" y="7688"/>
                  </a:cubicBezTo>
                  <a:cubicBezTo>
                    <a:pt x="11286" y="7206"/>
                    <a:pt x="11196" y="5690"/>
                    <a:pt x="11018" y="4940"/>
                  </a:cubicBezTo>
                  <a:cubicBezTo>
                    <a:pt x="10822" y="4075"/>
                    <a:pt x="10706" y="3111"/>
                    <a:pt x="10384" y="2282"/>
                  </a:cubicBezTo>
                  <a:cubicBezTo>
                    <a:pt x="10215" y="1827"/>
                    <a:pt x="9903" y="1452"/>
                    <a:pt x="9385" y="1416"/>
                  </a:cubicBezTo>
                  <a:cubicBezTo>
                    <a:pt x="9353" y="1415"/>
                    <a:pt x="9322" y="1414"/>
                    <a:pt x="9290" y="1414"/>
                  </a:cubicBezTo>
                  <a:cubicBezTo>
                    <a:pt x="7948" y="1414"/>
                    <a:pt x="7348" y="3074"/>
                    <a:pt x="7209" y="4155"/>
                  </a:cubicBezTo>
                  <a:cubicBezTo>
                    <a:pt x="7146" y="4619"/>
                    <a:pt x="7119" y="5083"/>
                    <a:pt x="7048" y="5538"/>
                  </a:cubicBezTo>
                  <a:cubicBezTo>
                    <a:pt x="7014" y="5798"/>
                    <a:pt x="6995" y="6320"/>
                    <a:pt x="6638" y="6320"/>
                  </a:cubicBezTo>
                  <a:cubicBezTo>
                    <a:pt x="6530" y="6320"/>
                    <a:pt x="6390" y="6272"/>
                    <a:pt x="6209" y="6153"/>
                  </a:cubicBezTo>
                  <a:cubicBezTo>
                    <a:pt x="6049" y="6055"/>
                    <a:pt x="5879" y="5707"/>
                    <a:pt x="5781" y="5538"/>
                  </a:cubicBezTo>
                  <a:cubicBezTo>
                    <a:pt x="5308" y="4762"/>
                    <a:pt x="4969" y="3932"/>
                    <a:pt x="4604" y="3111"/>
                  </a:cubicBezTo>
                  <a:cubicBezTo>
                    <a:pt x="4086" y="1987"/>
                    <a:pt x="3319" y="123"/>
                    <a:pt x="1865" y="7"/>
                  </a:cubicBezTo>
                  <a:cubicBezTo>
                    <a:pt x="1808" y="2"/>
                    <a:pt x="1751" y="0"/>
                    <a:pt x="16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8"/>
            <p:cNvSpPr/>
            <p:nvPr/>
          </p:nvSpPr>
          <p:spPr>
            <a:xfrm rot="-785687">
              <a:off x="-597168" y="-327948"/>
              <a:ext cx="2541531" cy="572204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8"/>
            <p:cNvSpPr/>
            <p:nvPr/>
          </p:nvSpPr>
          <p:spPr>
            <a:xfrm flipH="1">
              <a:off x="5304586" y="-160105"/>
              <a:ext cx="10474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8"/>
            <p:cNvSpPr/>
            <p:nvPr/>
          </p:nvSpPr>
          <p:spPr>
            <a:xfrm flipH="1">
              <a:off x="5418447" y="-3123"/>
              <a:ext cx="102396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277" name="Shape 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" name="Google Shape;278;p9"/>
          <p:cNvSpPr/>
          <p:nvPr/>
        </p:nvSpPr>
        <p:spPr>
          <a:xfrm>
            <a:off x="8858475" y="-58350"/>
            <a:ext cx="62923" cy="48853"/>
          </a:xfrm>
          <a:custGeom>
            <a:rect b="b" l="l" r="r" t="t"/>
            <a:pathLst>
              <a:path extrusionOk="0" h="375" w="483">
                <a:moveTo>
                  <a:pt x="241" y="0"/>
                </a:moveTo>
                <a:cubicBezTo>
                  <a:pt x="1" y="0"/>
                  <a:pt x="1" y="375"/>
                  <a:pt x="241" y="375"/>
                </a:cubicBezTo>
                <a:cubicBezTo>
                  <a:pt x="482" y="375"/>
                  <a:pt x="482" y="0"/>
                  <a:pt x="24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9" name="Google Shape;279;p9"/>
          <p:cNvGrpSpPr/>
          <p:nvPr/>
        </p:nvGrpSpPr>
        <p:grpSpPr>
          <a:xfrm>
            <a:off x="-146025" y="-672425"/>
            <a:ext cx="9594825" cy="3107450"/>
            <a:chOff x="-146025" y="-672425"/>
            <a:chExt cx="9594825" cy="3107450"/>
          </a:xfrm>
        </p:grpSpPr>
        <p:sp>
          <p:nvSpPr>
            <p:cNvPr id="280" name="Google Shape;280;p9"/>
            <p:cNvSpPr/>
            <p:nvPr/>
          </p:nvSpPr>
          <p:spPr>
            <a:xfrm flipH="1">
              <a:off x="3377406" y="-337744"/>
              <a:ext cx="6071394" cy="1398980"/>
            </a:xfrm>
            <a:custGeom>
              <a:rect b="b" l="l" r="r" t="t"/>
              <a:pathLst>
                <a:path extrusionOk="0" h="6405" w="19663">
                  <a:moveTo>
                    <a:pt x="15799" y="0"/>
                  </a:moveTo>
                  <a:cubicBezTo>
                    <a:pt x="14930" y="0"/>
                    <a:pt x="14048" y="589"/>
                    <a:pt x="13212" y="812"/>
                  </a:cubicBezTo>
                  <a:cubicBezTo>
                    <a:pt x="12864" y="905"/>
                    <a:pt x="12513" y="943"/>
                    <a:pt x="12160" y="943"/>
                  </a:cubicBezTo>
                  <a:cubicBezTo>
                    <a:pt x="10715" y="943"/>
                    <a:pt x="9235" y="318"/>
                    <a:pt x="7772" y="318"/>
                  </a:cubicBezTo>
                  <a:cubicBezTo>
                    <a:pt x="7530" y="318"/>
                    <a:pt x="7289" y="336"/>
                    <a:pt x="7048" y="375"/>
                  </a:cubicBezTo>
                  <a:cubicBezTo>
                    <a:pt x="6660" y="444"/>
                    <a:pt x="6281" y="563"/>
                    <a:pt x="5886" y="563"/>
                  </a:cubicBezTo>
                  <a:cubicBezTo>
                    <a:pt x="5872" y="563"/>
                    <a:pt x="5858" y="563"/>
                    <a:pt x="5844" y="563"/>
                  </a:cubicBezTo>
                  <a:cubicBezTo>
                    <a:pt x="5288" y="550"/>
                    <a:pt x="4709" y="284"/>
                    <a:pt x="4175" y="284"/>
                  </a:cubicBezTo>
                  <a:cubicBezTo>
                    <a:pt x="3971" y="284"/>
                    <a:pt x="3774" y="323"/>
                    <a:pt x="3587" y="429"/>
                  </a:cubicBezTo>
                  <a:cubicBezTo>
                    <a:pt x="3444" y="509"/>
                    <a:pt x="3319" y="616"/>
                    <a:pt x="3167" y="661"/>
                  </a:cubicBezTo>
                  <a:cubicBezTo>
                    <a:pt x="3094" y="682"/>
                    <a:pt x="3019" y="690"/>
                    <a:pt x="2941" y="690"/>
                  </a:cubicBezTo>
                  <a:cubicBezTo>
                    <a:pt x="2593" y="690"/>
                    <a:pt x="2206" y="519"/>
                    <a:pt x="1846" y="519"/>
                  </a:cubicBezTo>
                  <a:cubicBezTo>
                    <a:pt x="1668" y="519"/>
                    <a:pt x="1496" y="561"/>
                    <a:pt x="1338" y="688"/>
                  </a:cubicBezTo>
                  <a:cubicBezTo>
                    <a:pt x="1187" y="812"/>
                    <a:pt x="1071" y="991"/>
                    <a:pt x="883" y="1044"/>
                  </a:cubicBezTo>
                  <a:cubicBezTo>
                    <a:pt x="842" y="1055"/>
                    <a:pt x="799" y="1057"/>
                    <a:pt x="756" y="1057"/>
                  </a:cubicBezTo>
                  <a:cubicBezTo>
                    <a:pt x="721" y="1057"/>
                    <a:pt x="686" y="1056"/>
                    <a:pt x="651" y="1056"/>
                  </a:cubicBezTo>
                  <a:cubicBezTo>
                    <a:pt x="618" y="1056"/>
                    <a:pt x="585" y="1057"/>
                    <a:pt x="553" y="1062"/>
                  </a:cubicBezTo>
                  <a:cubicBezTo>
                    <a:pt x="268" y="1098"/>
                    <a:pt x="63" y="1392"/>
                    <a:pt x="27" y="1687"/>
                  </a:cubicBezTo>
                  <a:cubicBezTo>
                    <a:pt x="0" y="1981"/>
                    <a:pt x="107" y="2275"/>
                    <a:pt x="250" y="2534"/>
                  </a:cubicBezTo>
                  <a:cubicBezTo>
                    <a:pt x="535" y="3080"/>
                    <a:pt x="1051" y="3574"/>
                    <a:pt x="1628" y="3574"/>
                  </a:cubicBezTo>
                  <a:cubicBezTo>
                    <a:pt x="1682" y="3574"/>
                    <a:pt x="1738" y="3569"/>
                    <a:pt x="1793" y="3560"/>
                  </a:cubicBezTo>
                  <a:cubicBezTo>
                    <a:pt x="2025" y="3524"/>
                    <a:pt x="2239" y="3408"/>
                    <a:pt x="2462" y="3337"/>
                  </a:cubicBezTo>
                  <a:cubicBezTo>
                    <a:pt x="2635" y="3288"/>
                    <a:pt x="2809" y="3268"/>
                    <a:pt x="2985" y="3268"/>
                  </a:cubicBezTo>
                  <a:cubicBezTo>
                    <a:pt x="3537" y="3268"/>
                    <a:pt x="4102" y="3459"/>
                    <a:pt x="4657" y="3507"/>
                  </a:cubicBezTo>
                  <a:cubicBezTo>
                    <a:pt x="4746" y="3514"/>
                    <a:pt x="4836" y="3517"/>
                    <a:pt x="4925" y="3517"/>
                  </a:cubicBezTo>
                  <a:cubicBezTo>
                    <a:pt x="6130" y="3517"/>
                    <a:pt x="7329" y="2921"/>
                    <a:pt x="8502" y="2921"/>
                  </a:cubicBezTo>
                  <a:cubicBezTo>
                    <a:pt x="8786" y="2921"/>
                    <a:pt x="9069" y="2956"/>
                    <a:pt x="9350" y="3043"/>
                  </a:cubicBezTo>
                  <a:cubicBezTo>
                    <a:pt x="9813" y="3185"/>
                    <a:pt x="10393" y="3373"/>
                    <a:pt x="10822" y="3551"/>
                  </a:cubicBezTo>
                  <a:cubicBezTo>
                    <a:pt x="11294" y="3756"/>
                    <a:pt x="11384" y="4086"/>
                    <a:pt x="11223" y="4595"/>
                  </a:cubicBezTo>
                  <a:cubicBezTo>
                    <a:pt x="11143" y="4871"/>
                    <a:pt x="11036" y="5157"/>
                    <a:pt x="11125" y="5434"/>
                  </a:cubicBezTo>
                  <a:cubicBezTo>
                    <a:pt x="11204" y="5665"/>
                    <a:pt x="11444" y="5804"/>
                    <a:pt x="11680" y="5804"/>
                  </a:cubicBezTo>
                  <a:cubicBezTo>
                    <a:pt x="11817" y="5804"/>
                    <a:pt x="11951" y="5758"/>
                    <a:pt x="12053" y="5657"/>
                  </a:cubicBezTo>
                  <a:cubicBezTo>
                    <a:pt x="12293" y="5416"/>
                    <a:pt x="12276" y="5023"/>
                    <a:pt x="12204" y="4684"/>
                  </a:cubicBezTo>
                  <a:cubicBezTo>
                    <a:pt x="12124" y="4309"/>
                    <a:pt x="11928" y="3872"/>
                    <a:pt x="12035" y="3498"/>
                  </a:cubicBezTo>
                  <a:cubicBezTo>
                    <a:pt x="12169" y="3061"/>
                    <a:pt x="12731" y="2686"/>
                    <a:pt x="13114" y="2543"/>
                  </a:cubicBezTo>
                  <a:cubicBezTo>
                    <a:pt x="13328" y="2465"/>
                    <a:pt x="13554" y="2426"/>
                    <a:pt x="13779" y="2426"/>
                  </a:cubicBezTo>
                  <a:cubicBezTo>
                    <a:pt x="14120" y="2426"/>
                    <a:pt x="14461" y="2514"/>
                    <a:pt x="14756" y="2686"/>
                  </a:cubicBezTo>
                  <a:cubicBezTo>
                    <a:pt x="15014" y="2837"/>
                    <a:pt x="15246" y="3061"/>
                    <a:pt x="15344" y="3355"/>
                  </a:cubicBezTo>
                  <a:cubicBezTo>
                    <a:pt x="15478" y="3810"/>
                    <a:pt x="15246" y="4283"/>
                    <a:pt x="15095" y="4738"/>
                  </a:cubicBezTo>
                  <a:cubicBezTo>
                    <a:pt x="14970" y="5086"/>
                    <a:pt x="14889" y="5478"/>
                    <a:pt x="15005" y="5835"/>
                  </a:cubicBezTo>
                  <a:cubicBezTo>
                    <a:pt x="15107" y="6147"/>
                    <a:pt x="15393" y="6405"/>
                    <a:pt x="15701" y="6405"/>
                  </a:cubicBezTo>
                  <a:cubicBezTo>
                    <a:pt x="15746" y="6405"/>
                    <a:pt x="15790" y="6399"/>
                    <a:pt x="15835" y="6388"/>
                  </a:cubicBezTo>
                  <a:cubicBezTo>
                    <a:pt x="16210" y="6290"/>
                    <a:pt x="16397" y="5817"/>
                    <a:pt x="16388" y="5407"/>
                  </a:cubicBezTo>
                  <a:cubicBezTo>
                    <a:pt x="16388" y="4996"/>
                    <a:pt x="16272" y="4586"/>
                    <a:pt x="16317" y="4185"/>
                  </a:cubicBezTo>
                  <a:cubicBezTo>
                    <a:pt x="16379" y="3583"/>
                    <a:pt x="16671" y="3442"/>
                    <a:pt x="17037" y="3442"/>
                  </a:cubicBezTo>
                  <a:cubicBezTo>
                    <a:pt x="17360" y="3442"/>
                    <a:pt x="17739" y="3551"/>
                    <a:pt x="18068" y="3551"/>
                  </a:cubicBezTo>
                  <a:cubicBezTo>
                    <a:pt x="18119" y="3551"/>
                    <a:pt x="18169" y="3548"/>
                    <a:pt x="18217" y="3542"/>
                  </a:cubicBezTo>
                  <a:cubicBezTo>
                    <a:pt x="18654" y="3489"/>
                    <a:pt x="19020" y="3069"/>
                    <a:pt x="19038" y="2614"/>
                  </a:cubicBezTo>
                  <a:cubicBezTo>
                    <a:pt x="19038" y="2445"/>
                    <a:pt x="19011" y="2267"/>
                    <a:pt x="19091" y="2124"/>
                  </a:cubicBezTo>
                  <a:cubicBezTo>
                    <a:pt x="19145" y="2026"/>
                    <a:pt x="19243" y="1963"/>
                    <a:pt x="19323" y="1892"/>
                  </a:cubicBezTo>
                  <a:cubicBezTo>
                    <a:pt x="19662" y="1553"/>
                    <a:pt x="19537" y="902"/>
                    <a:pt x="19154" y="616"/>
                  </a:cubicBezTo>
                  <a:cubicBezTo>
                    <a:pt x="18952" y="462"/>
                    <a:pt x="18703" y="397"/>
                    <a:pt x="18449" y="397"/>
                  </a:cubicBezTo>
                  <a:cubicBezTo>
                    <a:pt x="18231" y="397"/>
                    <a:pt x="18008" y="445"/>
                    <a:pt x="17807" y="527"/>
                  </a:cubicBezTo>
                  <a:cubicBezTo>
                    <a:pt x="17672" y="577"/>
                    <a:pt x="17538" y="644"/>
                    <a:pt x="17403" y="644"/>
                  </a:cubicBezTo>
                  <a:cubicBezTo>
                    <a:pt x="17395" y="644"/>
                    <a:pt x="17387" y="643"/>
                    <a:pt x="17378" y="643"/>
                  </a:cubicBezTo>
                  <a:cubicBezTo>
                    <a:pt x="17164" y="634"/>
                    <a:pt x="16995" y="465"/>
                    <a:pt x="16825" y="340"/>
                  </a:cubicBezTo>
                  <a:cubicBezTo>
                    <a:pt x="16488" y="93"/>
                    <a:pt x="16144" y="0"/>
                    <a:pt x="15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1" name="Google Shape;281;p9"/>
            <p:cNvGrpSpPr/>
            <p:nvPr/>
          </p:nvGrpSpPr>
          <p:grpSpPr>
            <a:xfrm flipH="1">
              <a:off x="4460582" y="47546"/>
              <a:ext cx="3429432" cy="338703"/>
              <a:chOff x="4387885" y="218763"/>
              <a:chExt cx="3328253" cy="338703"/>
            </a:xfrm>
          </p:grpSpPr>
          <p:sp>
            <p:nvSpPr>
              <p:cNvPr id="282" name="Google Shape;282;p9"/>
              <p:cNvSpPr/>
              <p:nvPr/>
            </p:nvSpPr>
            <p:spPr>
              <a:xfrm flipH="1">
                <a:off x="4693099" y="315338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" name="Google Shape;283;p9"/>
              <p:cNvSpPr/>
              <p:nvPr/>
            </p:nvSpPr>
            <p:spPr>
              <a:xfrm flipH="1">
                <a:off x="7499882" y="321408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" name="Google Shape;284;p9"/>
              <p:cNvSpPr/>
              <p:nvPr/>
            </p:nvSpPr>
            <p:spPr>
              <a:xfrm flipH="1">
                <a:off x="7613742" y="478389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" name="Google Shape;285;p9"/>
              <p:cNvSpPr/>
              <p:nvPr/>
            </p:nvSpPr>
            <p:spPr>
              <a:xfrm flipH="1">
                <a:off x="4387885" y="218763"/>
                <a:ext cx="84939" cy="66440"/>
              </a:xfrm>
              <a:custGeom>
                <a:rect b="b" l="l" r="r" t="t"/>
                <a:pathLst>
                  <a:path extrusionOk="0" h="510" w="652">
                    <a:moveTo>
                      <a:pt x="331" y="1"/>
                    </a:moveTo>
                    <a:cubicBezTo>
                      <a:pt x="0" y="1"/>
                      <a:pt x="0" y="509"/>
                      <a:pt x="331" y="509"/>
                    </a:cubicBezTo>
                    <a:cubicBezTo>
                      <a:pt x="652" y="509"/>
                      <a:pt x="652" y="1"/>
                      <a:pt x="3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6" name="Google Shape;286;p9"/>
            <p:cNvSpPr/>
            <p:nvPr/>
          </p:nvSpPr>
          <p:spPr>
            <a:xfrm>
              <a:off x="-146025" y="-672425"/>
              <a:ext cx="4260289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7" name="Google Shape;287;p9"/>
            <p:cNvGrpSpPr/>
            <p:nvPr/>
          </p:nvGrpSpPr>
          <p:grpSpPr>
            <a:xfrm>
              <a:off x="1847749" y="80113"/>
              <a:ext cx="783474" cy="513805"/>
              <a:chOff x="1238149" y="-300887"/>
              <a:chExt cx="783474" cy="513805"/>
            </a:xfrm>
          </p:grpSpPr>
          <p:sp>
            <p:nvSpPr>
              <p:cNvPr id="288" name="Google Shape;288;p9"/>
              <p:cNvSpPr/>
              <p:nvPr/>
            </p:nvSpPr>
            <p:spPr>
              <a:xfrm>
                <a:off x="1386923" y="-300887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" name="Google Shape;289;p9"/>
              <p:cNvSpPr/>
              <p:nvPr/>
            </p:nvSpPr>
            <p:spPr>
              <a:xfrm>
                <a:off x="1604222" y="-230017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" name="Google Shape;290;p9"/>
              <p:cNvSpPr/>
              <p:nvPr/>
            </p:nvSpPr>
            <p:spPr>
              <a:xfrm>
                <a:off x="1492706" y="-73036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" name="Google Shape;291;p9"/>
              <p:cNvSpPr/>
              <p:nvPr/>
            </p:nvSpPr>
            <p:spPr>
              <a:xfrm>
                <a:off x="1238149" y="-48674"/>
                <a:ext cx="84939" cy="66440"/>
              </a:xfrm>
              <a:custGeom>
                <a:rect b="b" l="l" r="r" t="t"/>
                <a:pathLst>
                  <a:path extrusionOk="0" h="510" w="652">
                    <a:moveTo>
                      <a:pt x="331" y="1"/>
                    </a:moveTo>
                    <a:cubicBezTo>
                      <a:pt x="0" y="1"/>
                      <a:pt x="0" y="509"/>
                      <a:pt x="331" y="509"/>
                    </a:cubicBezTo>
                    <a:cubicBezTo>
                      <a:pt x="652" y="509"/>
                      <a:pt x="652" y="1"/>
                      <a:pt x="3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" name="Google Shape;292;p9"/>
              <p:cNvSpPr/>
              <p:nvPr/>
            </p:nvSpPr>
            <p:spPr>
              <a:xfrm>
                <a:off x="1769280" y="137228"/>
                <a:ext cx="98879" cy="75690"/>
              </a:xfrm>
              <a:custGeom>
                <a:rect b="b" l="l" r="r" t="t"/>
                <a:pathLst>
                  <a:path extrusionOk="0" h="581" w="759">
                    <a:moveTo>
                      <a:pt x="375" y="1"/>
                    </a:moveTo>
                    <a:cubicBezTo>
                      <a:pt x="0" y="1"/>
                      <a:pt x="0" y="581"/>
                      <a:pt x="375" y="581"/>
                    </a:cubicBezTo>
                    <a:cubicBezTo>
                      <a:pt x="759" y="581"/>
                      <a:pt x="759" y="1"/>
                      <a:pt x="37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" name="Google Shape;293;p9"/>
              <p:cNvSpPr/>
              <p:nvPr/>
            </p:nvSpPr>
            <p:spPr>
              <a:xfrm>
                <a:off x="1958700" y="-205525"/>
                <a:ext cx="62923" cy="48853"/>
              </a:xfrm>
              <a:custGeom>
                <a:rect b="b" l="l" r="r" t="t"/>
                <a:pathLst>
                  <a:path extrusionOk="0" h="375" w="483">
                    <a:moveTo>
                      <a:pt x="241" y="0"/>
                    </a:moveTo>
                    <a:cubicBezTo>
                      <a:pt x="1" y="0"/>
                      <a:pt x="1" y="375"/>
                      <a:pt x="241" y="375"/>
                    </a:cubicBezTo>
                    <a:cubicBezTo>
                      <a:pt x="482" y="375"/>
                      <a:pt x="482" y="0"/>
                      <a:pt x="2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4" name="Google Shape;294;p9"/>
            <p:cNvSpPr/>
            <p:nvPr/>
          </p:nvSpPr>
          <p:spPr>
            <a:xfrm>
              <a:off x="-129634" y="-147026"/>
              <a:ext cx="3987725" cy="830503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9"/>
            <p:cNvSpPr/>
            <p:nvPr/>
          </p:nvSpPr>
          <p:spPr>
            <a:xfrm rot="350023">
              <a:off x="3796789" y="-119171"/>
              <a:ext cx="5556812" cy="295671"/>
            </a:xfrm>
            <a:custGeom>
              <a:rect b="b" l="l" r="r" t="t"/>
              <a:pathLst>
                <a:path extrusionOk="0" h="11827" w="163830">
                  <a:moveTo>
                    <a:pt x="0" y="11827"/>
                  </a:moveTo>
                  <a:cubicBezTo>
                    <a:pt x="4491" y="9902"/>
                    <a:pt x="8463" y="6894"/>
                    <a:pt x="12954" y="4969"/>
                  </a:cubicBezTo>
                  <a:cubicBezTo>
                    <a:pt x="16697" y="3365"/>
                    <a:pt x="21196" y="5195"/>
                    <a:pt x="25146" y="4207"/>
                  </a:cubicBezTo>
                  <a:cubicBezTo>
                    <a:pt x="33524" y="2112"/>
                    <a:pt x="42497" y="3040"/>
                    <a:pt x="51054" y="4207"/>
                  </a:cubicBezTo>
                  <a:cubicBezTo>
                    <a:pt x="58708" y="5251"/>
                    <a:pt x="66486" y="10139"/>
                    <a:pt x="73914" y="8017"/>
                  </a:cubicBezTo>
                  <a:cubicBezTo>
                    <a:pt x="79494" y="6423"/>
                    <a:pt x="84225" y="2297"/>
                    <a:pt x="89916" y="1159"/>
                  </a:cubicBezTo>
                  <a:cubicBezTo>
                    <a:pt x="98633" y="-584"/>
                    <a:pt x="107771" y="9"/>
                    <a:pt x="116586" y="1159"/>
                  </a:cubicBezTo>
                  <a:cubicBezTo>
                    <a:pt x="125383" y="2306"/>
                    <a:pt x="134257" y="3960"/>
                    <a:pt x="142494" y="7255"/>
                  </a:cubicBezTo>
                  <a:cubicBezTo>
                    <a:pt x="146267" y="8764"/>
                    <a:pt x="150743" y="6269"/>
                    <a:pt x="154686" y="7255"/>
                  </a:cubicBezTo>
                  <a:cubicBezTo>
                    <a:pt x="157803" y="8034"/>
                    <a:pt x="160617" y="10303"/>
                    <a:pt x="163830" y="10303"/>
                  </a:cubicBezTo>
                </a:path>
              </a:pathLst>
            </a:custGeom>
            <a:noFill/>
            <a:ln cap="rnd" cmpd="sng" w="3810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sp>
      </p:grpSp>
      <p:grpSp>
        <p:nvGrpSpPr>
          <p:cNvPr id="296" name="Google Shape;296;p9"/>
          <p:cNvGrpSpPr/>
          <p:nvPr/>
        </p:nvGrpSpPr>
        <p:grpSpPr>
          <a:xfrm flipH="1">
            <a:off x="231584" y="818596"/>
            <a:ext cx="8730960" cy="4118121"/>
            <a:chOff x="178068" y="818596"/>
            <a:chExt cx="8730960" cy="4118121"/>
          </a:xfrm>
        </p:grpSpPr>
        <p:sp>
          <p:nvSpPr>
            <p:cNvPr id="297" name="Google Shape;297;p9"/>
            <p:cNvSpPr/>
            <p:nvPr/>
          </p:nvSpPr>
          <p:spPr>
            <a:xfrm rot="-3266906">
              <a:off x="5851110" y="2119494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9"/>
            <p:cNvSpPr/>
            <p:nvPr/>
          </p:nvSpPr>
          <p:spPr>
            <a:xfrm rot="-3266906">
              <a:off x="8814032" y="1425320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9"/>
            <p:cNvSpPr/>
            <p:nvPr/>
          </p:nvSpPr>
          <p:spPr>
            <a:xfrm rot="-3266906">
              <a:off x="5381716" y="1325885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9"/>
            <p:cNvSpPr/>
            <p:nvPr/>
          </p:nvSpPr>
          <p:spPr>
            <a:xfrm rot="3574462">
              <a:off x="480007" y="417959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9"/>
            <p:cNvSpPr/>
            <p:nvPr/>
          </p:nvSpPr>
          <p:spPr>
            <a:xfrm rot="1625383">
              <a:off x="1915391" y="4515247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9"/>
            <p:cNvSpPr/>
            <p:nvPr/>
          </p:nvSpPr>
          <p:spPr>
            <a:xfrm rot="3522601">
              <a:off x="2100360" y="807703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9"/>
            <p:cNvSpPr/>
            <p:nvPr/>
          </p:nvSpPr>
          <p:spPr>
            <a:xfrm rot="-2695393">
              <a:off x="601311" y="10636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9"/>
            <p:cNvSpPr/>
            <p:nvPr/>
          </p:nvSpPr>
          <p:spPr>
            <a:xfrm rot="-6529139">
              <a:off x="161931" y="3038886"/>
              <a:ext cx="151480" cy="7431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9"/>
            <p:cNvSpPr/>
            <p:nvPr/>
          </p:nvSpPr>
          <p:spPr>
            <a:xfrm rot="3522601">
              <a:off x="7694035" y="19895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9"/>
            <p:cNvSpPr/>
            <p:nvPr/>
          </p:nvSpPr>
          <p:spPr>
            <a:xfrm rot="-3266906">
              <a:off x="8182585" y="2887857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9"/>
            <p:cNvSpPr/>
            <p:nvPr/>
          </p:nvSpPr>
          <p:spPr>
            <a:xfrm rot="3522601">
              <a:off x="6496835" y="403827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9"/>
            <p:cNvSpPr/>
            <p:nvPr/>
          </p:nvSpPr>
          <p:spPr>
            <a:xfrm rot="-2695393">
              <a:off x="2623886" y="1504314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9"/>
            <p:cNvSpPr/>
            <p:nvPr/>
          </p:nvSpPr>
          <p:spPr>
            <a:xfrm rot="-2342076">
              <a:off x="4217885" y="1653552"/>
              <a:ext cx="57301" cy="147211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9"/>
            <p:cNvSpPr/>
            <p:nvPr/>
          </p:nvSpPr>
          <p:spPr>
            <a:xfrm rot="-3266906">
              <a:off x="3648807" y="46661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9"/>
            <p:cNvSpPr/>
            <p:nvPr/>
          </p:nvSpPr>
          <p:spPr>
            <a:xfrm rot="3522601">
              <a:off x="5276535" y="42578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9"/>
            <p:cNvSpPr/>
            <p:nvPr/>
          </p:nvSpPr>
          <p:spPr>
            <a:xfrm rot="-2695393">
              <a:off x="5981886" y="47890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3" name="Google Shape;313;p9"/>
          <p:cNvSpPr txBox="1"/>
          <p:nvPr>
            <p:ph type="title"/>
          </p:nvPr>
        </p:nvSpPr>
        <p:spPr>
          <a:xfrm>
            <a:off x="3553525" y="2031350"/>
            <a:ext cx="4877700" cy="664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59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14" name="Google Shape;314;p9"/>
          <p:cNvSpPr txBox="1"/>
          <p:nvPr>
            <p:ph idx="1" type="subTitle"/>
          </p:nvPr>
        </p:nvSpPr>
        <p:spPr>
          <a:xfrm>
            <a:off x="3553525" y="2695750"/>
            <a:ext cx="4877700" cy="11151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315" name="Shape 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" name="Google Shape;316;p10"/>
          <p:cNvGrpSpPr/>
          <p:nvPr/>
        </p:nvGrpSpPr>
        <p:grpSpPr>
          <a:xfrm>
            <a:off x="1925511" y="-1124026"/>
            <a:ext cx="8227805" cy="2988396"/>
            <a:chOff x="1925511" y="-1124026"/>
            <a:chExt cx="8227805" cy="2988396"/>
          </a:xfrm>
        </p:grpSpPr>
        <p:grpSp>
          <p:nvGrpSpPr>
            <p:cNvPr id="317" name="Google Shape;317;p10"/>
            <p:cNvGrpSpPr/>
            <p:nvPr/>
          </p:nvGrpSpPr>
          <p:grpSpPr>
            <a:xfrm>
              <a:off x="1925511" y="-686275"/>
              <a:ext cx="3249813" cy="1635316"/>
              <a:chOff x="2086319" y="-686283"/>
              <a:chExt cx="3153934" cy="1635316"/>
            </a:xfrm>
          </p:grpSpPr>
          <p:sp>
            <p:nvSpPr>
              <p:cNvPr id="318" name="Google Shape;318;p10"/>
              <p:cNvSpPr/>
              <p:nvPr/>
            </p:nvSpPr>
            <p:spPr>
              <a:xfrm flipH="1">
                <a:off x="2086319" y="-686283"/>
                <a:ext cx="3153934" cy="1635316"/>
              </a:xfrm>
              <a:custGeom>
                <a:rect b="b" l="l" r="r" t="t"/>
                <a:pathLst>
                  <a:path extrusionOk="0" h="11958" w="21055">
                    <a:moveTo>
                      <a:pt x="16827" y="1"/>
                    </a:moveTo>
                    <a:cubicBezTo>
                      <a:pt x="16033" y="1"/>
                      <a:pt x="15235" y="124"/>
                      <a:pt x="14444" y="243"/>
                    </a:cubicBezTo>
                    <a:cubicBezTo>
                      <a:pt x="14444" y="252"/>
                      <a:pt x="14435" y="252"/>
                      <a:pt x="14426" y="252"/>
                    </a:cubicBezTo>
                    <a:lnTo>
                      <a:pt x="446" y="3392"/>
                    </a:lnTo>
                    <a:cubicBezTo>
                      <a:pt x="304" y="3419"/>
                      <a:pt x="197" y="3535"/>
                      <a:pt x="161" y="3677"/>
                    </a:cubicBezTo>
                    <a:cubicBezTo>
                      <a:pt x="0" y="4355"/>
                      <a:pt x="18" y="5087"/>
                      <a:pt x="206" y="5765"/>
                    </a:cubicBezTo>
                    <a:cubicBezTo>
                      <a:pt x="249" y="5934"/>
                      <a:pt x="403" y="6030"/>
                      <a:pt x="560" y="6030"/>
                    </a:cubicBezTo>
                    <a:cubicBezTo>
                      <a:pt x="661" y="6030"/>
                      <a:pt x="763" y="5991"/>
                      <a:pt x="839" y="5908"/>
                    </a:cubicBezTo>
                    <a:cubicBezTo>
                      <a:pt x="839" y="5908"/>
                      <a:pt x="839" y="5908"/>
                      <a:pt x="839" y="5899"/>
                    </a:cubicBezTo>
                    <a:cubicBezTo>
                      <a:pt x="917" y="5821"/>
                      <a:pt x="1014" y="5785"/>
                      <a:pt x="1110" y="5785"/>
                    </a:cubicBezTo>
                    <a:cubicBezTo>
                      <a:pt x="1288" y="5785"/>
                      <a:pt x="1461" y="5909"/>
                      <a:pt x="1490" y="6113"/>
                    </a:cubicBezTo>
                    <a:cubicBezTo>
                      <a:pt x="1535" y="6425"/>
                      <a:pt x="1481" y="6782"/>
                      <a:pt x="1472" y="7112"/>
                    </a:cubicBezTo>
                    <a:cubicBezTo>
                      <a:pt x="1448" y="7622"/>
                      <a:pt x="1734" y="8277"/>
                      <a:pt x="2213" y="8277"/>
                    </a:cubicBezTo>
                    <a:cubicBezTo>
                      <a:pt x="2253" y="8277"/>
                      <a:pt x="2295" y="8272"/>
                      <a:pt x="2338" y="8263"/>
                    </a:cubicBezTo>
                    <a:cubicBezTo>
                      <a:pt x="2721" y="8173"/>
                      <a:pt x="2882" y="7718"/>
                      <a:pt x="3203" y="7478"/>
                    </a:cubicBezTo>
                    <a:cubicBezTo>
                      <a:pt x="3357" y="7360"/>
                      <a:pt x="3532" y="7309"/>
                      <a:pt x="3712" y="7309"/>
                    </a:cubicBezTo>
                    <a:cubicBezTo>
                      <a:pt x="4232" y="7309"/>
                      <a:pt x="4793" y="7737"/>
                      <a:pt x="5005" y="8254"/>
                    </a:cubicBezTo>
                    <a:cubicBezTo>
                      <a:pt x="5299" y="8950"/>
                      <a:pt x="5210" y="9735"/>
                      <a:pt x="5362" y="10475"/>
                    </a:cubicBezTo>
                    <a:cubicBezTo>
                      <a:pt x="5501" y="11195"/>
                      <a:pt x="6028" y="11958"/>
                      <a:pt x="6754" y="11958"/>
                    </a:cubicBezTo>
                    <a:cubicBezTo>
                      <a:pt x="6775" y="11958"/>
                      <a:pt x="6795" y="11957"/>
                      <a:pt x="6816" y="11956"/>
                    </a:cubicBezTo>
                    <a:cubicBezTo>
                      <a:pt x="7646" y="11902"/>
                      <a:pt x="8074" y="10903"/>
                      <a:pt x="8083" y="10074"/>
                    </a:cubicBezTo>
                    <a:cubicBezTo>
                      <a:pt x="8101" y="9244"/>
                      <a:pt x="7922" y="8352"/>
                      <a:pt x="8342" y="7638"/>
                    </a:cubicBezTo>
                    <a:cubicBezTo>
                      <a:pt x="8501" y="7373"/>
                      <a:pt x="8783" y="7133"/>
                      <a:pt x="9077" y="7133"/>
                    </a:cubicBezTo>
                    <a:cubicBezTo>
                      <a:pt x="9129" y="7133"/>
                      <a:pt x="9182" y="7140"/>
                      <a:pt x="9234" y="7156"/>
                    </a:cubicBezTo>
                    <a:cubicBezTo>
                      <a:pt x="9698" y="7290"/>
                      <a:pt x="9814" y="7950"/>
                      <a:pt x="10268" y="8111"/>
                    </a:cubicBezTo>
                    <a:cubicBezTo>
                      <a:pt x="10333" y="8133"/>
                      <a:pt x="10396" y="8143"/>
                      <a:pt x="10457" y="8143"/>
                    </a:cubicBezTo>
                    <a:cubicBezTo>
                      <a:pt x="10897" y="8143"/>
                      <a:pt x="11257" y="7623"/>
                      <a:pt x="11500" y="7192"/>
                    </a:cubicBezTo>
                    <a:cubicBezTo>
                      <a:pt x="11702" y="6827"/>
                      <a:pt x="12110" y="6447"/>
                      <a:pt x="12474" y="6447"/>
                    </a:cubicBezTo>
                    <a:cubicBezTo>
                      <a:pt x="12591" y="6447"/>
                      <a:pt x="12703" y="6486"/>
                      <a:pt x="12802" y="6577"/>
                    </a:cubicBezTo>
                    <a:cubicBezTo>
                      <a:pt x="13061" y="6817"/>
                      <a:pt x="13034" y="7290"/>
                      <a:pt x="13346" y="7460"/>
                    </a:cubicBezTo>
                    <a:cubicBezTo>
                      <a:pt x="13413" y="7496"/>
                      <a:pt x="13481" y="7511"/>
                      <a:pt x="13551" y="7511"/>
                    </a:cubicBezTo>
                    <a:cubicBezTo>
                      <a:pt x="13950" y="7511"/>
                      <a:pt x="14389" y="7006"/>
                      <a:pt x="14772" y="7006"/>
                    </a:cubicBezTo>
                    <a:cubicBezTo>
                      <a:pt x="14849" y="7006"/>
                      <a:pt x="14925" y="7026"/>
                      <a:pt x="14997" y="7076"/>
                    </a:cubicBezTo>
                    <a:cubicBezTo>
                      <a:pt x="15104" y="7156"/>
                      <a:pt x="15166" y="7281"/>
                      <a:pt x="15211" y="7415"/>
                    </a:cubicBezTo>
                    <a:cubicBezTo>
                      <a:pt x="15648" y="8602"/>
                      <a:pt x="15273" y="10065"/>
                      <a:pt x="16040" y="11073"/>
                    </a:cubicBezTo>
                    <a:cubicBezTo>
                      <a:pt x="16156" y="11216"/>
                      <a:pt x="16290" y="11349"/>
                      <a:pt x="16460" y="11421"/>
                    </a:cubicBezTo>
                    <a:cubicBezTo>
                      <a:pt x="16543" y="11452"/>
                      <a:pt x="16631" y="11466"/>
                      <a:pt x="16720" y="11466"/>
                    </a:cubicBezTo>
                    <a:cubicBezTo>
                      <a:pt x="16908" y="11466"/>
                      <a:pt x="17102" y="11404"/>
                      <a:pt x="17272" y="11314"/>
                    </a:cubicBezTo>
                    <a:cubicBezTo>
                      <a:pt x="18262" y="10761"/>
                      <a:pt x="18360" y="9387"/>
                      <a:pt x="18244" y="8263"/>
                    </a:cubicBezTo>
                    <a:cubicBezTo>
                      <a:pt x="18217" y="7959"/>
                      <a:pt x="18208" y="7594"/>
                      <a:pt x="18476" y="7442"/>
                    </a:cubicBezTo>
                    <a:cubicBezTo>
                      <a:pt x="18538" y="7406"/>
                      <a:pt x="18606" y="7390"/>
                      <a:pt x="18675" y="7390"/>
                    </a:cubicBezTo>
                    <a:cubicBezTo>
                      <a:pt x="18866" y="7390"/>
                      <a:pt x="19067" y="7513"/>
                      <a:pt x="19172" y="7683"/>
                    </a:cubicBezTo>
                    <a:cubicBezTo>
                      <a:pt x="19243" y="7808"/>
                      <a:pt x="19288" y="7950"/>
                      <a:pt x="19306" y="8102"/>
                    </a:cubicBezTo>
                    <a:cubicBezTo>
                      <a:pt x="19335" y="8293"/>
                      <a:pt x="19492" y="8424"/>
                      <a:pt x="19671" y="8424"/>
                    </a:cubicBezTo>
                    <a:cubicBezTo>
                      <a:pt x="19709" y="8424"/>
                      <a:pt x="19748" y="8418"/>
                      <a:pt x="19787" y="8405"/>
                    </a:cubicBezTo>
                    <a:cubicBezTo>
                      <a:pt x="20251" y="8272"/>
                      <a:pt x="20635" y="7861"/>
                      <a:pt x="20813" y="7406"/>
                    </a:cubicBezTo>
                    <a:cubicBezTo>
                      <a:pt x="21054" y="6809"/>
                      <a:pt x="21018" y="6139"/>
                      <a:pt x="20983" y="5497"/>
                    </a:cubicBezTo>
                    <a:cubicBezTo>
                      <a:pt x="20947" y="4819"/>
                      <a:pt x="20911" y="4141"/>
                      <a:pt x="20867" y="3463"/>
                    </a:cubicBezTo>
                    <a:cubicBezTo>
                      <a:pt x="20849" y="3044"/>
                      <a:pt x="20822" y="2616"/>
                      <a:pt x="20697" y="2214"/>
                    </a:cubicBezTo>
                    <a:cubicBezTo>
                      <a:pt x="20331" y="1081"/>
                      <a:pt x="19181" y="341"/>
                      <a:pt x="18012" y="109"/>
                    </a:cubicBezTo>
                    <a:cubicBezTo>
                      <a:pt x="17619" y="32"/>
                      <a:pt x="17224" y="1"/>
                      <a:pt x="168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10"/>
              <p:cNvSpPr/>
              <p:nvPr/>
            </p:nvSpPr>
            <p:spPr>
              <a:xfrm flipH="1">
                <a:off x="2615551" y="-470265"/>
                <a:ext cx="1760908" cy="370395"/>
              </a:xfrm>
              <a:custGeom>
                <a:rect b="b" l="l" r="r" t="t"/>
                <a:pathLst>
                  <a:path extrusionOk="0" h="2965" w="14096">
                    <a:moveTo>
                      <a:pt x="7233" y="0"/>
                    </a:moveTo>
                    <a:cubicBezTo>
                      <a:pt x="7160" y="0"/>
                      <a:pt x="7087" y="4"/>
                      <a:pt x="7012" y="12"/>
                    </a:cubicBezTo>
                    <a:cubicBezTo>
                      <a:pt x="5977" y="119"/>
                      <a:pt x="5272" y="931"/>
                      <a:pt x="4487" y="1510"/>
                    </a:cubicBezTo>
                    <a:cubicBezTo>
                      <a:pt x="3718" y="2084"/>
                      <a:pt x="2849" y="2352"/>
                      <a:pt x="1954" y="2352"/>
                    </a:cubicBezTo>
                    <a:cubicBezTo>
                      <a:pt x="1428" y="2352"/>
                      <a:pt x="894" y="2260"/>
                      <a:pt x="366" y="2081"/>
                    </a:cubicBezTo>
                    <a:cubicBezTo>
                      <a:pt x="338" y="2072"/>
                      <a:pt x="312" y="2067"/>
                      <a:pt x="288" y="2067"/>
                    </a:cubicBezTo>
                    <a:cubicBezTo>
                      <a:pt x="70" y="2067"/>
                      <a:pt x="1" y="2430"/>
                      <a:pt x="250" y="2518"/>
                    </a:cubicBezTo>
                    <a:cubicBezTo>
                      <a:pt x="830" y="2716"/>
                      <a:pt x="1422" y="2827"/>
                      <a:pt x="2014" y="2827"/>
                    </a:cubicBezTo>
                    <a:cubicBezTo>
                      <a:pt x="2569" y="2827"/>
                      <a:pt x="3123" y="2730"/>
                      <a:pt x="3667" y="2518"/>
                    </a:cubicBezTo>
                    <a:cubicBezTo>
                      <a:pt x="4737" y="2099"/>
                      <a:pt x="5415" y="1162"/>
                      <a:pt x="6423" y="690"/>
                    </a:cubicBezTo>
                    <a:cubicBezTo>
                      <a:pt x="6688" y="567"/>
                      <a:pt x="6945" y="515"/>
                      <a:pt x="7196" y="515"/>
                    </a:cubicBezTo>
                    <a:cubicBezTo>
                      <a:pt x="8317" y="515"/>
                      <a:pt x="9317" y="1559"/>
                      <a:pt x="10286" y="2055"/>
                    </a:cubicBezTo>
                    <a:cubicBezTo>
                      <a:pt x="11366" y="2608"/>
                      <a:pt x="12552" y="2893"/>
                      <a:pt x="13774" y="2965"/>
                    </a:cubicBezTo>
                    <a:cubicBezTo>
                      <a:pt x="13780" y="2965"/>
                      <a:pt x="13785" y="2965"/>
                      <a:pt x="13791" y="2965"/>
                    </a:cubicBezTo>
                    <a:cubicBezTo>
                      <a:pt x="14095" y="2965"/>
                      <a:pt x="14090" y="2482"/>
                      <a:pt x="13774" y="2456"/>
                    </a:cubicBezTo>
                    <a:cubicBezTo>
                      <a:pt x="12293" y="2367"/>
                      <a:pt x="10928" y="1930"/>
                      <a:pt x="9697" y="1109"/>
                    </a:cubicBezTo>
                    <a:cubicBezTo>
                      <a:pt x="8944" y="612"/>
                      <a:pt x="8168" y="0"/>
                      <a:pt x="723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" name="Google Shape;320;p10"/>
              <p:cNvSpPr/>
              <p:nvPr/>
            </p:nvSpPr>
            <p:spPr>
              <a:xfrm flipH="1">
                <a:off x="4188136" y="119145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10"/>
              <p:cNvSpPr/>
              <p:nvPr/>
            </p:nvSpPr>
            <p:spPr>
              <a:xfrm flipH="1">
                <a:off x="4301997" y="276127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10"/>
              <p:cNvSpPr/>
              <p:nvPr/>
            </p:nvSpPr>
            <p:spPr>
              <a:xfrm flipH="1">
                <a:off x="3879826" y="107300"/>
                <a:ext cx="62923" cy="48853"/>
              </a:xfrm>
              <a:custGeom>
                <a:rect b="b" l="l" r="r" t="t"/>
                <a:pathLst>
                  <a:path extrusionOk="0" h="375" w="483">
                    <a:moveTo>
                      <a:pt x="241" y="0"/>
                    </a:moveTo>
                    <a:cubicBezTo>
                      <a:pt x="1" y="0"/>
                      <a:pt x="1" y="375"/>
                      <a:pt x="241" y="375"/>
                    </a:cubicBezTo>
                    <a:cubicBezTo>
                      <a:pt x="482" y="375"/>
                      <a:pt x="482" y="0"/>
                      <a:pt x="2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3" name="Google Shape;323;p10"/>
            <p:cNvSpPr/>
            <p:nvPr/>
          </p:nvSpPr>
          <p:spPr>
            <a:xfrm flipH="1">
              <a:off x="4956329" y="-657667"/>
              <a:ext cx="2610188" cy="1789688"/>
            </a:xfrm>
            <a:custGeom>
              <a:rect b="b" l="l" r="r" t="t"/>
              <a:pathLst>
                <a:path extrusionOk="0" h="15839" w="22419">
                  <a:moveTo>
                    <a:pt x="11085" y="1"/>
                  </a:moveTo>
                  <a:cubicBezTo>
                    <a:pt x="6813" y="1"/>
                    <a:pt x="760" y="2365"/>
                    <a:pt x="429" y="3698"/>
                  </a:cubicBezTo>
                  <a:cubicBezTo>
                    <a:pt x="90" y="5063"/>
                    <a:pt x="0" y="11263"/>
                    <a:pt x="678" y="11665"/>
                  </a:cubicBezTo>
                  <a:cubicBezTo>
                    <a:pt x="994" y="11847"/>
                    <a:pt x="1246" y="11931"/>
                    <a:pt x="1457" y="11931"/>
                  </a:cubicBezTo>
                  <a:cubicBezTo>
                    <a:pt x="1700" y="11931"/>
                    <a:pt x="1889" y="11820"/>
                    <a:pt x="2061" y="11620"/>
                  </a:cubicBezTo>
                  <a:cubicBezTo>
                    <a:pt x="2373" y="11245"/>
                    <a:pt x="2141" y="8408"/>
                    <a:pt x="2989" y="8123"/>
                  </a:cubicBezTo>
                  <a:cubicBezTo>
                    <a:pt x="3259" y="8032"/>
                    <a:pt x="3528" y="7988"/>
                    <a:pt x="3776" y="7988"/>
                  </a:cubicBezTo>
                  <a:cubicBezTo>
                    <a:pt x="4307" y="7988"/>
                    <a:pt x="4743" y="8189"/>
                    <a:pt x="4889" y="8560"/>
                  </a:cubicBezTo>
                  <a:cubicBezTo>
                    <a:pt x="5106" y="9081"/>
                    <a:pt x="4367" y="15246"/>
                    <a:pt x="5540" y="15246"/>
                  </a:cubicBezTo>
                  <a:cubicBezTo>
                    <a:pt x="5571" y="15246"/>
                    <a:pt x="5604" y="15242"/>
                    <a:pt x="5638" y="15233"/>
                  </a:cubicBezTo>
                  <a:cubicBezTo>
                    <a:pt x="6950" y="14885"/>
                    <a:pt x="6352" y="11343"/>
                    <a:pt x="6593" y="10817"/>
                  </a:cubicBezTo>
                  <a:cubicBezTo>
                    <a:pt x="6620" y="10758"/>
                    <a:pt x="6642" y="10731"/>
                    <a:pt x="6659" y="10731"/>
                  </a:cubicBezTo>
                  <a:cubicBezTo>
                    <a:pt x="6801" y="10731"/>
                    <a:pt x="6723" y="12380"/>
                    <a:pt x="7467" y="12601"/>
                  </a:cubicBezTo>
                  <a:cubicBezTo>
                    <a:pt x="7502" y="12612"/>
                    <a:pt x="7535" y="12617"/>
                    <a:pt x="7565" y="12617"/>
                  </a:cubicBezTo>
                  <a:cubicBezTo>
                    <a:pt x="8251" y="12617"/>
                    <a:pt x="7668" y="9975"/>
                    <a:pt x="9002" y="9274"/>
                  </a:cubicBezTo>
                  <a:cubicBezTo>
                    <a:pt x="9124" y="9210"/>
                    <a:pt x="9232" y="9181"/>
                    <a:pt x="9330" y="9181"/>
                  </a:cubicBezTo>
                  <a:cubicBezTo>
                    <a:pt x="10350" y="9181"/>
                    <a:pt x="10166" y="12384"/>
                    <a:pt x="11901" y="12637"/>
                  </a:cubicBezTo>
                  <a:cubicBezTo>
                    <a:pt x="11974" y="12648"/>
                    <a:pt x="12044" y="12653"/>
                    <a:pt x="12109" y="12653"/>
                  </a:cubicBezTo>
                  <a:cubicBezTo>
                    <a:pt x="13735" y="12653"/>
                    <a:pt x="12959" y="9488"/>
                    <a:pt x="14183" y="9488"/>
                  </a:cubicBezTo>
                  <a:cubicBezTo>
                    <a:pt x="14189" y="9488"/>
                    <a:pt x="14196" y="9488"/>
                    <a:pt x="14203" y="9488"/>
                  </a:cubicBezTo>
                  <a:cubicBezTo>
                    <a:pt x="15468" y="9514"/>
                    <a:pt x="14182" y="15838"/>
                    <a:pt x="16505" y="15838"/>
                  </a:cubicBezTo>
                  <a:cubicBezTo>
                    <a:pt x="16573" y="15838"/>
                    <a:pt x="16644" y="15833"/>
                    <a:pt x="16718" y="15822"/>
                  </a:cubicBezTo>
                  <a:cubicBezTo>
                    <a:pt x="19319" y="15430"/>
                    <a:pt x="17457" y="8141"/>
                    <a:pt x="18594" y="8141"/>
                  </a:cubicBezTo>
                  <a:cubicBezTo>
                    <a:pt x="18597" y="8141"/>
                    <a:pt x="18599" y="8141"/>
                    <a:pt x="18601" y="8141"/>
                  </a:cubicBezTo>
                  <a:cubicBezTo>
                    <a:pt x="19720" y="8176"/>
                    <a:pt x="18516" y="12848"/>
                    <a:pt x="19703" y="12848"/>
                  </a:cubicBezTo>
                  <a:cubicBezTo>
                    <a:pt x="19727" y="12848"/>
                    <a:pt x="19752" y="12846"/>
                    <a:pt x="19778" y="12842"/>
                  </a:cubicBezTo>
                  <a:cubicBezTo>
                    <a:pt x="21081" y="12646"/>
                    <a:pt x="22419" y="5411"/>
                    <a:pt x="21393" y="3546"/>
                  </a:cubicBezTo>
                  <a:cubicBezTo>
                    <a:pt x="20367" y="1691"/>
                    <a:pt x="16736" y="139"/>
                    <a:pt x="11384" y="5"/>
                  </a:cubicBezTo>
                  <a:cubicBezTo>
                    <a:pt x="11285" y="2"/>
                    <a:pt x="11185" y="1"/>
                    <a:pt x="110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10"/>
            <p:cNvSpPr/>
            <p:nvPr/>
          </p:nvSpPr>
          <p:spPr>
            <a:xfrm flipH="1">
              <a:off x="5213939" y="-327118"/>
              <a:ext cx="2211027" cy="647278"/>
            </a:xfrm>
            <a:custGeom>
              <a:rect b="b" l="l" r="r" t="t"/>
              <a:pathLst>
                <a:path extrusionOk="0" h="8449" w="19770">
                  <a:moveTo>
                    <a:pt x="1696" y="0"/>
                  </a:moveTo>
                  <a:cubicBezTo>
                    <a:pt x="990" y="0"/>
                    <a:pt x="422" y="360"/>
                    <a:pt x="0" y="881"/>
                  </a:cubicBezTo>
                  <a:cubicBezTo>
                    <a:pt x="54" y="1077"/>
                    <a:pt x="99" y="1265"/>
                    <a:pt x="152" y="1452"/>
                  </a:cubicBezTo>
                  <a:cubicBezTo>
                    <a:pt x="322" y="1202"/>
                    <a:pt x="536" y="979"/>
                    <a:pt x="803" y="801"/>
                  </a:cubicBezTo>
                  <a:cubicBezTo>
                    <a:pt x="1113" y="602"/>
                    <a:pt x="1399" y="517"/>
                    <a:pt x="1662" y="517"/>
                  </a:cubicBezTo>
                  <a:cubicBezTo>
                    <a:pt x="2508" y="517"/>
                    <a:pt x="3127" y="1390"/>
                    <a:pt x="3569" y="2166"/>
                  </a:cubicBezTo>
                  <a:cubicBezTo>
                    <a:pt x="4327" y="3531"/>
                    <a:pt x="4702" y="5145"/>
                    <a:pt x="5674" y="6385"/>
                  </a:cubicBezTo>
                  <a:cubicBezTo>
                    <a:pt x="5913" y="6695"/>
                    <a:pt x="6274" y="7015"/>
                    <a:pt x="6673" y="7015"/>
                  </a:cubicBezTo>
                  <a:cubicBezTo>
                    <a:pt x="6781" y="7015"/>
                    <a:pt x="6892" y="6992"/>
                    <a:pt x="7003" y="6938"/>
                  </a:cubicBezTo>
                  <a:cubicBezTo>
                    <a:pt x="7494" y="6707"/>
                    <a:pt x="7565" y="6055"/>
                    <a:pt x="7628" y="5582"/>
                  </a:cubicBezTo>
                  <a:cubicBezTo>
                    <a:pt x="7753" y="4681"/>
                    <a:pt x="7699" y="3682"/>
                    <a:pt x="8163" y="2870"/>
                  </a:cubicBezTo>
                  <a:cubicBezTo>
                    <a:pt x="8340" y="2557"/>
                    <a:pt x="8808" y="1970"/>
                    <a:pt x="9271" y="1970"/>
                  </a:cubicBezTo>
                  <a:cubicBezTo>
                    <a:pt x="9439" y="1970"/>
                    <a:pt x="9607" y="2048"/>
                    <a:pt x="9760" y="2246"/>
                  </a:cubicBezTo>
                  <a:cubicBezTo>
                    <a:pt x="10010" y="2576"/>
                    <a:pt x="10045" y="3192"/>
                    <a:pt x="10135" y="3575"/>
                  </a:cubicBezTo>
                  <a:cubicBezTo>
                    <a:pt x="10331" y="4441"/>
                    <a:pt x="10527" y="5315"/>
                    <a:pt x="10723" y="6189"/>
                  </a:cubicBezTo>
                  <a:cubicBezTo>
                    <a:pt x="10875" y="6876"/>
                    <a:pt x="11018" y="7652"/>
                    <a:pt x="11589" y="8125"/>
                  </a:cubicBezTo>
                  <a:cubicBezTo>
                    <a:pt x="11868" y="8353"/>
                    <a:pt x="12149" y="8448"/>
                    <a:pt x="12425" y="8448"/>
                  </a:cubicBezTo>
                  <a:cubicBezTo>
                    <a:pt x="13213" y="8448"/>
                    <a:pt x="13949" y="7669"/>
                    <a:pt x="14426" y="7028"/>
                  </a:cubicBezTo>
                  <a:cubicBezTo>
                    <a:pt x="15362" y="5761"/>
                    <a:pt x="15808" y="4191"/>
                    <a:pt x="16817" y="2969"/>
                  </a:cubicBezTo>
                  <a:cubicBezTo>
                    <a:pt x="17120" y="2603"/>
                    <a:pt x="17477" y="2246"/>
                    <a:pt x="17896" y="2005"/>
                  </a:cubicBezTo>
                  <a:cubicBezTo>
                    <a:pt x="18048" y="1916"/>
                    <a:pt x="18244" y="1800"/>
                    <a:pt x="18413" y="1755"/>
                  </a:cubicBezTo>
                  <a:cubicBezTo>
                    <a:pt x="18497" y="1736"/>
                    <a:pt x="18572" y="1727"/>
                    <a:pt x="18639" y="1727"/>
                  </a:cubicBezTo>
                  <a:cubicBezTo>
                    <a:pt x="19132" y="1727"/>
                    <a:pt x="19215" y="2210"/>
                    <a:pt x="19270" y="2665"/>
                  </a:cubicBezTo>
                  <a:cubicBezTo>
                    <a:pt x="19306" y="3022"/>
                    <a:pt x="19359" y="3406"/>
                    <a:pt x="19529" y="3718"/>
                  </a:cubicBezTo>
                  <a:cubicBezTo>
                    <a:pt x="19609" y="3531"/>
                    <a:pt x="19689" y="3325"/>
                    <a:pt x="19769" y="3129"/>
                  </a:cubicBezTo>
                  <a:cubicBezTo>
                    <a:pt x="19760" y="3085"/>
                    <a:pt x="19752" y="3040"/>
                    <a:pt x="19743" y="2986"/>
                  </a:cubicBezTo>
                  <a:cubicBezTo>
                    <a:pt x="19671" y="2567"/>
                    <a:pt x="19716" y="2121"/>
                    <a:pt x="19573" y="1711"/>
                  </a:cubicBezTo>
                  <a:cubicBezTo>
                    <a:pt x="19438" y="1313"/>
                    <a:pt x="19162" y="1167"/>
                    <a:pt x="18834" y="1167"/>
                  </a:cubicBezTo>
                  <a:cubicBezTo>
                    <a:pt x="18166" y="1167"/>
                    <a:pt x="17279" y="1772"/>
                    <a:pt x="16897" y="2112"/>
                  </a:cubicBezTo>
                  <a:cubicBezTo>
                    <a:pt x="15737" y="3165"/>
                    <a:pt x="15211" y="4664"/>
                    <a:pt x="14435" y="5975"/>
                  </a:cubicBezTo>
                  <a:cubicBezTo>
                    <a:pt x="14090" y="6559"/>
                    <a:pt x="13288" y="7845"/>
                    <a:pt x="12460" y="7845"/>
                  </a:cubicBezTo>
                  <a:cubicBezTo>
                    <a:pt x="12300" y="7845"/>
                    <a:pt x="12140" y="7797"/>
                    <a:pt x="11981" y="7688"/>
                  </a:cubicBezTo>
                  <a:cubicBezTo>
                    <a:pt x="11286" y="7206"/>
                    <a:pt x="11196" y="5690"/>
                    <a:pt x="11018" y="4940"/>
                  </a:cubicBezTo>
                  <a:cubicBezTo>
                    <a:pt x="10822" y="4075"/>
                    <a:pt x="10706" y="3111"/>
                    <a:pt x="10384" y="2282"/>
                  </a:cubicBezTo>
                  <a:cubicBezTo>
                    <a:pt x="10215" y="1827"/>
                    <a:pt x="9903" y="1452"/>
                    <a:pt x="9385" y="1416"/>
                  </a:cubicBezTo>
                  <a:cubicBezTo>
                    <a:pt x="9353" y="1415"/>
                    <a:pt x="9322" y="1414"/>
                    <a:pt x="9290" y="1414"/>
                  </a:cubicBezTo>
                  <a:cubicBezTo>
                    <a:pt x="7948" y="1414"/>
                    <a:pt x="7348" y="3074"/>
                    <a:pt x="7209" y="4155"/>
                  </a:cubicBezTo>
                  <a:cubicBezTo>
                    <a:pt x="7146" y="4619"/>
                    <a:pt x="7119" y="5083"/>
                    <a:pt x="7048" y="5538"/>
                  </a:cubicBezTo>
                  <a:cubicBezTo>
                    <a:pt x="7014" y="5798"/>
                    <a:pt x="6995" y="6320"/>
                    <a:pt x="6638" y="6320"/>
                  </a:cubicBezTo>
                  <a:cubicBezTo>
                    <a:pt x="6530" y="6320"/>
                    <a:pt x="6390" y="6272"/>
                    <a:pt x="6209" y="6153"/>
                  </a:cubicBezTo>
                  <a:cubicBezTo>
                    <a:pt x="6049" y="6055"/>
                    <a:pt x="5879" y="5707"/>
                    <a:pt x="5781" y="5538"/>
                  </a:cubicBezTo>
                  <a:cubicBezTo>
                    <a:pt x="5308" y="4762"/>
                    <a:pt x="4969" y="3932"/>
                    <a:pt x="4604" y="3111"/>
                  </a:cubicBezTo>
                  <a:cubicBezTo>
                    <a:pt x="4086" y="1987"/>
                    <a:pt x="3319" y="123"/>
                    <a:pt x="1865" y="7"/>
                  </a:cubicBezTo>
                  <a:cubicBezTo>
                    <a:pt x="1808" y="2"/>
                    <a:pt x="1751" y="0"/>
                    <a:pt x="16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10"/>
            <p:cNvSpPr/>
            <p:nvPr/>
          </p:nvSpPr>
          <p:spPr>
            <a:xfrm flipH="1">
              <a:off x="7265096" y="-1124026"/>
              <a:ext cx="2888219" cy="2988396"/>
            </a:xfrm>
            <a:custGeom>
              <a:rect b="b" l="l" r="r" t="t"/>
              <a:pathLst>
                <a:path extrusionOk="0" h="23922" w="22438">
                  <a:moveTo>
                    <a:pt x="3165" y="1"/>
                  </a:moveTo>
                  <a:cubicBezTo>
                    <a:pt x="2537" y="1"/>
                    <a:pt x="1924" y="119"/>
                    <a:pt x="1419" y="447"/>
                  </a:cubicBezTo>
                  <a:cubicBezTo>
                    <a:pt x="688" y="920"/>
                    <a:pt x="277" y="1776"/>
                    <a:pt x="144" y="2651"/>
                  </a:cubicBezTo>
                  <a:cubicBezTo>
                    <a:pt x="1" y="3516"/>
                    <a:pt x="99" y="4426"/>
                    <a:pt x="188" y="5327"/>
                  </a:cubicBezTo>
                  <a:cubicBezTo>
                    <a:pt x="313" y="6487"/>
                    <a:pt x="438" y="7655"/>
                    <a:pt x="563" y="8824"/>
                  </a:cubicBezTo>
                  <a:cubicBezTo>
                    <a:pt x="652" y="9618"/>
                    <a:pt x="813" y="10537"/>
                    <a:pt x="1517" y="10947"/>
                  </a:cubicBezTo>
                  <a:cubicBezTo>
                    <a:pt x="1731" y="11074"/>
                    <a:pt x="1965" y="11129"/>
                    <a:pt x="2201" y="11129"/>
                  </a:cubicBezTo>
                  <a:cubicBezTo>
                    <a:pt x="2665" y="11129"/>
                    <a:pt x="3137" y="10916"/>
                    <a:pt x="3480" y="10608"/>
                  </a:cubicBezTo>
                  <a:cubicBezTo>
                    <a:pt x="3730" y="10385"/>
                    <a:pt x="3935" y="10109"/>
                    <a:pt x="4229" y="9948"/>
                  </a:cubicBezTo>
                  <a:cubicBezTo>
                    <a:pt x="4365" y="9876"/>
                    <a:pt x="4526" y="9835"/>
                    <a:pt x="4683" y="9835"/>
                  </a:cubicBezTo>
                  <a:cubicBezTo>
                    <a:pt x="4876" y="9835"/>
                    <a:pt x="5065" y="9898"/>
                    <a:pt x="5193" y="10046"/>
                  </a:cubicBezTo>
                  <a:cubicBezTo>
                    <a:pt x="5318" y="10189"/>
                    <a:pt x="5362" y="10358"/>
                    <a:pt x="5398" y="10537"/>
                  </a:cubicBezTo>
                  <a:cubicBezTo>
                    <a:pt x="5880" y="12705"/>
                    <a:pt x="5086" y="14953"/>
                    <a:pt x="5684" y="17103"/>
                  </a:cubicBezTo>
                  <a:cubicBezTo>
                    <a:pt x="5728" y="17263"/>
                    <a:pt x="5800" y="17442"/>
                    <a:pt x="5951" y="17495"/>
                  </a:cubicBezTo>
                  <a:cubicBezTo>
                    <a:pt x="5988" y="17509"/>
                    <a:pt x="6027" y="17513"/>
                    <a:pt x="6066" y="17513"/>
                  </a:cubicBezTo>
                  <a:cubicBezTo>
                    <a:pt x="6130" y="17513"/>
                    <a:pt x="6197" y="17501"/>
                    <a:pt x="6263" y="17495"/>
                  </a:cubicBezTo>
                  <a:cubicBezTo>
                    <a:pt x="6274" y="17495"/>
                    <a:pt x="6284" y="17494"/>
                    <a:pt x="6294" y="17494"/>
                  </a:cubicBezTo>
                  <a:cubicBezTo>
                    <a:pt x="6648" y="17494"/>
                    <a:pt x="6973" y="17790"/>
                    <a:pt x="7120" y="18120"/>
                  </a:cubicBezTo>
                  <a:cubicBezTo>
                    <a:pt x="7280" y="18459"/>
                    <a:pt x="7289" y="18842"/>
                    <a:pt x="7298" y="19208"/>
                  </a:cubicBezTo>
                  <a:cubicBezTo>
                    <a:pt x="7325" y="19966"/>
                    <a:pt x="7343" y="20725"/>
                    <a:pt x="7361" y="21492"/>
                  </a:cubicBezTo>
                  <a:cubicBezTo>
                    <a:pt x="7379" y="21973"/>
                    <a:pt x="7388" y="22464"/>
                    <a:pt x="7566" y="22919"/>
                  </a:cubicBezTo>
                  <a:cubicBezTo>
                    <a:pt x="7744" y="23383"/>
                    <a:pt x="8128" y="23811"/>
                    <a:pt x="8610" y="23900"/>
                  </a:cubicBezTo>
                  <a:cubicBezTo>
                    <a:pt x="8679" y="23915"/>
                    <a:pt x="8748" y="23921"/>
                    <a:pt x="8817" y="23921"/>
                  </a:cubicBezTo>
                  <a:cubicBezTo>
                    <a:pt x="9309" y="23921"/>
                    <a:pt x="9754" y="23572"/>
                    <a:pt x="9966" y="23133"/>
                  </a:cubicBezTo>
                  <a:cubicBezTo>
                    <a:pt x="10216" y="22625"/>
                    <a:pt x="10233" y="22036"/>
                    <a:pt x="10242" y="21465"/>
                  </a:cubicBezTo>
                  <a:cubicBezTo>
                    <a:pt x="10287" y="19529"/>
                    <a:pt x="10331" y="17602"/>
                    <a:pt x="10376" y="15675"/>
                  </a:cubicBezTo>
                  <a:cubicBezTo>
                    <a:pt x="10403" y="14382"/>
                    <a:pt x="10546" y="12883"/>
                    <a:pt x="11634" y="12241"/>
                  </a:cubicBezTo>
                  <a:cubicBezTo>
                    <a:pt x="11831" y="12122"/>
                    <a:pt x="12075" y="12052"/>
                    <a:pt x="12314" y="12052"/>
                  </a:cubicBezTo>
                  <a:cubicBezTo>
                    <a:pt x="12593" y="12052"/>
                    <a:pt x="12865" y="12148"/>
                    <a:pt x="13043" y="12374"/>
                  </a:cubicBezTo>
                  <a:cubicBezTo>
                    <a:pt x="13382" y="12803"/>
                    <a:pt x="13275" y="13543"/>
                    <a:pt x="13757" y="13784"/>
                  </a:cubicBezTo>
                  <a:cubicBezTo>
                    <a:pt x="13845" y="13830"/>
                    <a:pt x="13940" y="13848"/>
                    <a:pt x="14034" y="13848"/>
                  </a:cubicBezTo>
                  <a:cubicBezTo>
                    <a:pt x="14122" y="13848"/>
                    <a:pt x="14211" y="13832"/>
                    <a:pt x="14292" y="13811"/>
                  </a:cubicBezTo>
                  <a:cubicBezTo>
                    <a:pt x="14837" y="13668"/>
                    <a:pt x="15211" y="13213"/>
                    <a:pt x="15506" y="12749"/>
                  </a:cubicBezTo>
                  <a:cubicBezTo>
                    <a:pt x="15800" y="12294"/>
                    <a:pt x="16059" y="11786"/>
                    <a:pt x="16487" y="11447"/>
                  </a:cubicBezTo>
                  <a:cubicBezTo>
                    <a:pt x="16738" y="11248"/>
                    <a:pt x="17072" y="11120"/>
                    <a:pt x="17401" y="11120"/>
                  </a:cubicBezTo>
                  <a:cubicBezTo>
                    <a:pt x="17633" y="11120"/>
                    <a:pt x="17862" y="11183"/>
                    <a:pt x="18057" y="11331"/>
                  </a:cubicBezTo>
                  <a:cubicBezTo>
                    <a:pt x="18307" y="11518"/>
                    <a:pt x="18459" y="11812"/>
                    <a:pt x="18708" y="12009"/>
                  </a:cubicBezTo>
                  <a:cubicBezTo>
                    <a:pt x="18919" y="12177"/>
                    <a:pt x="19178" y="12252"/>
                    <a:pt x="19439" y="12252"/>
                  </a:cubicBezTo>
                  <a:cubicBezTo>
                    <a:pt x="19676" y="12252"/>
                    <a:pt x="19914" y="12190"/>
                    <a:pt x="20118" y="12080"/>
                  </a:cubicBezTo>
                  <a:cubicBezTo>
                    <a:pt x="20546" y="11848"/>
                    <a:pt x="20840" y="11447"/>
                    <a:pt x="21072" y="11027"/>
                  </a:cubicBezTo>
                  <a:cubicBezTo>
                    <a:pt x="21742" y="9823"/>
                    <a:pt x="22036" y="8422"/>
                    <a:pt x="22223" y="7031"/>
                  </a:cubicBezTo>
                  <a:cubicBezTo>
                    <a:pt x="22357" y="6014"/>
                    <a:pt x="22437" y="4952"/>
                    <a:pt x="22179" y="3926"/>
                  </a:cubicBezTo>
                  <a:cubicBezTo>
                    <a:pt x="21920" y="2900"/>
                    <a:pt x="21269" y="1892"/>
                    <a:pt x="20287" y="1446"/>
                  </a:cubicBezTo>
                  <a:cubicBezTo>
                    <a:pt x="19592" y="1125"/>
                    <a:pt x="18815" y="1116"/>
                    <a:pt x="18066" y="1116"/>
                  </a:cubicBezTo>
                  <a:lnTo>
                    <a:pt x="16240" y="1116"/>
                  </a:lnTo>
                  <a:cubicBezTo>
                    <a:pt x="15137" y="528"/>
                    <a:pt x="13904" y="351"/>
                    <a:pt x="12677" y="351"/>
                  </a:cubicBezTo>
                  <a:cubicBezTo>
                    <a:pt x="12265" y="351"/>
                    <a:pt x="11853" y="371"/>
                    <a:pt x="11447" y="403"/>
                  </a:cubicBezTo>
                  <a:cubicBezTo>
                    <a:pt x="10277" y="486"/>
                    <a:pt x="9107" y="653"/>
                    <a:pt x="7930" y="653"/>
                  </a:cubicBezTo>
                  <a:cubicBezTo>
                    <a:pt x="7474" y="653"/>
                    <a:pt x="7017" y="628"/>
                    <a:pt x="6558" y="563"/>
                  </a:cubicBezTo>
                  <a:cubicBezTo>
                    <a:pt x="5684" y="438"/>
                    <a:pt x="4818" y="171"/>
                    <a:pt x="3944" y="55"/>
                  </a:cubicBezTo>
                  <a:cubicBezTo>
                    <a:pt x="3686" y="21"/>
                    <a:pt x="3424" y="1"/>
                    <a:pt x="3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10"/>
            <p:cNvSpPr/>
            <p:nvPr/>
          </p:nvSpPr>
          <p:spPr>
            <a:xfrm flipH="1" rot="440833">
              <a:off x="7305346" y="-309261"/>
              <a:ext cx="2796034" cy="611564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10"/>
            <p:cNvSpPr/>
            <p:nvPr/>
          </p:nvSpPr>
          <p:spPr>
            <a:xfrm flipH="1">
              <a:off x="8348927" y="162921"/>
              <a:ext cx="154639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10"/>
            <p:cNvSpPr/>
            <p:nvPr/>
          </p:nvSpPr>
          <p:spPr>
            <a:xfrm flipH="1">
              <a:off x="8171736" y="233791"/>
              <a:ext cx="107925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10"/>
            <p:cNvSpPr/>
            <p:nvPr/>
          </p:nvSpPr>
          <p:spPr>
            <a:xfrm flipH="1">
              <a:off x="8289058" y="390772"/>
              <a:ext cx="105509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10"/>
            <p:cNvSpPr/>
            <p:nvPr/>
          </p:nvSpPr>
          <p:spPr>
            <a:xfrm flipH="1">
              <a:off x="7941209" y="34134"/>
              <a:ext cx="87521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10"/>
            <p:cNvSpPr/>
            <p:nvPr/>
          </p:nvSpPr>
          <p:spPr>
            <a:xfrm flipH="1">
              <a:off x="5790378" y="-160096"/>
              <a:ext cx="107925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10"/>
            <p:cNvSpPr/>
            <p:nvPr/>
          </p:nvSpPr>
          <p:spPr>
            <a:xfrm flipH="1">
              <a:off x="5907700" y="-3115"/>
              <a:ext cx="105509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3" name="Google Shape;333;p10"/>
          <p:cNvSpPr txBox="1"/>
          <p:nvPr>
            <p:ph type="title"/>
          </p:nvPr>
        </p:nvSpPr>
        <p:spPr>
          <a:xfrm>
            <a:off x="4867400" y="1478100"/>
            <a:ext cx="3282300" cy="2875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334" name="Shape 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" name="Google Shape;335;p11"/>
          <p:cNvSpPr/>
          <p:nvPr/>
        </p:nvSpPr>
        <p:spPr>
          <a:xfrm>
            <a:off x="2550525" y="-203930"/>
            <a:ext cx="3709572" cy="1208351"/>
          </a:xfrm>
          <a:custGeom>
            <a:rect b="b" l="l" r="r" t="t"/>
            <a:pathLst>
              <a:path extrusionOk="0" h="6405" w="19663">
                <a:moveTo>
                  <a:pt x="15799" y="0"/>
                </a:moveTo>
                <a:cubicBezTo>
                  <a:pt x="14930" y="0"/>
                  <a:pt x="14048" y="589"/>
                  <a:pt x="13212" y="812"/>
                </a:cubicBezTo>
                <a:cubicBezTo>
                  <a:pt x="12864" y="905"/>
                  <a:pt x="12513" y="943"/>
                  <a:pt x="12160" y="943"/>
                </a:cubicBezTo>
                <a:cubicBezTo>
                  <a:pt x="10715" y="943"/>
                  <a:pt x="9235" y="318"/>
                  <a:pt x="7772" y="318"/>
                </a:cubicBezTo>
                <a:cubicBezTo>
                  <a:pt x="7530" y="318"/>
                  <a:pt x="7289" y="336"/>
                  <a:pt x="7048" y="375"/>
                </a:cubicBezTo>
                <a:cubicBezTo>
                  <a:pt x="6660" y="444"/>
                  <a:pt x="6281" y="563"/>
                  <a:pt x="5886" y="563"/>
                </a:cubicBezTo>
                <a:cubicBezTo>
                  <a:pt x="5872" y="563"/>
                  <a:pt x="5858" y="563"/>
                  <a:pt x="5844" y="563"/>
                </a:cubicBezTo>
                <a:cubicBezTo>
                  <a:pt x="5288" y="550"/>
                  <a:pt x="4709" y="284"/>
                  <a:pt x="4175" y="284"/>
                </a:cubicBezTo>
                <a:cubicBezTo>
                  <a:pt x="3971" y="284"/>
                  <a:pt x="3774" y="323"/>
                  <a:pt x="3587" y="429"/>
                </a:cubicBezTo>
                <a:cubicBezTo>
                  <a:pt x="3444" y="509"/>
                  <a:pt x="3319" y="616"/>
                  <a:pt x="3167" y="661"/>
                </a:cubicBezTo>
                <a:cubicBezTo>
                  <a:pt x="3094" y="682"/>
                  <a:pt x="3019" y="690"/>
                  <a:pt x="2941" y="690"/>
                </a:cubicBezTo>
                <a:cubicBezTo>
                  <a:pt x="2593" y="690"/>
                  <a:pt x="2206" y="519"/>
                  <a:pt x="1846" y="519"/>
                </a:cubicBezTo>
                <a:cubicBezTo>
                  <a:pt x="1668" y="519"/>
                  <a:pt x="1496" y="561"/>
                  <a:pt x="1338" y="688"/>
                </a:cubicBezTo>
                <a:cubicBezTo>
                  <a:pt x="1187" y="812"/>
                  <a:pt x="1071" y="991"/>
                  <a:pt x="883" y="1044"/>
                </a:cubicBezTo>
                <a:cubicBezTo>
                  <a:pt x="842" y="1055"/>
                  <a:pt x="799" y="1057"/>
                  <a:pt x="756" y="1057"/>
                </a:cubicBezTo>
                <a:cubicBezTo>
                  <a:pt x="721" y="1057"/>
                  <a:pt x="686" y="1056"/>
                  <a:pt x="651" y="1056"/>
                </a:cubicBezTo>
                <a:cubicBezTo>
                  <a:pt x="618" y="1056"/>
                  <a:pt x="585" y="1057"/>
                  <a:pt x="553" y="1062"/>
                </a:cubicBezTo>
                <a:cubicBezTo>
                  <a:pt x="268" y="1098"/>
                  <a:pt x="63" y="1392"/>
                  <a:pt x="27" y="1687"/>
                </a:cubicBezTo>
                <a:cubicBezTo>
                  <a:pt x="0" y="1981"/>
                  <a:pt x="107" y="2275"/>
                  <a:pt x="250" y="2534"/>
                </a:cubicBezTo>
                <a:cubicBezTo>
                  <a:pt x="535" y="3080"/>
                  <a:pt x="1051" y="3574"/>
                  <a:pt x="1628" y="3574"/>
                </a:cubicBezTo>
                <a:cubicBezTo>
                  <a:pt x="1682" y="3574"/>
                  <a:pt x="1738" y="3569"/>
                  <a:pt x="1793" y="3560"/>
                </a:cubicBezTo>
                <a:cubicBezTo>
                  <a:pt x="2025" y="3524"/>
                  <a:pt x="2239" y="3408"/>
                  <a:pt x="2462" y="3337"/>
                </a:cubicBezTo>
                <a:cubicBezTo>
                  <a:pt x="2635" y="3288"/>
                  <a:pt x="2809" y="3268"/>
                  <a:pt x="2985" y="3268"/>
                </a:cubicBezTo>
                <a:cubicBezTo>
                  <a:pt x="3537" y="3268"/>
                  <a:pt x="4102" y="3459"/>
                  <a:pt x="4657" y="3507"/>
                </a:cubicBezTo>
                <a:cubicBezTo>
                  <a:pt x="4746" y="3514"/>
                  <a:pt x="4836" y="3517"/>
                  <a:pt x="4925" y="3517"/>
                </a:cubicBezTo>
                <a:cubicBezTo>
                  <a:pt x="6130" y="3517"/>
                  <a:pt x="7329" y="2921"/>
                  <a:pt x="8502" y="2921"/>
                </a:cubicBezTo>
                <a:cubicBezTo>
                  <a:pt x="8786" y="2921"/>
                  <a:pt x="9069" y="2956"/>
                  <a:pt x="9350" y="3043"/>
                </a:cubicBezTo>
                <a:cubicBezTo>
                  <a:pt x="9813" y="3185"/>
                  <a:pt x="10393" y="3373"/>
                  <a:pt x="10822" y="3551"/>
                </a:cubicBezTo>
                <a:cubicBezTo>
                  <a:pt x="11294" y="3756"/>
                  <a:pt x="11384" y="4086"/>
                  <a:pt x="11223" y="4595"/>
                </a:cubicBezTo>
                <a:cubicBezTo>
                  <a:pt x="11143" y="4871"/>
                  <a:pt x="11036" y="5157"/>
                  <a:pt x="11125" y="5434"/>
                </a:cubicBezTo>
                <a:cubicBezTo>
                  <a:pt x="11204" y="5665"/>
                  <a:pt x="11444" y="5804"/>
                  <a:pt x="11680" y="5804"/>
                </a:cubicBezTo>
                <a:cubicBezTo>
                  <a:pt x="11817" y="5804"/>
                  <a:pt x="11951" y="5758"/>
                  <a:pt x="12053" y="5657"/>
                </a:cubicBezTo>
                <a:cubicBezTo>
                  <a:pt x="12293" y="5416"/>
                  <a:pt x="12276" y="5023"/>
                  <a:pt x="12204" y="4684"/>
                </a:cubicBezTo>
                <a:cubicBezTo>
                  <a:pt x="12124" y="4309"/>
                  <a:pt x="11928" y="3872"/>
                  <a:pt x="12035" y="3498"/>
                </a:cubicBezTo>
                <a:cubicBezTo>
                  <a:pt x="12169" y="3061"/>
                  <a:pt x="12731" y="2686"/>
                  <a:pt x="13114" y="2543"/>
                </a:cubicBezTo>
                <a:cubicBezTo>
                  <a:pt x="13328" y="2465"/>
                  <a:pt x="13554" y="2426"/>
                  <a:pt x="13779" y="2426"/>
                </a:cubicBezTo>
                <a:cubicBezTo>
                  <a:pt x="14120" y="2426"/>
                  <a:pt x="14461" y="2514"/>
                  <a:pt x="14756" y="2686"/>
                </a:cubicBezTo>
                <a:cubicBezTo>
                  <a:pt x="15014" y="2837"/>
                  <a:pt x="15246" y="3061"/>
                  <a:pt x="15344" y="3355"/>
                </a:cubicBezTo>
                <a:cubicBezTo>
                  <a:pt x="15478" y="3810"/>
                  <a:pt x="15246" y="4283"/>
                  <a:pt x="15095" y="4738"/>
                </a:cubicBezTo>
                <a:cubicBezTo>
                  <a:pt x="14970" y="5086"/>
                  <a:pt x="14889" y="5478"/>
                  <a:pt x="15005" y="5835"/>
                </a:cubicBezTo>
                <a:cubicBezTo>
                  <a:pt x="15107" y="6147"/>
                  <a:pt x="15393" y="6405"/>
                  <a:pt x="15701" y="6405"/>
                </a:cubicBezTo>
                <a:cubicBezTo>
                  <a:pt x="15746" y="6405"/>
                  <a:pt x="15790" y="6399"/>
                  <a:pt x="15835" y="6388"/>
                </a:cubicBezTo>
                <a:cubicBezTo>
                  <a:pt x="16210" y="6290"/>
                  <a:pt x="16397" y="5817"/>
                  <a:pt x="16388" y="5407"/>
                </a:cubicBezTo>
                <a:cubicBezTo>
                  <a:pt x="16388" y="4996"/>
                  <a:pt x="16272" y="4586"/>
                  <a:pt x="16317" y="4185"/>
                </a:cubicBezTo>
                <a:cubicBezTo>
                  <a:pt x="16379" y="3583"/>
                  <a:pt x="16671" y="3442"/>
                  <a:pt x="17037" y="3442"/>
                </a:cubicBezTo>
                <a:cubicBezTo>
                  <a:pt x="17360" y="3442"/>
                  <a:pt x="17739" y="3551"/>
                  <a:pt x="18068" y="3551"/>
                </a:cubicBezTo>
                <a:cubicBezTo>
                  <a:pt x="18119" y="3551"/>
                  <a:pt x="18169" y="3548"/>
                  <a:pt x="18217" y="3542"/>
                </a:cubicBezTo>
                <a:cubicBezTo>
                  <a:pt x="18654" y="3489"/>
                  <a:pt x="19020" y="3069"/>
                  <a:pt x="19038" y="2614"/>
                </a:cubicBezTo>
                <a:cubicBezTo>
                  <a:pt x="19038" y="2445"/>
                  <a:pt x="19011" y="2267"/>
                  <a:pt x="19091" y="2124"/>
                </a:cubicBezTo>
                <a:cubicBezTo>
                  <a:pt x="19145" y="2026"/>
                  <a:pt x="19243" y="1963"/>
                  <a:pt x="19323" y="1892"/>
                </a:cubicBezTo>
                <a:cubicBezTo>
                  <a:pt x="19662" y="1553"/>
                  <a:pt x="19537" y="902"/>
                  <a:pt x="19154" y="616"/>
                </a:cubicBezTo>
                <a:cubicBezTo>
                  <a:pt x="18952" y="462"/>
                  <a:pt x="18703" y="397"/>
                  <a:pt x="18449" y="397"/>
                </a:cubicBezTo>
                <a:cubicBezTo>
                  <a:pt x="18231" y="397"/>
                  <a:pt x="18008" y="445"/>
                  <a:pt x="17807" y="527"/>
                </a:cubicBezTo>
                <a:cubicBezTo>
                  <a:pt x="17672" y="577"/>
                  <a:pt x="17538" y="644"/>
                  <a:pt x="17403" y="644"/>
                </a:cubicBezTo>
                <a:cubicBezTo>
                  <a:pt x="17395" y="644"/>
                  <a:pt x="17387" y="643"/>
                  <a:pt x="17378" y="643"/>
                </a:cubicBezTo>
                <a:cubicBezTo>
                  <a:pt x="17164" y="634"/>
                  <a:pt x="16995" y="465"/>
                  <a:pt x="16825" y="340"/>
                </a:cubicBezTo>
                <a:cubicBezTo>
                  <a:pt x="16488" y="93"/>
                  <a:pt x="16144" y="0"/>
                  <a:pt x="1579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" name="Google Shape;336;p11"/>
          <p:cNvSpPr/>
          <p:nvPr/>
        </p:nvSpPr>
        <p:spPr>
          <a:xfrm>
            <a:off x="5889220" y="-531598"/>
            <a:ext cx="3598453" cy="1378898"/>
          </a:xfrm>
          <a:custGeom>
            <a:rect b="b" l="l" r="r" t="t"/>
            <a:pathLst>
              <a:path extrusionOk="0" h="7309" w="19074">
                <a:moveTo>
                  <a:pt x="14216" y="14"/>
                </a:moveTo>
                <a:cubicBezTo>
                  <a:pt x="13596" y="14"/>
                  <a:pt x="12976" y="28"/>
                  <a:pt x="12356" y="46"/>
                </a:cubicBezTo>
                <a:cubicBezTo>
                  <a:pt x="10259" y="90"/>
                  <a:pt x="8163" y="161"/>
                  <a:pt x="6066" y="269"/>
                </a:cubicBezTo>
                <a:cubicBezTo>
                  <a:pt x="5023" y="322"/>
                  <a:pt x="3970" y="376"/>
                  <a:pt x="2926" y="447"/>
                </a:cubicBezTo>
                <a:cubicBezTo>
                  <a:pt x="1624" y="527"/>
                  <a:pt x="0" y="545"/>
                  <a:pt x="295" y="2329"/>
                </a:cubicBezTo>
                <a:cubicBezTo>
                  <a:pt x="348" y="2659"/>
                  <a:pt x="571" y="2981"/>
                  <a:pt x="901" y="3052"/>
                </a:cubicBezTo>
                <a:cubicBezTo>
                  <a:pt x="973" y="3070"/>
                  <a:pt x="1044" y="3070"/>
                  <a:pt x="1106" y="3114"/>
                </a:cubicBezTo>
                <a:cubicBezTo>
                  <a:pt x="1222" y="3195"/>
                  <a:pt x="1213" y="3364"/>
                  <a:pt x="1204" y="3507"/>
                </a:cubicBezTo>
                <a:cubicBezTo>
                  <a:pt x="1142" y="4096"/>
                  <a:pt x="1204" y="4738"/>
                  <a:pt x="1570" y="5202"/>
                </a:cubicBezTo>
                <a:cubicBezTo>
                  <a:pt x="1804" y="5504"/>
                  <a:pt x="2193" y="5693"/>
                  <a:pt x="2565" y="5693"/>
                </a:cubicBezTo>
                <a:cubicBezTo>
                  <a:pt x="2776" y="5693"/>
                  <a:pt x="2981" y="5632"/>
                  <a:pt x="3149" y="5496"/>
                </a:cubicBezTo>
                <a:cubicBezTo>
                  <a:pt x="3363" y="5318"/>
                  <a:pt x="3479" y="5059"/>
                  <a:pt x="3640" y="4836"/>
                </a:cubicBezTo>
                <a:cubicBezTo>
                  <a:pt x="3797" y="4618"/>
                  <a:pt x="4023" y="4408"/>
                  <a:pt x="4292" y="4408"/>
                </a:cubicBezTo>
                <a:cubicBezTo>
                  <a:pt x="4298" y="4408"/>
                  <a:pt x="4303" y="4408"/>
                  <a:pt x="4309" y="4408"/>
                </a:cubicBezTo>
                <a:cubicBezTo>
                  <a:pt x="4621" y="4426"/>
                  <a:pt x="4853" y="4720"/>
                  <a:pt x="4933" y="5023"/>
                </a:cubicBezTo>
                <a:cubicBezTo>
                  <a:pt x="5014" y="5327"/>
                  <a:pt x="4996" y="5648"/>
                  <a:pt x="5058" y="5951"/>
                </a:cubicBezTo>
                <a:cubicBezTo>
                  <a:pt x="5201" y="6611"/>
                  <a:pt x="5763" y="7156"/>
                  <a:pt x="6423" y="7280"/>
                </a:cubicBezTo>
                <a:cubicBezTo>
                  <a:pt x="6522" y="7299"/>
                  <a:pt x="6623" y="7308"/>
                  <a:pt x="6723" y="7308"/>
                </a:cubicBezTo>
                <a:cubicBezTo>
                  <a:pt x="7290" y="7308"/>
                  <a:pt x="7853" y="7018"/>
                  <a:pt x="8172" y="6540"/>
                </a:cubicBezTo>
                <a:cubicBezTo>
                  <a:pt x="8261" y="6397"/>
                  <a:pt x="8341" y="6237"/>
                  <a:pt x="8475" y="6139"/>
                </a:cubicBezTo>
                <a:cubicBezTo>
                  <a:pt x="8546" y="6082"/>
                  <a:pt x="8641" y="6048"/>
                  <a:pt x="8731" y="6048"/>
                </a:cubicBezTo>
                <a:cubicBezTo>
                  <a:pt x="8812" y="6048"/>
                  <a:pt x="8888" y="6075"/>
                  <a:pt x="8939" y="6139"/>
                </a:cubicBezTo>
                <a:cubicBezTo>
                  <a:pt x="8993" y="6219"/>
                  <a:pt x="9001" y="6317"/>
                  <a:pt x="9037" y="6406"/>
                </a:cubicBezTo>
                <a:cubicBezTo>
                  <a:pt x="9114" y="6603"/>
                  <a:pt x="9322" y="6703"/>
                  <a:pt x="9535" y="6703"/>
                </a:cubicBezTo>
                <a:cubicBezTo>
                  <a:pt x="9669" y="6703"/>
                  <a:pt x="9805" y="6664"/>
                  <a:pt x="9911" y="6585"/>
                </a:cubicBezTo>
                <a:cubicBezTo>
                  <a:pt x="10188" y="6379"/>
                  <a:pt x="10286" y="6014"/>
                  <a:pt x="10295" y="5666"/>
                </a:cubicBezTo>
                <a:cubicBezTo>
                  <a:pt x="10295" y="5327"/>
                  <a:pt x="10224" y="4988"/>
                  <a:pt x="10215" y="4640"/>
                </a:cubicBezTo>
                <a:cubicBezTo>
                  <a:pt x="10215" y="4256"/>
                  <a:pt x="10366" y="3855"/>
                  <a:pt x="10670" y="3614"/>
                </a:cubicBezTo>
                <a:cubicBezTo>
                  <a:pt x="10799" y="3515"/>
                  <a:pt x="10944" y="3462"/>
                  <a:pt x="11075" y="3462"/>
                </a:cubicBezTo>
                <a:cubicBezTo>
                  <a:pt x="11287" y="3462"/>
                  <a:pt x="11466" y="3600"/>
                  <a:pt x="11499" y="3908"/>
                </a:cubicBezTo>
                <a:cubicBezTo>
                  <a:pt x="11526" y="4140"/>
                  <a:pt x="11455" y="4390"/>
                  <a:pt x="11508" y="4631"/>
                </a:cubicBezTo>
                <a:cubicBezTo>
                  <a:pt x="11562" y="4899"/>
                  <a:pt x="11776" y="5139"/>
                  <a:pt x="12044" y="5211"/>
                </a:cubicBezTo>
                <a:cubicBezTo>
                  <a:pt x="12109" y="5231"/>
                  <a:pt x="12178" y="5240"/>
                  <a:pt x="12247" y="5240"/>
                </a:cubicBezTo>
                <a:cubicBezTo>
                  <a:pt x="12457" y="5240"/>
                  <a:pt x="12670" y="5151"/>
                  <a:pt x="12811" y="4997"/>
                </a:cubicBezTo>
                <a:lnTo>
                  <a:pt x="12811" y="4997"/>
                </a:lnTo>
                <a:cubicBezTo>
                  <a:pt x="12748" y="5443"/>
                  <a:pt x="13034" y="5907"/>
                  <a:pt x="13453" y="6058"/>
                </a:cubicBezTo>
                <a:cubicBezTo>
                  <a:pt x="13552" y="6091"/>
                  <a:pt x="13656" y="6107"/>
                  <a:pt x="13760" y="6107"/>
                </a:cubicBezTo>
                <a:cubicBezTo>
                  <a:pt x="14102" y="6107"/>
                  <a:pt x="14444" y="5934"/>
                  <a:pt x="14622" y="5639"/>
                </a:cubicBezTo>
                <a:cubicBezTo>
                  <a:pt x="14943" y="5104"/>
                  <a:pt x="14729" y="4328"/>
                  <a:pt x="15148" y="3864"/>
                </a:cubicBezTo>
                <a:cubicBezTo>
                  <a:pt x="15225" y="3779"/>
                  <a:pt x="15336" y="3707"/>
                  <a:pt x="15452" y="3707"/>
                </a:cubicBezTo>
                <a:cubicBezTo>
                  <a:pt x="15469" y="3707"/>
                  <a:pt x="15487" y="3708"/>
                  <a:pt x="15505" y="3712"/>
                </a:cubicBezTo>
                <a:cubicBezTo>
                  <a:pt x="15737" y="3757"/>
                  <a:pt x="15790" y="4060"/>
                  <a:pt x="15781" y="4301"/>
                </a:cubicBezTo>
                <a:cubicBezTo>
                  <a:pt x="15746" y="4818"/>
                  <a:pt x="15639" y="5327"/>
                  <a:pt x="15683" y="5844"/>
                </a:cubicBezTo>
                <a:cubicBezTo>
                  <a:pt x="15728" y="6353"/>
                  <a:pt x="15978" y="6897"/>
                  <a:pt x="16451" y="7093"/>
                </a:cubicBezTo>
                <a:cubicBezTo>
                  <a:pt x="16566" y="7142"/>
                  <a:pt x="16687" y="7164"/>
                  <a:pt x="16808" y="7164"/>
                </a:cubicBezTo>
                <a:cubicBezTo>
                  <a:pt x="17329" y="7164"/>
                  <a:pt x="17850" y="6746"/>
                  <a:pt x="17958" y="6210"/>
                </a:cubicBezTo>
                <a:cubicBezTo>
                  <a:pt x="18038" y="5773"/>
                  <a:pt x="17896" y="5327"/>
                  <a:pt x="17807" y="4890"/>
                </a:cubicBezTo>
                <a:cubicBezTo>
                  <a:pt x="17717" y="4452"/>
                  <a:pt x="17691" y="3953"/>
                  <a:pt x="17967" y="3605"/>
                </a:cubicBezTo>
                <a:cubicBezTo>
                  <a:pt x="18190" y="3748"/>
                  <a:pt x="18146" y="4185"/>
                  <a:pt x="18413" y="4221"/>
                </a:cubicBezTo>
                <a:cubicBezTo>
                  <a:pt x="18421" y="4221"/>
                  <a:pt x="18428" y="4222"/>
                  <a:pt x="18436" y="4222"/>
                </a:cubicBezTo>
                <a:cubicBezTo>
                  <a:pt x="18501" y="4222"/>
                  <a:pt x="18571" y="4189"/>
                  <a:pt x="18627" y="4149"/>
                </a:cubicBezTo>
                <a:cubicBezTo>
                  <a:pt x="18877" y="3962"/>
                  <a:pt x="18939" y="3614"/>
                  <a:pt x="18913" y="3302"/>
                </a:cubicBezTo>
                <a:cubicBezTo>
                  <a:pt x="18886" y="2998"/>
                  <a:pt x="18797" y="2695"/>
                  <a:pt x="18806" y="2383"/>
                </a:cubicBezTo>
                <a:cubicBezTo>
                  <a:pt x="18806" y="2088"/>
                  <a:pt x="18904" y="1803"/>
                  <a:pt x="18931" y="1517"/>
                </a:cubicBezTo>
                <a:cubicBezTo>
                  <a:pt x="19073" y="1"/>
                  <a:pt x="17066" y="126"/>
                  <a:pt x="16076" y="63"/>
                </a:cubicBezTo>
                <a:cubicBezTo>
                  <a:pt x="15456" y="28"/>
                  <a:pt x="14836" y="14"/>
                  <a:pt x="14216" y="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" name="Google Shape;337;p11"/>
          <p:cNvSpPr/>
          <p:nvPr/>
        </p:nvSpPr>
        <p:spPr>
          <a:xfrm>
            <a:off x="-479330" y="-531598"/>
            <a:ext cx="3598453" cy="1378898"/>
          </a:xfrm>
          <a:custGeom>
            <a:rect b="b" l="l" r="r" t="t"/>
            <a:pathLst>
              <a:path extrusionOk="0" h="7309" w="19074">
                <a:moveTo>
                  <a:pt x="14216" y="14"/>
                </a:moveTo>
                <a:cubicBezTo>
                  <a:pt x="13596" y="14"/>
                  <a:pt x="12976" y="28"/>
                  <a:pt x="12356" y="46"/>
                </a:cubicBezTo>
                <a:cubicBezTo>
                  <a:pt x="10259" y="90"/>
                  <a:pt x="8163" y="161"/>
                  <a:pt x="6066" y="269"/>
                </a:cubicBezTo>
                <a:cubicBezTo>
                  <a:pt x="5023" y="322"/>
                  <a:pt x="3970" y="376"/>
                  <a:pt x="2926" y="447"/>
                </a:cubicBezTo>
                <a:cubicBezTo>
                  <a:pt x="1624" y="527"/>
                  <a:pt x="0" y="545"/>
                  <a:pt x="295" y="2329"/>
                </a:cubicBezTo>
                <a:cubicBezTo>
                  <a:pt x="348" y="2659"/>
                  <a:pt x="571" y="2981"/>
                  <a:pt x="901" y="3052"/>
                </a:cubicBezTo>
                <a:cubicBezTo>
                  <a:pt x="973" y="3070"/>
                  <a:pt x="1044" y="3070"/>
                  <a:pt x="1106" y="3114"/>
                </a:cubicBezTo>
                <a:cubicBezTo>
                  <a:pt x="1222" y="3195"/>
                  <a:pt x="1213" y="3364"/>
                  <a:pt x="1204" y="3507"/>
                </a:cubicBezTo>
                <a:cubicBezTo>
                  <a:pt x="1142" y="4096"/>
                  <a:pt x="1204" y="4738"/>
                  <a:pt x="1570" y="5202"/>
                </a:cubicBezTo>
                <a:cubicBezTo>
                  <a:pt x="1804" y="5504"/>
                  <a:pt x="2193" y="5693"/>
                  <a:pt x="2565" y="5693"/>
                </a:cubicBezTo>
                <a:cubicBezTo>
                  <a:pt x="2776" y="5693"/>
                  <a:pt x="2981" y="5632"/>
                  <a:pt x="3149" y="5496"/>
                </a:cubicBezTo>
                <a:cubicBezTo>
                  <a:pt x="3363" y="5318"/>
                  <a:pt x="3479" y="5059"/>
                  <a:pt x="3640" y="4836"/>
                </a:cubicBezTo>
                <a:cubicBezTo>
                  <a:pt x="3797" y="4618"/>
                  <a:pt x="4023" y="4408"/>
                  <a:pt x="4292" y="4408"/>
                </a:cubicBezTo>
                <a:cubicBezTo>
                  <a:pt x="4298" y="4408"/>
                  <a:pt x="4303" y="4408"/>
                  <a:pt x="4309" y="4408"/>
                </a:cubicBezTo>
                <a:cubicBezTo>
                  <a:pt x="4621" y="4426"/>
                  <a:pt x="4853" y="4720"/>
                  <a:pt x="4933" y="5023"/>
                </a:cubicBezTo>
                <a:cubicBezTo>
                  <a:pt x="5014" y="5327"/>
                  <a:pt x="4996" y="5648"/>
                  <a:pt x="5058" y="5951"/>
                </a:cubicBezTo>
                <a:cubicBezTo>
                  <a:pt x="5201" y="6611"/>
                  <a:pt x="5763" y="7156"/>
                  <a:pt x="6423" y="7280"/>
                </a:cubicBezTo>
                <a:cubicBezTo>
                  <a:pt x="6522" y="7299"/>
                  <a:pt x="6623" y="7308"/>
                  <a:pt x="6723" y="7308"/>
                </a:cubicBezTo>
                <a:cubicBezTo>
                  <a:pt x="7290" y="7308"/>
                  <a:pt x="7853" y="7018"/>
                  <a:pt x="8172" y="6540"/>
                </a:cubicBezTo>
                <a:cubicBezTo>
                  <a:pt x="8261" y="6397"/>
                  <a:pt x="8341" y="6237"/>
                  <a:pt x="8475" y="6139"/>
                </a:cubicBezTo>
                <a:cubicBezTo>
                  <a:pt x="8546" y="6082"/>
                  <a:pt x="8641" y="6048"/>
                  <a:pt x="8731" y="6048"/>
                </a:cubicBezTo>
                <a:cubicBezTo>
                  <a:pt x="8812" y="6048"/>
                  <a:pt x="8888" y="6075"/>
                  <a:pt x="8939" y="6139"/>
                </a:cubicBezTo>
                <a:cubicBezTo>
                  <a:pt x="8993" y="6219"/>
                  <a:pt x="9001" y="6317"/>
                  <a:pt x="9037" y="6406"/>
                </a:cubicBezTo>
                <a:cubicBezTo>
                  <a:pt x="9114" y="6603"/>
                  <a:pt x="9322" y="6703"/>
                  <a:pt x="9535" y="6703"/>
                </a:cubicBezTo>
                <a:cubicBezTo>
                  <a:pt x="9669" y="6703"/>
                  <a:pt x="9805" y="6664"/>
                  <a:pt x="9911" y="6585"/>
                </a:cubicBezTo>
                <a:cubicBezTo>
                  <a:pt x="10188" y="6379"/>
                  <a:pt x="10286" y="6014"/>
                  <a:pt x="10295" y="5666"/>
                </a:cubicBezTo>
                <a:cubicBezTo>
                  <a:pt x="10295" y="5327"/>
                  <a:pt x="10224" y="4988"/>
                  <a:pt x="10215" y="4640"/>
                </a:cubicBezTo>
                <a:cubicBezTo>
                  <a:pt x="10215" y="4256"/>
                  <a:pt x="10366" y="3855"/>
                  <a:pt x="10670" y="3614"/>
                </a:cubicBezTo>
                <a:cubicBezTo>
                  <a:pt x="10799" y="3515"/>
                  <a:pt x="10944" y="3462"/>
                  <a:pt x="11075" y="3462"/>
                </a:cubicBezTo>
                <a:cubicBezTo>
                  <a:pt x="11287" y="3462"/>
                  <a:pt x="11466" y="3600"/>
                  <a:pt x="11499" y="3908"/>
                </a:cubicBezTo>
                <a:cubicBezTo>
                  <a:pt x="11526" y="4140"/>
                  <a:pt x="11455" y="4390"/>
                  <a:pt x="11508" y="4631"/>
                </a:cubicBezTo>
                <a:cubicBezTo>
                  <a:pt x="11562" y="4899"/>
                  <a:pt x="11776" y="5139"/>
                  <a:pt x="12044" y="5211"/>
                </a:cubicBezTo>
                <a:cubicBezTo>
                  <a:pt x="12109" y="5231"/>
                  <a:pt x="12178" y="5240"/>
                  <a:pt x="12247" y="5240"/>
                </a:cubicBezTo>
                <a:cubicBezTo>
                  <a:pt x="12457" y="5240"/>
                  <a:pt x="12670" y="5151"/>
                  <a:pt x="12811" y="4997"/>
                </a:cubicBezTo>
                <a:lnTo>
                  <a:pt x="12811" y="4997"/>
                </a:lnTo>
                <a:cubicBezTo>
                  <a:pt x="12748" y="5443"/>
                  <a:pt x="13034" y="5907"/>
                  <a:pt x="13453" y="6058"/>
                </a:cubicBezTo>
                <a:cubicBezTo>
                  <a:pt x="13552" y="6091"/>
                  <a:pt x="13656" y="6107"/>
                  <a:pt x="13760" y="6107"/>
                </a:cubicBezTo>
                <a:cubicBezTo>
                  <a:pt x="14102" y="6107"/>
                  <a:pt x="14444" y="5934"/>
                  <a:pt x="14622" y="5639"/>
                </a:cubicBezTo>
                <a:cubicBezTo>
                  <a:pt x="14943" y="5104"/>
                  <a:pt x="14729" y="4328"/>
                  <a:pt x="15148" y="3864"/>
                </a:cubicBezTo>
                <a:cubicBezTo>
                  <a:pt x="15225" y="3779"/>
                  <a:pt x="15336" y="3707"/>
                  <a:pt x="15452" y="3707"/>
                </a:cubicBezTo>
                <a:cubicBezTo>
                  <a:pt x="15469" y="3707"/>
                  <a:pt x="15487" y="3708"/>
                  <a:pt x="15505" y="3712"/>
                </a:cubicBezTo>
                <a:cubicBezTo>
                  <a:pt x="15737" y="3757"/>
                  <a:pt x="15790" y="4060"/>
                  <a:pt x="15781" y="4301"/>
                </a:cubicBezTo>
                <a:cubicBezTo>
                  <a:pt x="15746" y="4818"/>
                  <a:pt x="15639" y="5327"/>
                  <a:pt x="15683" y="5844"/>
                </a:cubicBezTo>
                <a:cubicBezTo>
                  <a:pt x="15728" y="6353"/>
                  <a:pt x="15978" y="6897"/>
                  <a:pt x="16451" y="7093"/>
                </a:cubicBezTo>
                <a:cubicBezTo>
                  <a:pt x="16566" y="7142"/>
                  <a:pt x="16687" y="7164"/>
                  <a:pt x="16808" y="7164"/>
                </a:cubicBezTo>
                <a:cubicBezTo>
                  <a:pt x="17329" y="7164"/>
                  <a:pt x="17850" y="6746"/>
                  <a:pt x="17958" y="6210"/>
                </a:cubicBezTo>
                <a:cubicBezTo>
                  <a:pt x="18038" y="5773"/>
                  <a:pt x="17896" y="5327"/>
                  <a:pt x="17807" y="4890"/>
                </a:cubicBezTo>
                <a:cubicBezTo>
                  <a:pt x="17717" y="4452"/>
                  <a:pt x="17691" y="3953"/>
                  <a:pt x="17967" y="3605"/>
                </a:cubicBezTo>
                <a:cubicBezTo>
                  <a:pt x="18190" y="3748"/>
                  <a:pt x="18146" y="4185"/>
                  <a:pt x="18413" y="4221"/>
                </a:cubicBezTo>
                <a:cubicBezTo>
                  <a:pt x="18421" y="4221"/>
                  <a:pt x="18428" y="4222"/>
                  <a:pt x="18436" y="4222"/>
                </a:cubicBezTo>
                <a:cubicBezTo>
                  <a:pt x="18501" y="4222"/>
                  <a:pt x="18571" y="4189"/>
                  <a:pt x="18627" y="4149"/>
                </a:cubicBezTo>
                <a:cubicBezTo>
                  <a:pt x="18877" y="3962"/>
                  <a:pt x="18939" y="3614"/>
                  <a:pt x="18913" y="3302"/>
                </a:cubicBezTo>
                <a:cubicBezTo>
                  <a:pt x="18886" y="2998"/>
                  <a:pt x="18797" y="2695"/>
                  <a:pt x="18806" y="2383"/>
                </a:cubicBezTo>
                <a:cubicBezTo>
                  <a:pt x="18806" y="2088"/>
                  <a:pt x="18904" y="1803"/>
                  <a:pt x="18931" y="1517"/>
                </a:cubicBezTo>
                <a:cubicBezTo>
                  <a:pt x="19073" y="1"/>
                  <a:pt x="17066" y="126"/>
                  <a:pt x="16076" y="63"/>
                </a:cubicBezTo>
                <a:cubicBezTo>
                  <a:pt x="15456" y="28"/>
                  <a:pt x="14836" y="14"/>
                  <a:pt x="14216" y="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" name="Google Shape;338;p11"/>
          <p:cNvSpPr/>
          <p:nvPr/>
        </p:nvSpPr>
        <p:spPr>
          <a:xfrm flipH="1">
            <a:off x="-114300" y="-67075"/>
            <a:ext cx="4068308" cy="295675"/>
          </a:xfrm>
          <a:custGeom>
            <a:rect b="b" l="l" r="r" t="t"/>
            <a:pathLst>
              <a:path extrusionOk="0" h="11827" w="163830">
                <a:moveTo>
                  <a:pt x="0" y="11827"/>
                </a:moveTo>
                <a:cubicBezTo>
                  <a:pt x="4491" y="9902"/>
                  <a:pt x="8463" y="6894"/>
                  <a:pt x="12954" y="4969"/>
                </a:cubicBezTo>
                <a:cubicBezTo>
                  <a:pt x="16697" y="3365"/>
                  <a:pt x="21196" y="5195"/>
                  <a:pt x="25146" y="4207"/>
                </a:cubicBezTo>
                <a:cubicBezTo>
                  <a:pt x="33524" y="2112"/>
                  <a:pt x="42497" y="3040"/>
                  <a:pt x="51054" y="4207"/>
                </a:cubicBezTo>
                <a:cubicBezTo>
                  <a:pt x="58708" y="5251"/>
                  <a:pt x="66486" y="10139"/>
                  <a:pt x="73914" y="8017"/>
                </a:cubicBezTo>
                <a:cubicBezTo>
                  <a:pt x="79494" y="6423"/>
                  <a:pt x="84225" y="2297"/>
                  <a:pt x="89916" y="1159"/>
                </a:cubicBezTo>
                <a:cubicBezTo>
                  <a:pt x="98633" y="-584"/>
                  <a:pt x="107771" y="9"/>
                  <a:pt x="116586" y="1159"/>
                </a:cubicBezTo>
                <a:cubicBezTo>
                  <a:pt x="125383" y="2306"/>
                  <a:pt x="134257" y="3960"/>
                  <a:pt x="142494" y="7255"/>
                </a:cubicBezTo>
                <a:cubicBezTo>
                  <a:pt x="146267" y="8764"/>
                  <a:pt x="150743" y="6269"/>
                  <a:pt x="154686" y="7255"/>
                </a:cubicBezTo>
                <a:cubicBezTo>
                  <a:pt x="157803" y="8034"/>
                  <a:pt x="160617" y="10303"/>
                  <a:pt x="163830" y="10303"/>
                </a:cubicBezTo>
              </a:path>
            </a:pathLst>
          </a:custGeom>
          <a:noFill/>
          <a:ln cap="rnd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sp>
      <p:grpSp>
        <p:nvGrpSpPr>
          <p:cNvPr id="339" name="Google Shape;339;p11"/>
          <p:cNvGrpSpPr/>
          <p:nvPr/>
        </p:nvGrpSpPr>
        <p:grpSpPr>
          <a:xfrm flipH="1">
            <a:off x="2637733" y="-8304"/>
            <a:ext cx="1629157" cy="306928"/>
            <a:chOff x="6356635" y="162913"/>
            <a:chExt cx="1581091" cy="306928"/>
          </a:xfrm>
        </p:grpSpPr>
        <p:sp>
          <p:nvSpPr>
            <p:cNvPr id="340" name="Google Shape;340;p11"/>
            <p:cNvSpPr/>
            <p:nvPr/>
          </p:nvSpPr>
          <p:spPr>
            <a:xfrm flipH="1">
              <a:off x="7787649" y="162913"/>
              <a:ext cx="150077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11"/>
            <p:cNvSpPr/>
            <p:nvPr/>
          </p:nvSpPr>
          <p:spPr>
            <a:xfrm flipH="1">
              <a:off x="7615686" y="233783"/>
              <a:ext cx="10474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11"/>
            <p:cNvSpPr/>
            <p:nvPr/>
          </p:nvSpPr>
          <p:spPr>
            <a:xfrm flipH="1">
              <a:off x="7729547" y="390764"/>
              <a:ext cx="102396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11"/>
            <p:cNvSpPr/>
            <p:nvPr/>
          </p:nvSpPr>
          <p:spPr>
            <a:xfrm flipH="1">
              <a:off x="6356635" y="338926"/>
              <a:ext cx="84939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4" name="Google Shape;344;p11"/>
          <p:cNvSpPr/>
          <p:nvPr/>
        </p:nvSpPr>
        <p:spPr>
          <a:xfrm>
            <a:off x="6012327" y="-127900"/>
            <a:ext cx="3131610" cy="295675"/>
          </a:xfrm>
          <a:custGeom>
            <a:rect b="b" l="l" r="r" t="t"/>
            <a:pathLst>
              <a:path extrusionOk="0" h="11827" w="163830">
                <a:moveTo>
                  <a:pt x="0" y="11827"/>
                </a:moveTo>
                <a:cubicBezTo>
                  <a:pt x="4491" y="9902"/>
                  <a:pt x="8463" y="6894"/>
                  <a:pt x="12954" y="4969"/>
                </a:cubicBezTo>
                <a:cubicBezTo>
                  <a:pt x="16697" y="3365"/>
                  <a:pt x="21196" y="5195"/>
                  <a:pt x="25146" y="4207"/>
                </a:cubicBezTo>
                <a:cubicBezTo>
                  <a:pt x="33524" y="2112"/>
                  <a:pt x="42497" y="3040"/>
                  <a:pt x="51054" y="4207"/>
                </a:cubicBezTo>
                <a:cubicBezTo>
                  <a:pt x="58708" y="5251"/>
                  <a:pt x="66486" y="10139"/>
                  <a:pt x="73914" y="8017"/>
                </a:cubicBezTo>
                <a:cubicBezTo>
                  <a:pt x="79494" y="6423"/>
                  <a:pt x="84225" y="2297"/>
                  <a:pt x="89916" y="1159"/>
                </a:cubicBezTo>
                <a:cubicBezTo>
                  <a:pt x="98633" y="-584"/>
                  <a:pt x="107771" y="9"/>
                  <a:pt x="116586" y="1159"/>
                </a:cubicBezTo>
                <a:cubicBezTo>
                  <a:pt x="125383" y="2306"/>
                  <a:pt x="134257" y="3960"/>
                  <a:pt x="142494" y="7255"/>
                </a:cubicBezTo>
                <a:cubicBezTo>
                  <a:pt x="146267" y="8764"/>
                  <a:pt x="150743" y="6269"/>
                  <a:pt x="154686" y="7255"/>
                </a:cubicBezTo>
                <a:cubicBezTo>
                  <a:pt x="157803" y="8034"/>
                  <a:pt x="160617" y="10303"/>
                  <a:pt x="163830" y="10303"/>
                </a:cubicBezTo>
              </a:path>
            </a:pathLst>
          </a:custGeom>
          <a:noFill/>
          <a:ln cap="rnd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sp>
      <p:grpSp>
        <p:nvGrpSpPr>
          <p:cNvPr id="345" name="Google Shape;345;p11"/>
          <p:cNvGrpSpPr/>
          <p:nvPr/>
        </p:nvGrpSpPr>
        <p:grpSpPr>
          <a:xfrm flipH="1">
            <a:off x="7068808" y="246784"/>
            <a:ext cx="331830" cy="306928"/>
            <a:chOff x="7615686" y="162913"/>
            <a:chExt cx="322040" cy="306928"/>
          </a:xfrm>
        </p:grpSpPr>
        <p:sp>
          <p:nvSpPr>
            <p:cNvPr id="346" name="Google Shape;346;p11"/>
            <p:cNvSpPr/>
            <p:nvPr/>
          </p:nvSpPr>
          <p:spPr>
            <a:xfrm flipH="1">
              <a:off x="7787649" y="162913"/>
              <a:ext cx="150077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11"/>
            <p:cNvSpPr/>
            <p:nvPr/>
          </p:nvSpPr>
          <p:spPr>
            <a:xfrm flipH="1">
              <a:off x="7615686" y="233783"/>
              <a:ext cx="10474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11"/>
            <p:cNvSpPr/>
            <p:nvPr/>
          </p:nvSpPr>
          <p:spPr>
            <a:xfrm flipH="1">
              <a:off x="7729547" y="390764"/>
              <a:ext cx="102396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9" name="Google Shape;349;p11"/>
          <p:cNvGrpSpPr/>
          <p:nvPr/>
        </p:nvGrpSpPr>
        <p:grpSpPr>
          <a:xfrm>
            <a:off x="-1024085" y="2690869"/>
            <a:ext cx="6349712" cy="3179532"/>
            <a:chOff x="-1024085" y="2690869"/>
            <a:chExt cx="6349712" cy="3179532"/>
          </a:xfrm>
        </p:grpSpPr>
        <p:sp>
          <p:nvSpPr>
            <p:cNvPr id="350" name="Google Shape;350;p11"/>
            <p:cNvSpPr/>
            <p:nvPr/>
          </p:nvSpPr>
          <p:spPr>
            <a:xfrm rot="10800000">
              <a:off x="-1024085" y="2690869"/>
              <a:ext cx="3316347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11"/>
            <p:cNvSpPr/>
            <p:nvPr/>
          </p:nvSpPr>
          <p:spPr>
            <a:xfrm rot="10800000">
              <a:off x="376247" y="5119848"/>
              <a:ext cx="112681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11"/>
            <p:cNvSpPr/>
            <p:nvPr/>
          </p:nvSpPr>
          <p:spPr>
            <a:xfrm rot="10800000">
              <a:off x="675584" y="5108123"/>
              <a:ext cx="93471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11"/>
            <p:cNvSpPr/>
            <p:nvPr/>
          </p:nvSpPr>
          <p:spPr>
            <a:xfrm rot="10800000">
              <a:off x="75764" y="4912972"/>
              <a:ext cx="108810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11"/>
            <p:cNvSpPr/>
            <p:nvPr/>
          </p:nvSpPr>
          <p:spPr>
            <a:xfrm rot="10800000">
              <a:off x="-824672" y="4518618"/>
              <a:ext cx="3104174" cy="830503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5" name="Google Shape;355;p11"/>
            <p:cNvGrpSpPr/>
            <p:nvPr/>
          </p:nvGrpSpPr>
          <p:grpSpPr>
            <a:xfrm>
              <a:off x="2138092" y="4070572"/>
              <a:ext cx="3187535" cy="1799829"/>
              <a:chOff x="2138092" y="4070572"/>
              <a:chExt cx="3187535" cy="1799829"/>
            </a:xfrm>
          </p:grpSpPr>
          <p:grpSp>
            <p:nvGrpSpPr>
              <p:cNvPr id="356" name="Google Shape;356;p11"/>
              <p:cNvGrpSpPr/>
              <p:nvPr/>
            </p:nvGrpSpPr>
            <p:grpSpPr>
              <a:xfrm flipH="1" rot="10800000">
                <a:off x="2157161" y="4070572"/>
                <a:ext cx="3168466" cy="1799829"/>
                <a:chOff x="4129076" y="-686277"/>
                <a:chExt cx="2879377" cy="1635316"/>
              </a:xfrm>
            </p:grpSpPr>
            <p:sp>
              <p:nvSpPr>
                <p:cNvPr id="357" name="Google Shape;357;p11"/>
                <p:cNvSpPr/>
                <p:nvPr/>
              </p:nvSpPr>
              <p:spPr>
                <a:xfrm>
                  <a:off x="4129076" y="-686277"/>
                  <a:ext cx="2879377" cy="1635316"/>
                </a:xfrm>
                <a:custGeom>
                  <a:rect b="b" l="l" r="r" t="t"/>
                  <a:pathLst>
                    <a:path extrusionOk="0" h="11958" w="21055">
                      <a:moveTo>
                        <a:pt x="16827" y="1"/>
                      </a:moveTo>
                      <a:cubicBezTo>
                        <a:pt x="16033" y="1"/>
                        <a:pt x="15235" y="124"/>
                        <a:pt x="14444" y="243"/>
                      </a:cubicBezTo>
                      <a:cubicBezTo>
                        <a:pt x="14444" y="252"/>
                        <a:pt x="14435" y="252"/>
                        <a:pt x="14426" y="252"/>
                      </a:cubicBezTo>
                      <a:lnTo>
                        <a:pt x="446" y="3392"/>
                      </a:lnTo>
                      <a:cubicBezTo>
                        <a:pt x="304" y="3419"/>
                        <a:pt x="197" y="3535"/>
                        <a:pt x="161" y="3677"/>
                      </a:cubicBezTo>
                      <a:cubicBezTo>
                        <a:pt x="0" y="4355"/>
                        <a:pt x="18" y="5087"/>
                        <a:pt x="206" y="5765"/>
                      </a:cubicBezTo>
                      <a:cubicBezTo>
                        <a:pt x="249" y="5934"/>
                        <a:pt x="403" y="6030"/>
                        <a:pt x="560" y="6030"/>
                      </a:cubicBezTo>
                      <a:cubicBezTo>
                        <a:pt x="661" y="6030"/>
                        <a:pt x="763" y="5991"/>
                        <a:pt x="839" y="5908"/>
                      </a:cubicBezTo>
                      <a:cubicBezTo>
                        <a:pt x="839" y="5908"/>
                        <a:pt x="839" y="5908"/>
                        <a:pt x="839" y="5899"/>
                      </a:cubicBezTo>
                      <a:cubicBezTo>
                        <a:pt x="917" y="5821"/>
                        <a:pt x="1014" y="5785"/>
                        <a:pt x="1110" y="5785"/>
                      </a:cubicBezTo>
                      <a:cubicBezTo>
                        <a:pt x="1288" y="5785"/>
                        <a:pt x="1461" y="5909"/>
                        <a:pt x="1490" y="6113"/>
                      </a:cubicBezTo>
                      <a:cubicBezTo>
                        <a:pt x="1535" y="6425"/>
                        <a:pt x="1481" y="6782"/>
                        <a:pt x="1472" y="7112"/>
                      </a:cubicBezTo>
                      <a:cubicBezTo>
                        <a:pt x="1448" y="7622"/>
                        <a:pt x="1734" y="8277"/>
                        <a:pt x="2213" y="8277"/>
                      </a:cubicBezTo>
                      <a:cubicBezTo>
                        <a:pt x="2253" y="8277"/>
                        <a:pt x="2295" y="8272"/>
                        <a:pt x="2338" y="8263"/>
                      </a:cubicBezTo>
                      <a:cubicBezTo>
                        <a:pt x="2721" y="8173"/>
                        <a:pt x="2882" y="7718"/>
                        <a:pt x="3203" y="7478"/>
                      </a:cubicBezTo>
                      <a:cubicBezTo>
                        <a:pt x="3357" y="7360"/>
                        <a:pt x="3532" y="7309"/>
                        <a:pt x="3712" y="7309"/>
                      </a:cubicBezTo>
                      <a:cubicBezTo>
                        <a:pt x="4232" y="7309"/>
                        <a:pt x="4793" y="7737"/>
                        <a:pt x="5005" y="8254"/>
                      </a:cubicBezTo>
                      <a:cubicBezTo>
                        <a:pt x="5299" y="8950"/>
                        <a:pt x="5210" y="9735"/>
                        <a:pt x="5362" y="10475"/>
                      </a:cubicBezTo>
                      <a:cubicBezTo>
                        <a:pt x="5501" y="11195"/>
                        <a:pt x="6028" y="11958"/>
                        <a:pt x="6754" y="11958"/>
                      </a:cubicBezTo>
                      <a:cubicBezTo>
                        <a:pt x="6775" y="11958"/>
                        <a:pt x="6795" y="11957"/>
                        <a:pt x="6816" y="11956"/>
                      </a:cubicBezTo>
                      <a:cubicBezTo>
                        <a:pt x="7646" y="11902"/>
                        <a:pt x="8074" y="10903"/>
                        <a:pt x="8083" y="10074"/>
                      </a:cubicBezTo>
                      <a:cubicBezTo>
                        <a:pt x="8101" y="9244"/>
                        <a:pt x="7922" y="8352"/>
                        <a:pt x="8342" y="7638"/>
                      </a:cubicBezTo>
                      <a:cubicBezTo>
                        <a:pt x="8501" y="7373"/>
                        <a:pt x="8783" y="7133"/>
                        <a:pt x="9077" y="7133"/>
                      </a:cubicBezTo>
                      <a:cubicBezTo>
                        <a:pt x="9129" y="7133"/>
                        <a:pt x="9182" y="7140"/>
                        <a:pt x="9234" y="7156"/>
                      </a:cubicBezTo>
                      <a:cubicBezTo>
                        <a:pt x="9698" y="7290"/>
                        <a:pt x="9814" y="7950"/>
                        <a:pt x="10268" y="8111"/>
                      </a:cubicBezTo>
                      <a:cubicBezTo>
                        <a:pt x="10333" y="8133"/>
                        <a:pt x="10396" y="8143"/>
                        <a:pt x="10457" y="8143"/>
                      </a:cubicBezTo>
                      <a:cubicBezTo>
                        <a:pt x="10897" y="8143"/>
                        <a:pt x="11257" y="7623"/>
                        <a:pt x="11500" y="7192"/>
                      </a:cubicBezTo>
                      <a:cubicBezTo>
                        <a:pt x="11702" y="6827"/>
                        <a:pt x="12110" y="6447"/>
                        <a:pt x="12474" y="6447"/>
                      </a:cubicBezTo>
                      <a:cubicBezTo>
                        <a:pt x="12591" y="6447"/>
                        <a:pt x="12703" y="6486"/>
                        <a:pt x="12802" y="6577"/>
                      </a:cubicBezTo>
                      <a:cubicBezTo>
                        <a:pt x="13061" y="6817"/>
                        <a:pt x="13034" y="7290"/>
                        <a:pt x="13346" y="7460"/>
                      </a:cubicBezTo>
                      <a:cubicBezTo>
                        <a:pt x="13413" y="7496"/>
                        <a:pt x="13481" y="7511"/>
                        <a:pt x="13551" y="7511"/>
                      </a:cubicBezTo>
                      <a:cubicBezTo>
                        <a:pt x="13950" y="7511"/>
                        <a:pt x="14389" y="7006"/>
                        <a:pt x="14772" y="7006"/>
                      </a:cubicBezTo>
                      <a:cubicBezTo>
                        <a:pt x="14849" y="7006"/>
                        <a:pt x="14925" y="7026"/>
                        <a:pt x="14997" y="7076"/>
                      </a:cubicBezTo>
                      <a:cubicBezTo>
                        <a:pt x="15104" y="7156"/>
                        <a:pt x="15166" y="7281"/>
                        <a:pt x="15211" y="7415"/>
                      </a:cubicBezTo>
                      <a:cubicBezTo>
                        <a:pt x="15648" y="8602"/>
                        <a:pt x="15273" y="10065"/>
                        <a:pt x="16040" y="11073"/>
                      </a:cubicBezTo>
                      <a:cubicBezTo>
                        <a:pt x="16156" y="11216"/>
                        <a:pt x="16290" y="11349"/>
                        <a:pt x="16460" y="11421"/>
                      </a:cubicBezTo>
                      <a:cubicBezTo>
                        <a:pt x="16543" y="11452"/>
                        <a:pt x="16631" y="11466"/>
                        <a:pt x="16720" y="11466"/>
                      </a:cubicBezTo>
                      <a:cubicBezTo>
                        <a:pt x="16908" y="11466"/>
                        <a:pt x="17102" y="11404"/>
                        <a:pt x="17272" y="11314"/>
                      </a:cubicBezTo>
                      <a:cubicBezTo>
                        <a:pt x="18262" y="10761"/>
                        <a:pt x="18360" y="9387"/>
                        <a:pt x="18244" y="8263"/>
                      </a:cubicBezTo>
                      <a:cubicBezTo>
                        <a:pt x="18217" y="7959"/>
                        <a:pt x="18208" y="7594"/>
                        <a:pt x="18476" y="7442"/>
                      </a:cubicBezTo>
                      <a:cubicBezTo>
                        <a:pt x="18538" y="7406"/>
                        <a:pt x="18606" y="7390"/>
                        <a:pt x="18675" y="7390"/>
                      </a:cubicBezTo>
                      <a:cubicBezTo>
                        <a:pt x="18866" y="7390"/>
                        <a:pt x="19067" y="7513"/>
                        <a:pt x="19172" y="7683"/>
                      </a:cubicBezTo>
                      <a:cubicBezTo>
                        <a:pt x="19243" y="7808"/>
                        <a:pt x="19288" y="7950"/>
                        <a:pt x="19306" y="8102"/>
                      </a:cubicBezTo>
                      <a:cubicBezTo>
                        <a:pt x="19335" y="8293"/>
                        <a:pt x="19492" y="8424"/>
                        <a:pt x="19671" y="8424"/>
                      </a:cubicBezTo>
                      <a:cubicBezTo>
                        <a:pt x="19709" y="8424"/>
                        <a:pt x="19748" y="8418"/>
                        <a:pt x="19787" y="8405"/>
                      </a:cubicBezTo>
                      <a:cubicBezTo>
                        <a:pt x="20251" y="8272"/>
                        <a:pt x="20635" y="7861"/>
                        <a:pt x="20813" y="7406"/>
                      </a:cubicBezTo>
                      <a:cubicBezTo>
                        <a:pt x="21054" y="6809"/>
                        <a:pt x="21018" y="6139"/>
                        <a:pt x="20983" y="5497"/>
                      </a:cubicBezTo>
                      <a:cubicBezTo>
                        <a:pt x="20947" y="4819"/>
                        <a:pt x="20911" y="4141"/>
                        <a:pt x="20867" y="3463"/>
                      </a:cubicBezTo>
                      <a:cubicBezTo>
                        <a:pt x="20849" y="3044"/>
                        <a:pt x="20822" y="2616"/>
                        <a:pt x="20697" y="2214"/>
                      </a:cubicBezTo>
                      <a:cubicBezTo>
                        <a:pt x="20331" y="1081"/>
                        <a:pt x="19181" y="341"/>
                        <a:pt x="18012" y="109"/>
                      </a:cubicBezTo>
                      <a:cubicBezTo>
                        <a:pt x="17619" y="32"/>
                        <a:pt x="17224" y="1"/>
                        <a:pt x="1682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" name="Google Shape;358;p11"/>
                <p:cNvSpPr/>
                <p:nvPr/>
              </p:nvSpPr>
              <p:spPr>
                <a:xfrm>
                  <a:off x="5076447" y="119145"/>
                  <a:ext cx="104741" cy="81552"/>
                </a:xfrm>
                <a:custGeom>
                  <a:rect b="b" l="l" r="r" t="t"/>
                  <a:pathLst>
                    <a:path extrusionOk="0" h="626" w="804">
                      <a:moveTo>
                        <a:pt x="402" y="1"/>
                      </a:moveTo>
                      <a:cubicBezTo>
                        <a:pt x="1" y="1"/>
                        <a:pt x="1" y="625"/>
                        <a:pt x="402" y="625"/>
                      </a:cubicBezTo>
                      <a:cubicBezTo>
                        <a:pt x="803" y="625"/>
                        <a:pt x="803" y="1"/>
                        <a:pt x="4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" name="Google Shape;359;p11"/>
                <p:cNvSpPr/>
                <p:nvPr/>
              </p:nvSpPr>
              <p:spPr>
                <a:xfrm>
                  <a:off x="4964931" y="276127"/>
                  <a:ext cx="102396" cy="79077"/>
                </a:xfrm>
                <a:custGeom>
                  <a:rect b="b" l="l" r="r" t="t"/>
                  <a:pathLst>
                    <a:path extrusionOk="0" h="607" w="786">
                      <a:moveTo>
                        <a:pt x="393" y="0"/>
                      </a:moveTo>
                      <a:cubicBezTo>
                        <a:pt x="0" y="0"/>
                        <a:pt x="0" y="607"/>
                        <a:pt x="393" y="607"/>
                      </a:cubicBezTo>
                      <a:cubicBezTo>
                        <a:pt x="785" y="607"/>
                        <a:pt x="785" y="0"/>
                        <a:pt x="3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" name="Google Shape;360;p11"/>
                <p:cNvSpPr/>
                <p:nvPr/>
              </p:nvSpPr>
              <p:spPr>
                <a:xfrm>
                  <a:off x="5426575" y="107300"/>
                  <a:ext cx="62923" cy="48853"/>
                </a:xfrm>
                <a:custGeom>
                  <a:rect b="b" l="l" r="r" t="t"/>
                  <a:pathLst>
                    <a:path extrusionOk="0" h="375" w="483">
                      <a:moveTo>
                        <a:pt x="241" y="0"/>
                      </a:moveTo>
                      <a:cubicBezTo>
                        <a:pt x="1" y="0"/>
                        <a:pt x="1" y="375"/>
                        <a:pt x="241" y="375"/>
                      </a:cubicBezTo>
                      <a:cubicBezTo>
                        <a:pt x="482" y="375"/>
                        <a:pt x="482" y="0"/>
                        <a:pt x="24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61" name="Google Shape;361;p11"/>
              <p:cNvSpPr/>
              <p:nvPr/>
            </p:nvSpPr>
            <p:spPr>
              <a:xfrm rot="10800000">
                <a:off x="2138092" y="4940082"/>
                <a:ext cx="3172149" cy="611270"/>
              </a:xfrm>
              <a:custGeom>
                <a:rect b="b" l="l" r="r" t="t"/>
                <a:pathLst>
                  <a:path extrusionOk="0" h="4893" w="21733">
                    <a:moveTo>
                      <a:pt x="3008" y="0"/>
                    </a:moveTo>
                    <a:cubicBezTo>
                      <a:pt x="1945" y="0"/>
                      <a:pt x="940" y="367"/>
                      <a:pt x="1" y="872"/>
                    </a:cubicBezTo>
                    <a:cubicBezTo>
                      <a:pt x="10" y="1024"/>
                      <a:pt x="27" y="1184"/>
                      <a:pt x="45" y="1336"/>
                    </a:cubicBezTo>
                    <a:cubicBezTo>
                      <a:pt x="961" y="881"/>
                      <a:pt x="1925" y="542"/>
                      <a:pt x="2912" y="542"/>
                    </a:cubicBezTo>
                    <a:cubicBezTo>
                      <a:pt x="3377" y="542"/>
                      <a:pt x="3847" y="617"/>
                      <a:pt x="4318" y="792"/>
                    </a:cubicBezTo>
                    <a:cubicBezTo>
                      <a:pt x="5514" y="1229"/>
                      <a:pt x="5942" y="2076"/>
                      <a:pt x="6272" y="3245"/>
                    </a:cubicBezTo>
                    <a:cubicBezTo>
                      <a:pt x="6468" y="3968"/>
                      <a:pt x="6879" y="4797"/>
                      <a:pt x="7726" y="4886"/>
                    </a:cubicBezTo>
                    <a:cubicBezTo>
                      <a:pt x="7768" y="4891"/>
                      <a:pt x="7809" y="4893"/>
                      <a:pt x="7849" y="4893"/>
                    </a:cubicBezTo>
                    <a:cubicBezTo>
                      <a:pt x="8482" y="4893"/>
                      <a:pt x="8945" y="4383"/>
                      <a:pt x="9314" y="3905"/>
                    </a:cubicBezTo>
                    <a:cubicBezTo>
                      <a:pt x="9662" y="3450"/>
                      <a:pt x="9974" y="3013"/>
                      <a:pt x="10501" y="2736"/>
                    </a:cubicBezTo>
                    <a:cubicBezTo>
                      <a:pt x="10762" y="2599"/>
                      <a:pt x="11002" y="2543"/>
                      <a:pt x="11233" y="2543"/>
                    </a:cubicBezTo>
                    <a:cubicBezTo>
                      <a:pt x="11662" y="2543"/>
                      <a:pt x="12058" y="2739"/>
                      <a:pt x="12499" y="2977"/>
                    </a:cubicBezTo>
                    <a:cubicBezTo>
                      <a:pt x="12804" y="3137"/>
                      <a:pt x="13117" y="3206"/>
                      <a:pt x="13428" y="3206"/>
                    </a:cubicBezTo>
                    <a:cubicBezTo>
                      <a:pt x="13936" y="3206"/>
                      <a:pt x="14440" y="3022"/>
                      <a:pt x="14899" y="2745"/>
                    </a:cubicBezTo>
                    <a:cubicBezTo>
                      <a:pt x="15934" y="2121"/>
                      <a:pt x="16728" y="1327"/>
                      <a:pt x="18003" y="1247"/>
                    </a:cubicBezTo>
                    <a:cubicBezTo>
                      <a:pt x="18054" y="1243"/>
                      <a:pt x="18105" y="1242"/>
                      <a:pt x="18157" y="1242"/>
                    </a:cubicBezTo>
                    <a:cubicBezTo>
                      <a:pt x="19210" y="1242"/>
                      <a:pt x="20504" y="1905"/>
                      <a:pt x="21661" y="2041"/>
                    </a:cubicBezTo>
                    <a:cubicBezTo>
                      <a:pt x="21688" y="1907"/>
                      <a:pt x="21714" y="1773"/>
                      <a:pt x="21732" y="1639"/>
                    </a:cubicBezTo>
                    <a:cubicBezTo>
                      <a:pt x="21268" y="1595"/>
                      <a:pt x="20804" y="1461"/>
                      <a:pt x="20385" y="1318"/>
                    </a:cubicBezTo>
                    <a:cubicBezTo>
                      <a:pt x="19626" y="1063"/>
                      <a:pt x="18898" y="825"/>
                      <a:pt x="18116" y="825"/>
                    </a:cubicBezTo>
                    <a:cubicBezTo>
                      <a:pt x="17941" y="825"/>
                      <a:pt x="17764" y="837"/>
                      <a:pt x="17584" y="863"/>
                    </a:cubicBezTo>
                    <a:cubicBezTo>
                      <a:pt x="16540" y="1015"/>
                      <a:pt x="15800" y="1550"/>
                      <a:pt x="14952" y="2130"/>
                    </a:cubicBezTo>
                    <a:cubicBezTo>
                      <a:pt x="14506" y="2434"/>
                      <a:pt x="13992" y="2713"/>
                      <a:pt x="13455" y="2713"/>
                    </a:cubicBezTo>
                    <a:cubicBezTo>
                      <a:pt x="13284" y="2713"/>
                      <a:pt x="13110" y="2685"/>
                      <a:pt x="12936" y="2620"/>
                    </a:cubicBezTo>
                    <a:cubicBezTo>
                      <a:pt x="12499" y="2451"/>
                      <a:pt x="12160" y="2130"/>
                      <a:pt x="11687" y="2041"/>
                    </a:cubicBezTo>
                    <a:cubicBezTo>
                      <a:pt x="11567" y="2017"/>
                      <a:pt x="11445" y="2006"/>
                      <a:pt x="11325" y="2006"/>
                    </a:cubicBezTo>
                    <a:cubicBezTo>
                      <a:pt x="10703" y="2006"/>
                      <a:pt x="10089" y="2296"/>
                      <a:pt x="9626" y="2692"/>
                    </a:cubicBezTo>
                    <a:cubicBezTo>
                      <a:pt x="9139" y="3107"/>
                      <a:pt x="8440" y="4288"/>
                      <a:pt x="7772" y="4288"/>
                    </a:cubicBezTo>
                    <a:cubicBezTo>
                      <a:pt x="7522" y="4288"/>
                      <a:pt x="7276" y="4123"/>
                      <a:pt x="7048" y="3691"/>
                    </a:cubicBezTo>
                    <a:cubicBezTo>
                      <a:pt x="6575" y="2808"/>
                      <a:pt x="6647" y="1871"/>
                      <a:pt x="5897" y="1122"/>
                    </a:cubicBezTo>
                    <a:cubicBezTo>
                      <a:pt x="5362" y="578"/>
                      <a:pt x="4631" y="239"/>
                      <a:pt x="3890" y="87"/>
                    </a:cubicBezTo>
                    <a:cubicBezTo>
                      <a:pt x="3592" y="28"/>
                      <a:pt x="3298" y="0"/>
                      <a:pt x="300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2" name="Google Shape;362;p11"/>
          <p:cNvGrpSpPr/>
          <p:nvPr/>
        </p:nvGrpSpPr>
        <p:grpSpPr>
          <a:xfrm>
            <a:off x="5165718" y="4147549"/>
            <a:ext cx="4120382" cy="1208351"/>
            <a:chOff x="5165718" y="4147549"/>
            <a:chExt cx="4120382" cy="1208351"/>
          </a:xfrm>
        </p:grpSpPr>
        <p:sp>
          <p:nvSpPr>
            <p:cNvPr id="363" name="Google Shape;363;p11"/>
            <p:cNvSpPr/>
            <p:nvPr/>
          </p:nvSpPr>
          <p:spPr>
            <a:xfrm rot="10800000">
              <a:off x="5165718" y="4147549"/>
              <a:ext cx="4120382" cy="1208351"/>
            </a:xfrm>
            <a:custGeom>
              <a:rect b="b" l="l" r="r" t="t"/>
              <a:pathLst>
                <a:path extrusionOk="0" h="6405" w="19663">
                  <a:moveTo>
                    <a:pt x="15799" y="0"/>
                  </a:moveTo>
                  <a:cubicBezTo>
                    <a:pt x="14930" y="0"/>
                    <a:pt x="14048" y="589"/>
                    <a:pt x="13212" y="812"/>
                  </a:cubicBezTo>
                  <a:cubicBezTo>
                    <a:pt x="12864" y="905"/>
                    <a:pt x="12513" y="943"/>
                    <a:pt x="12160" y="943"/>
                  </a:cubicBezTo>
                  <a:cubicBezTo>
                    <a:pt x="10715" y="943"/>
                    <a:pt x="9235" y="318"/>
                    <a:pt x="7772" y="318"/>
                  </a:cubicBezTo>
                  <a:cubicBezTo>
                    <a:pt x="7530" y="318"/>
                    <a:pt x="7289" y="336"/>
                    <a:pt x="7048" y="375"/>
                  </a:cubicBezTo>
                  <a:cubicBezTo>
                    <a:pt x="6660" y="444"/>
                    <a:pt x="6281" y="563"/>
                    <a:pt x="5886" y="563"/>
                  </a:cubicBezTo>
                  <a:cubicBezTo>
                    <a:pt x="5872" y="563"/>
                    <a:pt x="5858" y="563"/>
                    <a:pt x="5844" y="563"/>
                  </a:cubicBezTo>
                  <a:cubicBezTo>
                    <a:pt x="5288" y="550"/>
                    <a:pt x="4709" y="284"/>
                    <a:pt x="4175" y="284"/>
                  </a:cubicBezTo>
                  <a:cubicBezTo>
                    <a:pt x="3971" y="284"/>
                    <a:pt x="3774" y="323"/>
                    <a:pt x="3587" y="429"/>
                  </a:cubicBezTo>
                  <a:cubicBezTo>
                    <a:pt x="3444" y="509"/>
                    <a:pt x="3319" y="616"/>
                    <a:pt x="3167" y="661"/>
                  </a:cubicBezTo>
                  <a:cubicBezTo>
                    <a:pt x="3094" y="682"/>
                    <a:pt x="3019" y="690"/>
                    <a:pt x="2941" y="690"/>
                  </a:cubicBezTo>
                  <a:cubicBezTo>
                    <a:pt x="2593" y="690"/>
                    <a:pt x="2206" y="519"/>
                    <a:pt x="1846" y="519"/>
                  </a:cubicBezTo>
                  <a:cubicBezTo>
                    <a:pt x="1668" y="519"/>
                    <a:pt x="1496" y="561"/>
                    <a:pt x="1338" y="688"/>
                  </a:cubicBezTo>
                  <a:cubicBezTo>
                    <a:pt x="1187" y="812"/>
                    <a:pt x="1071" y="991"/>
                    <a:pt x="883" y="1044"/>
                  </a:cubicBezTo>
                  <a:cubicBezTo>
                    <a:pt x="842" y="1055"/>
                    <a:pt x="799" y="1057"/>
                    <a:pt x="756" y="1057"/>
                  </a:cubicBezTo>
                  <a:cubicBezTo>
                    <a:pt x="721" y="1057"/>
                    <a:pt x="686" y="1056"/>
                    <a:pt x="651" y="1056"/>
                  </a:cubicBezTo>
                  <a:cubicBezTo>
                    <a:pt x="618" y="1056"/>
                    <a:pt x="585" y="1057"/>
                    <a:pt x="553" y="1062"/>
                  </a:cubicBezTo>
                  <a:cubicBezTo>
                    <a:pt x="268" y="1098"/>
                    <a:pt x="63" y="1392"/>
                    <a:pt x="27" y="1687"/>
                  </a:cubicBezTo>
                  <a:cubicBezTo>
                    <a:pt x="0" y="1981"/>
                    <a:pt x="107" y="2275"/>
                    <a:pt x="250" y="2534"/>
                  </a:cubicBezTo>
                  <a:cubicBezTo>
                    <a:pt x="535" y="3080"/>
                    <a:pt x="1051" y="3574"/>
                    <a:pt x="1628" y="3574"/>
                  </a:cubicBezTo>
                  <a:cubicBezTo>
                    <a:pt x="1682" y="3574"/>
                    <a:pt x="1738" y="3569"/>
                    <a:pt x="1793" y="3560"/>
                  </a:cubicBezTo>
                  <a:cubicBezTo>
                    <a:pt x="2025" y="3524"/>
                    <a:pt x="2239" y="3408"/>
                    <a:pt x="2462" y="3337"/>
                  </a:cubicBezTo>
                  <a:cubicBezTo>
                    <a:pt x="2635" y="3288"/>
                    <a:pt x="2809" y="3268"/>
                    <a:pt x="2985" y="3268"/>
                  </a:cubicBezTo>
                  <a:cubicBezTo>
                    <a:pt x="3537" y="3268"/>
                    <a:pt x="4102" y="3459"/>
                    <a:pt x="4657" y="3507"/>
                  </a:cubicBezTo>
                  <a:cubicBezTo>
                    <a:pt x="4746" y="3514"/>
                    <a:pt x="4836" y="3517"/>
                    <a:pt x="4925" y="3517"/>
                  </a:cubicBezTo>
                  <a:cubicBezTo>
                    <a:pt x="6130" y="3517"/>
                    <a:pt x="7329" y="2921"/>
                    <a:pt x="8502" y="2921"/>
                  </a:cubicBezTo>
                  <a:cubicBezTo>
                    <a:pt x="8786" y="2921"/>
                    <a:pt x="9069" y="2956"/>
                    <a:pt x="9350" y="3043"/>
                  </a:cubicBezTo>
                  <a:cubicBezTo>
                    <a:pt x="9813" y="3185"/>
                    <a:pt x="10393" y="3373"/>
                    <a:pt x="10822" y="3551"/>
                  </a:cubicBezTo>
                  <a:cubicBezTo>
                    <a:pt x="11294" y="3756"/>
                    <a:pt x="11384" y="4086"/>
                    <a:pt x="11223" y="4595"/>
                  </a:cubicBezTo>
                  <a:cubicBezTo>
                    <a:pt x="11143" y="4871"/>
                    <a:pt x="11036" y="5157"/>
                    <a:pt x="11125" y="5434"/>
                  </a:cubicBezTo>
                  <a:cubicBezTo>
                    <a:pt x="11204" y="5665"/>
                    <a:pt x="11444" y="5804"/>
                    <a:pt x="11680" y="5804"/>
                  </a:cubicBezTo>
                  <a:cubicBezTo>
                    <a:pt x="11817" y="5804"/>
                    <a:pt x="11951" y="5758"/>
                    <a:pt x="12053" y="5657"/>
                  </a:cubicBezTo>
                  <a:cubicBezTo>
                    <a:pt x="12293" y="5416"/>
                    <a:pt x="12276" y="5023"/>
                    <a:pt x="12204" y="4684"/>
                  </a:cubicBezTo>
                  <a:cubicBezTo>
                    <a:pt x="12124" y="4309"/>
                    <a:pt x="11928" y="3872"/>
                    <a:pt x="12035" y="3498"/>
                  </a:cubicBezTo>
                  <a:cubicBezTo>
                    <a:pt x="12169" y="3061"/>
                    <a:pt x="12731" y="2686"/>
                    <a:pt x="13114" y="2543"/>
                  </a:cubicBezTo>
                  <a:cubicBezTo>
                    <a:pt x="13328" y="2465"/>
                    <a:pt x="13554" y="2426"/>
                    <a:pt x="13779" y="2426"/>
                  </a:cubicBezTo>
                  <a:cubicBezTo>
                    <a:pt x="14120" y="2426"/>
                    <a:pt x="14461" y="2514"/>
                    <a:pt x="14756" y="2686"/>
                  </a:cubicBezTo>
                  <a:cubicBezTo>
                    <a:pt x="15014" y="2837"/>
                    <a:pt x="15246" y="3061"/>
                    <a:pt x="15344" y="3355"/>
                  </a:cubicBezTo>
                  <a:cubicBezTo>
                    <a:pt x="15478" y="3810"/>
                    <a:pt x="15246" y="4283"/>
                    <a:pt x="15095" y="4738"/>
                  </a:cubicBezTo>
                  <a:cubicBezTo>
                    <a:pt x="14970" y="5086"/>
                    <a:pt x="14889" y="5478"/>
                    <a:pt x="15005" y="5835"/>
                  </a:cubicBezTo>
                  <a:cubicBezTo>
                    <a:pt x="15107" y="6147"/>
                    <a:pt x="15393" y="6405"/>
                    <a:pt x="15701" y="6405"/>
                  </a:cubicBezTo>
                  <a:cubicBezTo>
                    <a:pt x="15746" y="6405"/>
                    <a:pt x="15790" y="6399"/>
                    <a:pt x="15835" y="6388"/>
                  </a:cubicBezTo>
                  <a:cubicBezTo>
                    <a:pt x="16210" y="6290"/>
                    <a:pt x="16397" y="5817"/>
                    <a:pt x="16388" y="5407"/>
                  </a:cubicBezTo>
                  <a:cubicBezTo>
                    <a:pt x="16388" y="4996"/>
                    <a:pt x="16272" y="4586"/>
                    <a:pt x="16317" y="4185"/>
                  </a:cubicBezTo>
                  <a:cubicBezTo>
                    <a:pt x="16379" y="3583"/>
                    <a:pt x="16671" y="3442"/>
                    <a:pt x="17037" y="3442"/>
                  </a:cubicBezTo>
                  <a:cubicBezTo>
                    <a:pt x="17360" y="3442"/>
                    <a:pt x="17739" y="3551"/>
                    <a:pt x="18068" y="3551"/>
                  </a:cubicBezTo>
                  <a:cubicBezTo>
                    <a:pt x="18119" y="3551"/>
                    <a:pt x="18169" y="3548"/>
                    <a:pt x="18217" y="3542"/>
                  </a:cubicBezTo>
                  <a:cubicBezTo>
                    <a:pt x="18654" y="3489"/>
                    <a:pt x="19020" y="3069"/>
                    <a:pt x="19038" y="2614"/>
                  </a:cubicBezTo>
                  <a:cubicBezTo>
                    <a:pt x="19038" y="2445"/>
                    <a:pt x="19011" y="2267"/>
                    <a:pt x="19091" y="2124"/>
                  </a:cubicBezTo>
                  <a:cubicBezTo>
                    <a:pt x="19145" y="2026"/>
                    <a:pt x="19243" y="1963"/>
                    <a:pt x="19323" y="1892"/>
                  </a:cubicBezTo>
                  <a:cubicBezTo>
                    <a:pt x="19662" y="1553"/>
                    <a:pt x="19537" y="902"/>
                    <a:pt x="19154" y="616"/>
                  </a:cubicBezTo>
                  <a:cubicBezTo>
                    <a:pt x="18952" y="462"/>
                    <a:pt x="18703" y="397"/>
                    <a:pt x="18449" y="397"/>
                  </a:cubicBezTo>
                  <a:cubicBezTo>
                    <a:pt x="18231" y="397"/>
                    <a:pt x="18008" y="445"/>
                    <a:pt x="17807" y="527"/>
                  </a:cubicBezTo>
                  <a:cubicBezTo>
                    <a:pt x="17672" y="577"/>
                    <a:pt x="17538" y="644"/>
                    <a:pt x="17403" y="644"/>
                  </a:cubicBezTo>
                  <a:cubicBezTo>
                    <a:pt x="17395" y="644"/>
                    <a:pt x="17387" y="643"/>
                    <a:pt x="17378" y="643"/>
                  </a:cubicBezTo>
                  <a:cubicBezTo>
                    <a:pt x="17164" y="634"/>
                    <a:pt x="16995" y="465"/>
                    <a:pt x="16825" y="340"/>
                  </a:cubicBezTo>
                  <a:cubicBezTo>
                    <a:pt x="16488" y="93"/>
                    <a:pt x="16144" y="0"/>
                    <a:pt x="15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4" name="Google Shape;364;p11"/>
            <p:cNvGrpSpPr/>
            <p:nvPr/>
          </p:nvGrpSpPr>
          <p:grpSpPr>
            <a:xfrm flipH="1" rot="10800000">
              <a:off x="7158932" y="4853341"/>
              <a:ext cx="1629157" cy="306928"/>
              <a:chOff x="6356635" y="162913"/>
              <a:chExt cx="1581091" cy="306928"/>
            </a:xfrm>
          </p:grpSpPr>
          <p:sp>
            <p:nvSpPr>
              <p:cNvPr id="365" name="Google Shape;365;p11"/>
              <p:cNvSpPr/>
              <p:nvPr/>
            </p:nvSpPr>
            <p:spPr>
              <a:xfrm flipH="1">
                <a:off x="7787649" y="162913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" name="Google Shape;366;p11"/>
              <p:cNvSpPr/>
              <p:nvPr/>
            </p:nvSpPr>
            <p:spPr>
              <a:xfrm flipH="1">
                <a:off x="7615686" y="233783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" name="Google Shape;367;p11"/>
              <p:cNvSpPr/>
              <p:nvPr/>
            </p:nvSpPr>
            <p:spPr>
              <a:xfrm flipH="1">
                <a:off x="7729547" y="390764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" name="Google Shape;368;p11"/>
              <p:cNvSpPr/>
              <p:nvPr/>
            </p:nvSpPr>
            <p:spPr>
              <a:xfrm flipH="1">
                <a:off x="6356635" y="338926"/>
                <a:ext cx="84939" cy="66440"/>
              </a:xfrm>
              <a:custGeom>
                <a:rect b="b" l="l" r="r" t="t"/>
                <a:pathLst>
                  <a:path extrusionOk="0" h="510" w="652">
                    <a:moveTo>
                      <a:pt x="331" y="1"/>
                    </a:moveTo>
                    <a:cubicBezTo>
                      <a:pt x="0" y="1"/>
                      <a:pt x="0" y="509"/>
                      <a:pt x="331" y="509"/>
                    </a:cubicBezTo>
                    <a:cubicBezTo>
                      <a:pt x="652" y="509"/>
                      <a:pt x="652" y="1"/>
                      <a:pt x="3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9" name="Google Shape;369;p11"/>
          <p:cNvGrpSpPr/>
          <p:nvPr/>
        </p:nvGrpSpPr>
        <p:grpSpPr>
          <a:xfrm>
            <a:off x="605331" y="521704"/>
            <a:ext cx="8321138" cy="3775889"/>
            <a:chOff x="520355" y="521704"/>
            <a:chExt cx="8321138" cy="3775889"/>
          </a:xfrm>
        </p:grpSpPr>
        <p:sp>
          <p:nvSpPr>
            <p:cNvPr id="370" name="Google Shape;370;p11"/>
            <p:cNvSpPr/>
            <p:nvPr/>
          </p:nvSpPr>
          <p:spPr>
            <a:xfrm rot="2115196">
              <a:off x="7446434" y="524282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11"/>
            <p:cNvSpPr/>
            <p:nvPr/>
          </p:nvSpPr>
          <p:spPr>
            <a:xfrm rot="3277097">
              <a:off x="8201208" y="3247545"/>
              <a:ext cx="56744" cy="123224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11"/>
            <p:cNvSpPr/>
            <p:nvPr/>
          </p:nvSpPr>
          <p:spPr>
            <a:xfrm rot="-9378507">
              <a:off x="4432843" y="1525686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11"/>
            <p:cNvSpPr/>
            <p:nvPr/>
          </p:nvSpPr>
          <p:spPr>
            <a:xfrm rot="3574462">
              <a:off x="6534170" y="1385258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11"/>
            <p:cNvSpPr/>
            <p:nvPr/>
          </p:nvSpPr>
          <p:spPr>
            <a:xfrm rot="1625383">
              <a:off x="5175929" y="3873285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11"/>
            <p:cNvSpPr/>
            <p:nvPr/>
          </p:nvSpPr>
          <p:spPr>
            <a:xfrm rot="3522601">
              <a:off x="3338685" y="9935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11"/>
            <p:cNvSpPr/>
            <p:nvPr/>
          </p:nvSpPr>
          <p:spPr>
            <a:xfrm rot="3418413">
              <a:off x="1687037" y="1228565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11"/>
            <p:cNvSpPr/>
            <p:nvPr/>
          </p:nvSpPr>
          <p:spPr>
            <a:xfrm rot="-6529139">
              <a:off x="504219" y="2492386"/>
              <a:ext cx="151480" cy="7431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11"/>
            <p:cNvSpPr/>
            <p:nvPr/>
          </p:nvSpPr>
          <p:spPr>
            <a:xfrm rot="3522601">
              <a:off x="3561997" y="41007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11"/>
            <p:cNvSpPr/>
            <p:nvPr/>
          </p:nvSpPr>
          <p:spPr>
            <a:xfrm rot="-3266906">
              <a:off x="5424310" y="781269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11"/>
            <p:cNvSpPr/>
            <p:nvPr/>
          </p:nvSpPr>
          <p:spPr>
            <a:xfrm rot="-1501670">
              <a:off x="656585" y="123877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11"/>
            <p:cNvSpPr/>
            <p:nvPr/>
          </p:nvSpPr>
          <p:spPr>
            <a:xfrm rot="1867268">
              <a:off x="8741899" y="2157689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11"/>
            <p:cNvSpPr/>
            <p:nvPr/>
          </p:nvSpPr>
          <p:spPr>
            <a:xfrm rot="-2342076">
              <a:off x="7774935" y="1525652"/>
              <a:ext cx="57301" cy="147211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11"/>
            <p:cNvSpPr/>
            <p:nvPr/>
          </p:nvSpPr>
          <p:spPr>
            <a:xfrm rot="-3266906">
              <a:off x="2005557" y="4112720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11"/>
            <p:cNvSpPr/>
            <p:nvPr/>
          </p:nvSpPr>
          <p:spPr>
            <a:xfrm rot="3522601">
              <a:off x="1206272" y="335707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11"/>
            <p:cNvSpPr/>
            <p:nvPr/>
          </p:nvSpPr>
          <p:spPr>
            <a:xfrm rot="-2695393">
              <a:off x="7770148" y="414995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6" name="Google Shape;386;p11"/>
          <p:cNvSpPr txBox="1"/>
          <p:nvPr>
            <p:ph hasCustomPrompt="1" type="title"/>
          </p:nvPr>
        </p:nvSpPr>
        <p:spPr>
          <a:xfrm>
            <a:off x="1284000" y="1566175"/>
            <a:ext cx="6576000" cy="1513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0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387" name="Google Shape;387;p11"/>
          <p:cNvSpPr txBox="1"/>
          <p:nvPr>
            <p:ph idx="1" type="subTitle"/>
          </p:nvPr>
        </p:nvSpPr>
        <p:spPr>
          <a:xfrm>
            <a:off x="1284000" y="3080225"/>
            <a:ext cx="6576000" cy="4971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388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spTree>
      <p:nvGrpSpPr>
        <p:cNvPr id="389" name="Shape 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" name="Google Shape;390;p1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391" name="Google Shape;391;p13"/>
          <p:cNvSpPr txBox="1"/>
          <p:nvPr>
            <p:ph idx="2" type="title"/>
          </p:nvPr>
        </p:nvSpPr>
        <p:spPr>
          <a:xfrm>
            <a:off x="720000" y="1759050"/>
            <a:ext cx="2305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2" name="Google Shape;392;p13"/>
          <p:cNvSpPr txBox="1"/>
          <p:nvPr>
            <p:ph idx="1" type="subTitle"/>
          </p:nvPr>
        </p:nvSpPr>
        <p:spPr>
          <a:xfrm>
            <a:off x="720000" y="2286750"/>
            <a:ext cx="2305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393" name="Google Shape;393;p13"/>
          <p:cNvSpPr txBox="1"/>
          <p:nvPr>
            <p:ph idx="3" type="title"/>
          </p:nvPr>
        </p:nvSpPr>
        <p:spPr>
          <a:xfrm>
            <a:off x="3419269" y="1759050"/>
            <a:ext cx="2305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4" name="Google Shape;394;p13"/>
          <p:cNvSpPr txBox="1"/>
          <p:nvPr>
            <p:ph idx="4" type="subTitle"/>
          </p:nvPr>
        </p:nvSpPr>
        <p:spPr>
          <a:xfrm>
            <a:off x="3419271" y="2286750"/>
            <a:ext cx="2305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395" name="Google Shape;395;p13"/>
          <p:cNvSpPr txBox="1"/>
          <p:nvPr>
            <p:ph idx="5" type="title"/>
          </p:nvPr>
        </p:nvSpPr>
        <p:spPr>
          <a:xfrm>
            <a:off x="3419263" y="3591600"/>
            <a:ext cx="2305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6" name="Google Shape;396;p13"/>
          <p:cNvSpPr txBox="1"/>
          <p:nvPr>
            <p:ph idx="6" type="subTitle"/>
          </p:nvPr>
        </p:nvSpPr>
        <p:spPr>
          <a:xfrm>
            <a:off x="3419263" y="4119300"/>
            <a:ext cx="2305500" cy="484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397" name="Google Shape;397;p13"/>
          <p:cNvSpPr txBox="1"/>
          <p:nvPr>
            <p:ph idx="7" type="title"/>
          </p:nvPr>
        </p:nvSpPr>
        <p:spPr>
          <a:xfrm>
            <a:off x="6118532" y="3591600"/>
            <a:ext cx="2305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8" name="Google Shape;398;p13"/>
          <p:cNvSpPr txBox="1"/>
          <p:nvPr>
            <p:ph idx="8" type="subTitle"/>
          </p:nvPr>
        </p:nvSpPr>
        <p:spPr>
          <a:xfrm>
            <a:off x="6118532" y="4119300"/>
            <a:ext cx="2305500" cy="484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399" name="Google Shape;399;p13"/>
          <p:cNvSpPr txBox="1"/>
          <p:nvPr>
            <p:ph idx="9" type="title"/>
          </p:nvPr>
        </p:nvSpPr>
        <p:spPr>
          <a:xfrm>
            <a:off x="6118545" y="1759050"/>
            <a:ext cx="2305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0" name="Google Shape;400;p13"/>
          <p:cNvSpPr txBox="1"/>
          <p:nvPr>
            <p:ph idx="13" type="subTitle"/>
          </p:nvPr>
        </p:nvSpPr>
        <p:spPr>
          <a:xfrm>
            <a:off x="6118549" y="2286750"/>
            <a:ext cx="2305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401" name="Google Shape;401;p13"/>
          <p:cNvSpPr txBox="1"/>
          <p:nvPr>
            <p:ph hasCustomPrompt="1" idx="14" type="title"/>
          </p:nvPr>
        </p:nvSpPr>
        <p:spPr>
          <a:xfrm>
            <a:off x="1566750" y="1274250"/>
            <a:ext cx="612000" cy="484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402" name="Google Shape;402;p13"/>
          <p:cNvSpPr txBox="1"/>
          <p:nvPr>
            <p:ph hasCustomPrompt="1" idx="15" type="title"/>
          </p:nvPr>
        </p:nvSpPr>
        <p:spPr>
          <a:xfrm>
            <a:off x="4266025" y="1274250"/>
            <a:ext cx="612000" cy="484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403" name="Google Shape;403;p13"/>
          <p:cNvSpPr txBox="1"/>
          <p:nvPr>
            <p:ph hasCustomPrompt="1" idx="16" type="title"/>
          </p:nvPr>
        </p:nvSpPr>
        <p:spPr>
          <a:xfrm>
            <a:off x="4212050" y="3106800"/>
            <a:ext cx="720000" cy="484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404" name="Google Shape;404;p13"/>
          <p:cNvSpPr txBox="1"/>
          <p:nvPr>
            <p:ph hasCustomPrompt="1" idx="17" type="title"/>
          </p:nvPr>
        </p:nvSpPr>
        <p:spPr>
          <a:xfrm>
            <a:off x="6965288" y="3106800"/>
            <a:ext cx="612000" cy="484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405" name="Google Shape;405;p13"/>
          <p:cNvSpPr txBox="1"/>
          <p:nvPr>
            <p:ph hasCustomPrompt="1" idx="18" type="title"/>
          </p:nvPr>
        </p:nvSpPr>
        <p:spPr>
          <a:xfrm>
            <a:off x="6965300" y="1274250"/>
            <a:ext cx="612000" cy="484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grpSp>
        <p:nvGrpSpPr>
          <p:cNvPr id="406" name="Google Shape;406;p13"/>
          <p:cNvGrpSpPr/>
          <p:nvPr/>
        </p:nvGrpSpPr>
        <p:grpSpPr>
          <a:xfrm>
            <a:off x="204792" y="178992"/>
            <a:ext cx="8653671" cy="4766588"/>
            <a:chOff x="204792" y="178992"/>
            <a:chExt cx="8653671" cy="4766588"/>
          </a:xfrm>
        </p:grpSpPr>
        <p:sp>
          <p:nvSpPr>
            <p:cNvPr id="407" name="Google Shape;407;p13"/>
            <p:cNvSpPr/>
            <p:nvPr/>
          </p:nvSpPr>
          <p:spPr>
            <a:xfrm rot="-3266906">
              <a:off x="5442210" y="183257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13"/>
            <p:cNvSpPr/>
            <p:nvPr/>
          </p:nvSpPr>
          <p:spPr>
            <a:xfrm rot="-3266906">
              <a:off x="243044" y="3168170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13"/>
            <p:cNvSpPr/>
            <p:nvPr/>
          </p:nvSpPr>
          <p:spPr>
            <a:xfrm rot="-2695393">
              <a:off x="379561" y="33575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13"/>
            <p:cNvSpPr/>
            <p:nvPr/>
          </p:nvSpPr>
          <p:spPr>
            <a:xfrm rot="3522601">
              <a:off x="8752035" y="29499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13"/>
            <p:cNvSpPr/>
            <p:nvPr/>
          </p:nvSpPr>
          <p:spPr>
            <a:xfrm rot="1601515">
              <a:off x="3766234" y="183257"/>
              <a:ext cx="48619" cy="124906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13"/>
            <p:cNvSpPr/>
            <p:nvPr/>
          </p:nvSpPr>
          <p:spPr>
            <a:xfrm rot="-2700000">
              <a:off x="8641009" y="1441966"/>
              <a:ext cx="57299" cy="147206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13"/>
            <p:cNvSpPr/>
            <p:nvPr/>
          </p:nvSpPr>
          <p:spPr>
            <a:xfrm rot="3522601">
              <a:off x="335310" y="16617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13"/>
            <p:cNvSpPr/>
            <p:nvPr/>
          </p:nvSpPr>
          <p:spPr>
            <a:xfrm rot="-3266906">
              <a:off x="2930507" y="475429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13"/>
            <p:cNvSpPr/>
            <p:nvPr/>
          </p:nvSpPr>
          <p:spPr>
            <a:xfrm rot="3522601">
              <a:off x="5519785" y="480926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13"/>
            <p:cNvSpPr/>
            <p:nvPr/>
          </p:nvSpPr>
          <p:spPr>
            <a:xfrm rot="-2695393">
              <a:off x="8747248" y="4368314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7" name="Google Shape;417;p13"/>
          <p:cNvGrpSpPr/>
          <p:nvPr/>
        </p:nvGrpSpPr>
        <p:grpSpPr>
          <a:xfrm>
            <a:off x="6264626" y="-805827"/>
            <a:ext cx="2879381" cy="1635316"/>
            <a:chOff x="6264626" y="-805827"/>
            <a:chExt cx="2879381" cy="1635316"/>
          </a:xfrm>
        </p:grpSpPr>
        <p:sp>
          <p:nvSpPr>
            <p:cNvPr id="418" name="Google Shape;418;p13"/>
            <p:cNvSpPr/>
            <p:nvPr/>
          </p:nvSpPr>
          <p:spPr>
            <a:xfrm>
              <a:off x="6264626" y="-805827"/>
              <a:ext cx="2879377" cy="1635316"/>
            </a:xfrm>
            <a:custGeom>
              <a:rect b="b" l="l" r="r" t="t"/>
              <a:pathLst>
                <a:path extrusionOk="0" h="11958" w="21055">
                  <a:moveTo>
                    <a:pt x="16827" y="1"/>
                  </a:moveTo>
                  <a:cubicBezTo>
                    <a:pt x="16033" y="1"/>
                    <a:pt x="15235" y="124"/>
                    <a:pt x="14444" y="243"/>
                  </a:cubicBezTo>
                  <a:cubicBezTo>
                    <a:pt x="14444" y="252"/>
                    <a:pt x="14435" y="252"/>
                    <a:pt x="14426" y="252"/>
                  </a:cubicBezTo>
                  <a:lnTo>
                    <a:pt x="446" y="3392"/>
                  </a:lnTo>
                  <a:cubicBezTo>
                    <a:pt x="304" y="3419"/>
                    <a:pt x="197" y="3535"/>
                    <a:pt x="161" y="3677"/>
                  </a:cubicBezTo>
                  <a:cubicBezTo>
                    <a:pt x="0" y="4355"/>
                    <a:pt x="18" y="5087"/>
                    <a:pt x="206" y="5765"/>
                  </a:cubicBezTo>
                  <a:cubicBezTo>
                    <a:pt x="249" y="5934"/>
                    <a:pt x="403" y="6030"/>
                    <a:pt x="560" y="6030"/>
                  </a:cubicBezTo>
                  <a:cubicBezTo>
                    <a:pt x="661" y="6030"/>
                    <a:pt x="763" y="5991"/>
                    <a:pt x="839" y="5908"/>
                  </a:cubicBezTo>
                  <a:cubicBezTo>
                    <a:pt x="839" y="5908"/>
                    <a:pt x="839" y="5908"/>
                    <a:pt x="839" y="5899"/>
                  </a:cubicBezTo>
                  <a:cubicBezTo>
                    <a:pt x="917" y="5821"/>
                    <a:pt x="1014" y="5785"/>
                    <a:pt x="1110" y="5785"/>
                  </a:cubicBezTo>
                  <a:cubicBezTo>
                    <a:pt x="1288" y="5785"/>
                    <a:pt x="1461" y="5909"/>
                    <a:pt x="1490" y="6113"/>
                  </a:cubicBezTo>
                  <a:cubicBezTo>
                    <a:pt x="1535" y="6425"/>
                    <a:pt x="1481" y="6782"/>
                    <a:pt x="1472" y="7112"/>
                  </a:cubicBezTo>
                  <a:cubicBezTo>
                    <a:pt x="1448" y="7622"/>
                    <a:pt x="1734" y="8277"/>
                    <a:pt x="2213" y="8277"/>
                  </a:cubicBezTo>
                  <a:cubicBezTo>
                    <a:pt x="2253" y="8277"/>
                    <a:pt x="2295" y="8272"/>
                    <a:pt x="2338" y="8263"/>
                  </a:cubicBezTo>
                  <a:cubicBezTo>
                    <a:pt x="2721" y="8173"/>
                    <a:pt x="2882" y="7718"/>
                    <a:pt x="3203" y="7478"/>
                  </a:cubicBezTo>
                  <a:cubicBezTo>
                    <a:pt x="3357" y="7360"/>
                    <a:pt x="3532" y="7309"/>
                    <a:pt x="3712" y="7309"/>
                  </a:cubicBezTo>
                  <a:cubicBezTo>
                    <a:pt x="4232" y="7309"/>
                    <a:pt x="4793" y="7737"/>
                    <a:pt x="5005" y="8254"/>
                  </a:cubicBezTo>
                  <a:cubicBezTo>
                    <a:pt x="5299" y="8950"/>
                    <a:pt x="5210" y="9735"/>
                    <a:pt x="5362" y="10475"/>
                  </a:cubicBezTo>
                  <a:cubicBezTo>
                    <a:pt x="5501" y="11195"/>
                    <a:pt x="6028" y="11958"/>
                    <a:pt x="6754" y="11958"/>
                  </a:cubicBezTo>
                  <a:cubicBezTo>
                    <a:pt x="6775" y="11958"/>
                    <a:pt x="6795" y="11957"/>
                    <a:pt x="6816" y="11956"/>
                  </a:cubicBezTo>
                  <a:cubicBezTo>
                    <a:pt x="7646" y="11902"/>
                    <a:pt x="8074" y="10903"/>
                    <a:pt x="8083" y="10074"/>
                  </a:cubicBezTo>
                  <a:cubicBezTo>
                    <a:pt x="8101" y="9244"/>
                    <a:pt x="7922" y="8352"/>
                    <a:pt x="8342" y="7638"/>
                  </a:cubicBezTo>
                  <a:cubicBezTo>
                    <a:pt x="8501" y="7373"/>
                    <a:pt x="8783" y="7133"/>
                    <a:pt x="9077" y="7133"/>
                  </a:cubicBezTo>
                  <a:cubicBezTo>
                    <a:pt x="9129" y="7133"/>
                    <a:pt x="9182" y="7140"/>
                    <a:pt x="9234" y="7156"/>
                  </a:cubicBezTo>
                  <a:cubicBezTo>
                    <a:pt x="9698" y="7290"/>
                    <a:pt x="9814" y="7950"/>
                    <a:pt x="10268" y="8111"/>
                  </a:cubicBezTo>
                  <a:cubicBezTo>
                    <a:pt x="10333" y="8133"/>
                    <a:pt x="10396" y="8143"/>
                    <a:pt x="10457" y="8143"/>
                  </a:cubicBezTo>
                  <a:cubicBezTo>
                    <a:pt x="10897" y="8143"/>
                    <a:pt x="11257" y="7623"/>
                    <a:pt x="11500" y="7192"/>
                  </a:cubicBezTo>
                  <a:cubicBezTo>
                    <a:pt x="11702" y="6827"/>
                    <a:pt x="12110" y="6447"/>
                    <a:pt x="12474" y="6447"/>
                  </a:cubicBezTo>
                  <a:cubicBezTo>
                    <a:pt x="12591" y="6447"/>
                    <a:pt x="12703" y="6486"/>
                    <a:pt x="12802" y="6577"/>
                  </a:cubicBezTo>
                  <a:cubicBezTo>
                    <a:pt x="13061" y="6817"/>
                    <a:pt x="13034" y="7290"/>
                    <a:pt x="13346" y="7460"/>
                  </a:cubicBezTo>
                  <a:cubicBezTo>
                    <a:pt x="13413" y="7496"/>
                    <a:pt x="13481" y="7511"/>
                    <a:pt x="13551" y="7511"/>
                  </a:cubicBezTo>
                  <a:cubicBezTo>
                    <a:pt x="13950" y="7511"/>
                    <a:pt x="14389" y="7006"/>
                    <a:pt x="14772" y="7006"/>
                  </a:cubicBezTo>
                  <a:cubicBezTo>
                    <a:pt x="14849" y="7006"/>
                    <a:pt x="14925" y="7026"/>
                    <a:pt x="14997" y="7076"/>
                  </a:cubicBezTo>
                  <a:cubicBezTo>
                    <a:pt x="15104" y="7156"/>
                    <a:pt x="15166" y="7281"/>
                    <a:pt x="15211" y="7415"/>
                  </a:cubicBezTo>
                  <a:cubicBezTo>
                    <a:pt x="15648" y="8602"/>
                    <a:pt x="15273" y="10065"/>
                    <a:pt x="16040" y="11073"/>
                  </a:cubicBezTo>
                  <a:cubicBezTo>
                    <a:pt x="16156" y="11216"/>
                    <a:pt x="16290" y="11349"/>
                    <a:pt x="16460" y="11421"/>
                  </a:cubicBezTo>
                  <a:cubicBezTo>
                    <a:pt x="16543" y="11452"/>
                    <a:pt x="16631" y="11466"/>
                    <a:pt x="16720" y="11466"/>
                  </a:cubicBezTo>
                  <a:cubicBezTo>
                    <a:pt x="16908" y="11466"/>
                    <a:pt x="17102" y="11404"/>
                    <a:pt x="17272" y="11314"/>
                  </a:cubicBezTo>
                  <a:cubicBezTo>
                    <a:pt x="18262" y="10761"/>
                    <a:pt x="18360" y="9387"/>
                    <a:pt x="18244" y="8263"/>
                  </a:cubicBezTo>
                  <a:cubicBezTo>
                    <a:pt x="18217" y="7959"/>
                    <a:pt x="18208" y="7594"/>
                    <a:pt x="18476" y="7442"/>
                  </a:cubicBezTo>
                  <a:cubicBezTo>
                    <a:pt x="18538" y="7406"/>
                    <a:pt x="18606" y="7390"/>
                    <a:pt x="18675" y="7390"/>
                  </a:cubicBezTo>
                  <a:cubicBezTo>
                    <a:pt x="18866" y="7390"/>
                    <a:pt x="19067" y="7513"/>
                    <a:pt x="19172" y="7683"/>
                  </a:cubicBezTo>
                  <a:cubicBezTo>
                    <a:pt x="19243" y="7808"/>
                    <a:pt x="19288" y="7950"/>
                    <a:pt x="19306" y="8102"/>
                  </a:cubicBezTo>
                  <a:cubicBezTo>
                    <a:pt x="19335" y="8293"/>
                    <a:pt x="19492" y="8424"/>
                    <a:pt x="19671" y="8424"/>
                  </a:cubicBezTo>
                  <a:cubicBezTo>
                    <a:pt x="19709" y="8424"/>
                    <a:pt x="19748" y="8418"/>
                    <a:pt x="19787" y="8405"/>
                  </a:cubicBezTo>
                  <a:cubicBezTo>
                    <a:pt x="20251" y="8272"/>
                    <a:pt x="20635" y="7861"/>
                    <a:pt x="20813" y="7406"/>
                  </a:cubicBezTo>
                  <a:cubicBezTo>
                    <a:pt x="21054" y="6809"/>
                    <a:pt x="21018" y="6139"/>
                    <a:pt x="20983" y="5497"/>
                  </a:cubicBezTo>
                  <a:cubicBezTo>
                    <a:pt x="20947" y="4819"/>
                    <a:pt x="20911" y="4141"/>
                    <a:pt x="20867" y="3463"/>
                  </a:cubicBezTo>
                  <a:cubicBezTo>
                    <a:pt x="20849" y="3044"/>
                    <a:pt x="20822" y="2616"/>
                    <a:pt x="20697" y="2214"/>
                  </a:cubicBezTo>
                  <a:cubicBezTo>
                    <a:pt x="20331" y="1081"/>
                    <a:pt x="19181" y="341"/>
                    <a:pt x="18012" y="109"/>
                  </a:cubicBezTo>
                  <a:cubicBezTo>
                    <a:pt x="17619" y="32"/>
                    <a:pt x="17224" y="1"/>
                    <a:pt x="168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13"/>
            <p:cNvSpPr/>
            <p:nvPr/>
          </p:nvSpPr>
          <p:spPr>
            <a:xfrm flipH="1" rot="10506407">
              <a:off x="7857251" y="-258107"/>
              <a:ext cx="1273281" cy="370388"/>
            </a:xfrm>
            <a:custGeom>
              <a:rect b="b" l="l" r="r" t="t"/>
              <a:pathLst>
                <a:path extrusionOk="0" h="2965" w="14096">
                  <a:moveTo>
                    <a:pt x="7233" y="0"/>
                  </a:moveTo>
                  <a:cubicBezTo>
                    <a:pt x="7160" y="0"/>
                    <a:pt x="7087" y="4"/>
                    <a:pt x="7012" y="12"/>
                  </a:cubicBezTo>
                  <a:cubicBezTo>
                    <a:pt x="5977" y="119"/>
                    <a:pt x="5272" y="931"/>
                    <a:pt x="4487" y="1510"/>
                  </a:cubicBezTo>
                  <a:cubicBezTo>
                    <a:pt x="3718" y="2084"/>
                    <a:pt x="2849" y="2352"/>
                    <a:pt x="1954" y="2352"/>
                  </a:cubicBezTo>
                  <a:cubicBezTo>
                    <a:pt x="1428" y="2352"/>
                    <a:pt x="894" y="2260"/>
                    <a:pt x="366" y="2081"/>
                  </a:cubicBezTo>
                  <a:cubicBezTo>
                    <a:pt x="338" y="2072"/>
                    <a:pt x="312" y="2067"/>
                    <a:pt x="288" y="2067"/>
                  </a:cubicBezTo>
                  <a:cubicBezTo>
                    <a:pt x="70" y="2067"/>
                    <a:pt x="1" y="2430"/>
                    <a:pt x="250" y="2518"/>
                  </a:cubicBezTo>
                  <a:cubicBezTo>
                    <a:pt x="830" y="2716"/>
                    <a:pt x="1422" y="2827"/>
                    <a:pt x="2014" y="2827"/>
                  </a:cubicBezTo>
                  <a:cubicBezTo>
                    <a:pt x="2569" y="2827"/>
                    <a:pt x="3123" y="2730"/>
                    <a:pt x="3667" y="2518"/>
                  </a:cubicBezTo>
                  <a:cubicBezTo>
                    <a:pt x="4737" y="2099"/>
                    <a:pt x="5415" y="1162"/>
                    <a:pt x="6423" y="690"/>
                  </a:cubicBezTo>
                  <a:cubicBezTo>
                    <a:pt x="6688" y="567"/>
                    <a:pt x="6945" y="515"/>
                    <a:pt x="7196" y="515"/>
                  </a:cubicBezTo>
                  <a:cubicBezTo>
                    <a:pt x="8317" y="515"/>
                    <a:pt x="9317" y="1559"/>
                    <a:pt x="10286" y="2055"/>
                  </a:cubicBezTo>
                  <a:cubicBezTo>
                    <a:pt x="11366" y="2608"/>
                    <a:pt x="12552" y="2893"/>
                    <a:pt x="13774" y="2965"/>
                  </a:cubicBezTo>
                  <a:cubicBezTo>
                    <a:pt x="13780" y="2965"/>
                    <a:pt x="13785" y="2965"/>
                    <a:pt x="13791" y="2965"/>
                  </a:cubicBezTo>
                  <a:cubicBezTo>
                    <a:pt x="14095" y="2965"/>
                    <a:pt x="14090" y="2482"/>
                    <a:pt x="13774" y="2456"/>
                  </a:cubicBezTo>
                  <a:cubicBezTo>
                    <a:pt x="12293" y="2367"/>
                    <a:pt x="10928" y="1930"/>
                    <a:pt x="9697" y="1109"/>
                  </a:cubicBezTo>
                  <a:cubicBezTo>
                    <a:pt x="8944" y="612"/>
                    <a:pt x="8168" y="0"/>
                    <a:pt x="72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13"/>
            <p:cNvSpPr/>
            <p:nvPr/>
          </p:nvSpPr>
          <p:spPr>
            <a:xfrm>
              <a:off x="7211997" y="-405"/>
              <a:ext cx="10474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13"/>
            <p:cNvSpPr/>
            <p:nvPr/>
          </p:nvSpPr>
          <p:spPr>
            <a:xfrm>
              <a:off x="7100481" y="156577"/>
              <a:ext cx="102396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13"/>
            <p:cNvSpPr/>
            <p:nvPr/>
          </p:nvSpPr>
          <p:spPr>
            <a:xfrm>
              <a:off x="7562125" y="-12250"/>
              <a:ext cx="62923" cy="48853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13"/>
            <p:cNvSpPr/>
            <p:nvPr/>
          </p:nvSpPr>
          <p:spPr>
            <a:xfrm flipH="1" rot="10506407">
              <a:off x="6634663" y="-88594"/>
              <a:ext cx="1273281" cy="370388"/>
            </a:xfrm>
            <a:custGeom>
              <a:rect b="b" l="l" r="r" t="t"/>
              <a:pathLst>
                <a:path extrusionOk="0" h="2965" w="14096">
                  <a:moveTo>
                    <a:pt x="7233" y="0"/>
                  </a:moveTo>
                  <a:cubicBezTo>
                    <a:pt x="7160" y="0"/>
                    <a:pt x="7087" y="4"/>
                    <a:pt x="7012" y="12"/>
                  </a:cubicBezTo>
                  <a:cubicBezTo>
                    <a:pt x="5977" y="119"/>
                    <a:pt x="5272" y="931"/>
                    <a:pt x="4487" y="1510"/>
                  </a:cubicBezTo>
                  <a:cubicBezTo>
                    <a:pt x="3718" y="2084"/>
                    <a:pt x="2849" y="2352"/>
                    <a:pt x="1954" y="2352"/>
                  </a:cubicBezTo>
                  <a:cubicBezTo>
                    <a:pt x="1428" y="2352"/>
                    <a:pt x="894" y="2260"/>
                    <a:pt x="366" y="2081"/>
                  </a:cubicBezTo>
                  <a:cubicBezTo>
                    <a:pt x="338" y="2072"/>
                    <a:pt x="312" y="2067"/>
                    <a:pt x="288" y="2067"/>
                  </a:cubicBezTo>
                  <a:cubicBezTo>
                    <a:pt x="70" y="2067"/>
                    <a:pt x="1" y="2430"/>
                    <a:pt x="250" y="2518"/>
                  </a:cubicBezTo>
                  <a:cubicBezTo>
                    <a:pt x="830" y="2716"/>
                    <a:pt x="1422" y="2827"/>
                    <a:pt x="2014" y="2827"/>
                  </a:cubicBezTo>
                  <a:cubicBezTo>
                    <a:pt x="2569" y="2827"/>
                    <a:pt x="3123" y="2730"/>
                    <a:pt x="3667" y="2518"/>
                  </a:cubicBezTo>
                  <a:cubicBezTo>
                    <a:pt x="4737" y="2099"/>
                    <a:pt x="5415" y="1162"/>
                    <a:pt x="6423" y="690"/>
                  </a:cubicBezTo>
                  <a:cubicBezTo>
                    <a:pt x="6688" y="567"/>
                    <a:pt x="6945" y="515"/>
                    <a:pt x="7196" y="515"/>
                  </a:cubicBezTo>
                  <a:cubicBezTo>
                    <a:pt x="8317" y="515"/>
                    <a:pt x="9317" y="1559"/>
                    <a:pt x="10286" y="2055"/>
                  </a:cubicBezTo>
                  <a:cubicBezTo>
                    <a:pt x="11366" y="2608"/>
                    <a:pt x="12552" y="2893"/>
                    <a:pt x="13774" y="2965"/>
                  </a:cubicBezTo>
                  <a:cubicBezTo>
                    <a:pt x="13780" y="2965"/>
                    <a:pt x="13785" y="2965"/>
                    <a:pt x="13791" y="2965"/>
                  </a:cubicBezTo>
                  <a:cubicBezTo>
                    <a:pt x="14095" y="2965"/>
                    <a:pt x="14090" y="2482"/>
                    <a:pt x="13774" y="2456"/>
                  </a:cubicBezTo>
                  <a:cubicBezTo>
                    <a:pt x="12293" y="2367"/>
                    <a:pt x="10928" y="1930"/>
                    <a:pt x="9697" y="1109"/>
                  </a:cubicBezTo>
                  <a:cubicBezTo>
                    <a:pt x="8944" y="612"/>
                    <a:pt x="8168" y="0"/>
                    <a:pt x="72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1">
    <p:spTree>
      <p:nvGrpSpPr>
        <p:cNvPr id="424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" name="Google Shape;425;p14"/>
          <p:cNvGrpSpPr/>
          <p:nvPr/>
        </p:nvGrpSpPr>
        <p:grpSpPr>
          <a:xfrm>
            <a:off x="-169480" y="-1124034"/>
            <a:ext cx="9936883" cy="3706228"/>
            <a:chOff x="-169480" y="-1124034"/>
            <a:chExt cx="9936883" cy="3706228"/>
          </a:xfrm>
        </p:grpSpPr>
        <p:sp>
          <p:nvSpPr>
            <p:cNvPr id="426" name="Google Shape;426;p14"/>
            <p:cNvSpPr/>
            <p:nvPr/>
          </p:nvSpPr>
          <p:spPr>
            <a:xfrm>
              <a:off x="4129076" y="-686277"/>
              <a:ext cx="2879377" cy="1635316"/>
            </a:xfrm>
            <a:custGeom>
              <a:rect b="b" l="l" r="r" t="t"/>
              <a:pathLst>
                <a:path extrusionOk="0" h="11958" w="21055">
                  <a:moveTo>
                    <a:pt x="16827" y="1"/>
                  </a:moveTo>
                  <a:cubicBezTo>
                    <a:pt x="16033" y="1"/>
                    <a:pt x="15235" y="124"/>
                    <a:pt x="14444" y="243"/>
                  </a:cubicBezTo>
                  <a:cubicBezTo>
                    <a:pt x="14444" y="252"/>
                    <a:pt x="14435" y="252"/>
                    <a:pt x="14426" y="252"/>
                  </a:cubicBezTo>
                  <a:lnTo>
                    <a:pt x="446" y="3392"/>
                  </a:lnTo>
                  <a:cubicBezTo>
                    <a:pt x="304" y="3419"/>
                    <a:pt x="197" y="3535"/>
                    <a:pt x="161" y="3677"/>
                  </a:cubicBezTo>
                  <a:cubicBezTo>
                    <a:pt x="0" y="4355"/>
                    <a:pt x="18" y="5087"/>
                    <a:pt x="206" y="5765"/>
                  </a:cubicBezTo>
                  <a:cubicBezTo>
                    <a:pt x="249" y="5934"/>
                    <a:pt x="403" y="6030"/>
                    <a:pt x="560" y="6030"/>
                  </a:cubicBezTo>
                  <a:cubicBezTo>
                    <a:pt x="661" y="6030"/>
                    <a:pt x="763" y="5991"/>
                    <a:pt x="839" y="5908"/>
                  </a:cubicBezTo>
                  <a:cubicBezTo>
                    <a:pt x="839" y="5908"/>
                    <a:pt x="839" y="5908"/>
                    <a:pt x="839" y="5899"/>
                  </a:cubicBezTo>
                  <a:cubicBezTo>
                    <a:pt x="917" y="5821"/>
                    <a:pt x="1014" y="5785"/>
                    <a:pt x="1110" y="5785"/>
                  </a:cubicBezTo>
                  <a:cubicBezTo>
                    <a:pt x="1288" y="5785"/>
                    <a:pt x="1461" y="5909"/>
                    <a:pt x="1490" y="6113"/>
                  </a:cubicBezTo>
                  <a:cubicBezTo>
                    <a:pt x="1535" y="6425"/>
                    <a:pt x="1481" y="6782"/>
                    <a:pt x="1472" y="7112"/>
                  </a:cubicBezTo>
                  <a:cubicBezTo>
                    <a:pt x="1448" y="7622"/>
                    <a:pt x="1734" y="8277"/>
                    <a:pt x="2213" y="8277"/>
                  </a:cubicBezTo>
                  <a:cubicBezTo>
                    <a:pt x="2253" y="8277"/>
                    <a:pt x="2295" y="8272"/>
                    <a:pt x="2338" y="8263"/>
                  </a:cubicBezTo>
                  <a:cubicBezTo>
                    <a:pt x="2721" y="8173"/>
                    <a:pt x="2882" y="7718"/>
                    <a:pt x="3203" y="7478"/>
                  </a:cubicBezTo>
                  <a:cubicBezTo>
                    <a:pt x="3357" y="7360"/>
                    <a:pt x="3532" y="7309"/>
                    <a:pt x="3712" y="7309"/>
                  </a:cubicBezTo>
                  <a:cubicBezTo>
                    <a:pt x="4232" y="7309"/>
                    <a:pt x="4793" y="7737"/>
                    <a:pt x="5005" y="8254"/>
                  </a:cubicBezTo>
                  <a:cubicBezTo>
                    <a:pt x="5299" y="8950"/>
                    <a:pt x="5210" y="9735"/>
                    <a:pt x="5362" y="10475"/>
                  </a:cubicBezTo>
                  <a:cubicBezTo>
                    <a:pt x="5501" y="11195"/>
                    <a:pt x="6028" y="11958"/>
                    <a:pt x="6754" y="11958"/>
                  </a:cubicBezTo>
                  <a:cubicBezTo>
                    <a:pt x="6775" y="11958"/>
                    <a:pt x="6795" y="11957"/>
                    <a:pt x="6816" y="11956"/>
                  </a:cubicBezTo>
                  <a:cubicBezTo>
                    <a:pt x="7646" y="11902"/>
                    <a:pt x="8074" y="10903"/>
                    <a:pt x="8083" y="10074"/>
                  </a:cubicBezTo>
                  <a:cubicBezTo>
                    <a:pt x="8101" y="9244"/>
                    <a:pt x="7922" y="8352"/>
                    <a:pt x="8342" y="7638"/>
                  </a:cubicBezTo>
                  <a:cubicBezTo>
                    <a:pt x="8501" y="7373"/>
                    <a:pt x="8783" y="7133"/>
                    <a:pt x="9077" y="7133"/>
                  </a:cubicBezTo>
                  <a:cubicBezTo>
                    <a:pt x="9129" y="7133"/>
                    <a:pt x="9182" y="7140"/>
                    <a:pt x="9234" y="7156"/>
                  </a:cubicBezTo>
                  <a:cubicBezTo>
                    <a:pt x="9698" y="7290"/>
                    <a:pt x="9814" y="7950"/>
                    <a:pt x="10268" y="8111"/>
                  </a:cubicBezTo>
                  <a:cubicBezTo>
                    <a:pt x="10333" y="8133"/>
                    <a:pt x="10396" y="8143"/>
                    <a:pt x="10457" y="8143"/>
                  </a:cubicBezTo>
                  <a:cubicBezTo>
                    <a:pt x="10897" y="8143"/>
                    <a:pt x="11257" y="7623"/>
                    <a:pt x="11500" y="7192"/>
                  </a:cubicBezTo>
                  <a:cubicBezTo>
                    <a:pt x="11702" y="6827"/>
                    <a:pt x="12110" y="6447"/>
                    <a:pt x="12474" y="6447"/>
                  </a:cubicBezTo>
                  <a:cubicBezTo>
                    <a:pt x="12591" y="6447"/>
                    <a:pt x="12703" y="6486"/>
                    <a:pt x="12802" y="6577"/>
                  </a:cubicBezTo>
                  <a:cubicBezTo>
                    <a:pt x="13061" y="6817"/>
                    <a:pt x="13034" y="7290"/>
                    <a:pt x="13346" y="7460"/>
                  </a:cubicBezTo>
                  <a:cubicBezTo>
                    <a:pt x="13413" y="7496"/>
                    <a:pt x="13481" y="7511"/>
                    <a:pt x="13551" y="7511"/>
                  </a:cubicBezTo>
                  <a:cubicBezTo>
                    <a:pt x="13950" y="7511"/>
                    <a:pt x="14389" y="7006"/>
                    <a:pt x="14772" y="7006"/>
                  </a:cubicBezTo>
                  <a:cubicBezTo>
                    <a:pt x="14849" y="7006"/>
                    <a:pt x="14925" y="7026"/>
                    <a:pt x="14997" y="7076"/>
                  </a:cubicBezTo>
                  <a:cubicBezTo>
                    <a:pt x="15104" y="7156"/>
                    <a:pt x="15166" y="7281"/>
                    <a:pt x="15211" y="7415"/>
                  </a:cubicBezTo>
                  <a:cubicBezTo>
                    <a:pt x="15648" y="8602"/>
                    <a:pt x="15273" y="10065"/>
                    <a:pt x="16040" y="11073"/>
                  </a:cubicBezTo>
                  <a:cubicBezTo>
                    <a:pt x="16156" y="11216"/>
                    <a:pt x="16290" y="11349"/>
                    <a:pt x="16460" y="11421"/>
                  </a:cubicBezTo>
                  <a:cubicBezTo>
                    <a:pt x="16543" y="11452"/>
                    <a:pt x="16631" y="11466"/>
                    <a:pt x="16720" y="11466"/>
                  </a:cubicBezTo>
                  <a:cubicBezTo>
                    <a:pt x="16908" y="11466"/>
                    <a:pt x="17102" y="11404"/>
                    <a:pt x="17272" y="11314"/>
                  </a:cubicBezTo>
                  <a:cubicBezTo>
                    <a:pt x="18262" y="10761"/>
                    <a:pt x="18360" y="9387"/>
                    <a:pt x="18244" y="8263"/>
                  </a:cubicBezTo>
                  <a:cubicBezTo>
                    <a:pt x="18217" y="7959"/>
                    <a:pt x="18208" y="7594"/>
                    <a:pt x="18476" y="7442"/>
                  </a:cubicBezTo>
                  <a:cubicBezTo>
                    <a:pt x="18538" y="7406"/>
                    <a:pt x="18606" y="7390"/>
                    <a:pt x="18675" y="7390"/>
                  </a:cubicBezTo>
                  <a:cubicBezTo>
                    <a:pt x="18866" y="7390"/>
                    <a:pt x="19067" y="7513"/>
                    <a:pt x="19172" y="7683"/>
                  </a:cubicBezTo>
                  <a:cubicBezTo>
                    <a:pt x="19243" y="7808"/>
                    <a:pt x="19288" y="7950"/>
                    <a:pt x="19306" y="8102"/>
                  </a:cubicBezTo>
                  <a:cubicBezTo>
                    <a:pt x="19335" y="8293"/>
                    <a:pt x="19492" y="8424"/>
                    <a:pt x="19671" y="8424"/>
                  </a:cubicBezTo>
                  <a:cubicBezTo>
                    <a:pt x="19709" y="8424"/>
                    <a:pt x="19748" y="8418"/>
                    <a:pt x="19787" y="8405"/>
                  </a:cubicBezTo>
                  <a:cubicBezTo>
                    <a:pt x="20251" y="8272"/>
                    <a:pt x="20635" y="7861"/>
                    <a:pt x="20813" y="7406"/>
                  </a:cubicBezTo>
                  <a:cubicBezTo>
                    <a:pt x="21054" y="6809"/>
                    <a:pt x="21018" y="6139"/>
                    <a:pt x="20983" y="5497"/>
                  </a:cubicBezTo>
                  <a:cubicBezTo>
                    <a:pt x="20947" y="4819"/>
                    <a:pt x="20911" y="4141"/>
                    <a:pt x="20867" y="3463"/>
                  </a:cubicBezTo>
                  <a:cubicBezTo>
                    <a:pt x="20849" y="3044"/>
                    <a:pt x="20822" y="2616"/>
                    <a:pt x="20697" y="2214"/>
                  </a:cubicBezTo>
                  <a:cubicBezTo>
                    <a:pt x="20331" y="1081"/>
                    <a:pt x="19181" y="341"/>
                    <a:pt x="18012" y="109"/>
                  </a:cubicBezTo>
                  <a:cubicBezTo>
                    <a:pt x="17619" y="32"/>
                    <a:pt x="17224" y="1"/>
                    <a:pt x="168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14"/>
            <p:cNvSpPr/>
            <p:nvPr/>
          </p:nvSpPr>
          <p:spPr>
            <a:xfrm>
              <a:off x="6753752" y="-525256"/>
              <a:ext cx="3013652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14"/>
            <p:cNvSpPr/>
            <p:nvPr/>
          </p:nvSpPr>
          <p:spPr>
            <a:xfrm>
              <a:off x="8286698" y="-153712"/>
              <a:ext cx="150077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14"/>
            <p:cNvSpPr/>
            <p:nvPr/>
          </p:nvSpPr>
          <p:spPr>
            <a:xfrm>
              <a:off x="8503997" y="-82842"/>
              <a:ext cx="10474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14"/>
            <p:cNvSpPr/>
            <p:nvPr/>
          </p:nvSpPr>
          <p:spPr>
            <a:xfrm>
              <a:off x="8392481" y="74139"/>
              <a:ext cx="102396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14"/>
            <p:cNvSpPr/>
            <p:nvPr/>
          </p:nvSpPr>
          <p:spPr>
            <a:xfrm>
              <a:off x="8137924" y="98501"/>
              <a:ext cx="84939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14"/>
            <p:cNvSpPr/>
            <p:nvPr/>
          </p:nvSpPr>
          <p:spPr>
            <a:xfrm>
              <a:off x="8669055" y="284403"/>
              <a:ext cx="98879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14"/>
            <p:cNvSpPr/>
            <p:nvPr/>
          </p:nvSpPr>
          <p:spPr>
            <a:xfrm>
              <a:off x="2341000" y="-657675"/>
              <a:ext cx="2533179" cy="1789688"/>
            </a:xfrm>
            <a:custGeom>
              <a:rect b="b" l="l" r="r" t="t"/>
              <a:pathLst>
                <a:path extrusionOk="0" h="15839" w="22419">
                  <a:moveTo>
                    <a:pt x="11085" y="1"/>
                  </a:moveTo>
                  <a:cubicBezTo>
                    <a:pt x="6813" y="1"/>
                    <a:pt x="760" y="2365"/>
                    <a:pt x="429" y="3698"/>
                  </a:cubicBezTo>
                  <a:cubicBezTo>
                    <a:pt x="90" y="5063"/>
                    <a:pt x="0" y="11263"/>
                    <a:pt x="678" y="11665"/>
                  </a:cubicBezTo>
                  <a:cubicBezTo>
                    <a:pt x="994" y="11847"/>
                    <a:pt x="1246" y="11931"/>
                    <a:pt x="1457" y="11931"/>
                  </a:cubicBezTo>
                  <a:cubicBezTo>
                    <a:pt x="1700" y="11931"/>
                    <a:pt x="1889" y="11820"/>
                    <a:pt x="2061" y="11620"/>
                  </a:cubicBezTo>
                  <a:cubicBezTo>
                    <a:pt x="2373" y="11245"/>
                    <a:pt x="2141" y="8408"/>
                    <a:pt x="2989" y="8123"/>
                  </a:cubicBezTo>
                  <a:cubicBezTo>
                    <a:pt x="3259" y="8032"/>
                    <a:pt x="3528" y="7988"/>
                    <a:pt x="3776" y="7988"/>
                  </a:cubicBezTo>
                  <a:cubicBezTo>
                    <a:pt x="4307" y="7988"/>
                    <a:pt x="4743" y="8189"/>
                    <a:pt x="4889" y="8560"/>
                  </a:cubicBezTo>
                  <a:cubicBezTo>
                    <a:pt x="5106" y="9081"/>
                    <a:pt x="4367" y="15246"/>
                    <a:pt x="5540" y="15246"/>
                  </a:cubicBezTo>
                  <a:cubicBezTo>
                    <a:pt x="5571" y="15246"/>
                    <a:pt x="5604" y="15242"/>
                    <a:pt x="5638" y="15233"/>
                  </a:cubicBezTo>
                  <a:cubicBezTo>
                    <a:pt x="6950" y="14885"/>
                    <a:pt x="6352" y="11343"/>
                    <a:pt x="6593" y="10817"/>
                  </a:cubicBezTo>
                  <a:cubicBezTo>
                    <a:pt x="6620" y="10758"/>
                    <a:pt x="6642" y="10731"/>
                    <a:pt x="6659" y="10731"/>
                  </a:cubicBezTo>
                  <a:cubicBezTo>
                    <a:pt x="6801" y="10731"/>
                    <a:pt x="6723" y="12380"/>
                    <a:pt x="7467" y="12601"/>
                  </a:cubicBezTo>
                  <a:cubicBezTo>
                    <a:pt x="7502" y="12612"/>
                    <a:pt x="7535" y="12617"/>
                    <a:pt x="7565" y="12617"/>
                  </a:cubicBezTo>
                  <a:cubicBezTo>
                    <a:pt x="8251" y="12617"/>
                    <a:pt x="7668" y="9975"/>
                    <a:pt x="9002" y="9274"/>
                  </a:cubicBezTo>
                  <a:cubicBezTo>
                    <a:pt x="9124" y="9210"/>
                    <a:pt x="9232" y="9181"/>
                    <a:pt x="9330" y="9181"/>
                  </a:cubicBezTo>
                  <a:cubicBezTo>
                    <a:pt x="10350" y="9181"/>
                    <a:pt x="10166" y="12384"/>
                    <a:pt x="11901" y="12637"/>
                  </a:cubicBezTo>
                  <a:cubicBezTo>
                    <a:pt x="11974" y="12648"/>
                    <a:pt x="12044" y="12653"/>
                    <a:pt x="12109" y="12653"/>
                  </a:cubicBezTo>
                  <a:cubicBezTo>
                    <a:pt x="13735" y="12653"/>
                    <a:pt x="12959" y="9488"/>
                    <a:pt x="14183" y="9488"/>
                  </a:cubicBezTo>
                  <a:cubicBezTo>
                    <a:pt x="14189" y="9488"/>
                    <a:pt x="14196" y="9488"/>
                    <a:pt x="14203" y="9488"/>
                  </a:cubicBezTo>
                  <a:cubicBezTo>
                    <a:pt x="15468" y="9514"/>
                    <a:pt x="14182" y="15838"/>
                    <a:pt x="16505" y="15838"/>
                  </a:cubicBezTo>
                  <a:cubicBezTo>
                    <a:pt x="16573" y="15838"/>
                    <a:pt x="16644" y="15833"/>
                    <a:pt x="16718" y="15822"/>
                  </a:cubicBezTo>
                  <a:cubicBezTo>
                    <a:pt x="19319" y="15430"/>
                    <a:pt x="17457" y="8141"/>
                    <a:pt x="18594" y="8141"/>
                  </a:cubicBezTo>
                  <a:cubicBezTo>
                    <a:pt x="18597" y="8141"/>
                    <a:pt x="18599" y="8141"/>
                    <a:pt x="18601" y="8141"/>
                  </a:cubicBezTo>
                  <a:cubicBezTo>
                    <a:pt x="19720" y="8176"/>
                    <a:pt x="18516" y="12848"/>
                    <a:pt x="19703" y="12848"/>
                  </a:cubicBezTo>
                  <a:cubicBezTo>
                    <a:pt x="19727" y="12848"/>
                    <a:pt x="19752" y="12846"/>
                    <a:pt x="19778" y="12842"/>
                  </a:cubicBezTo>
                  <a:cubicBezTo>
                    <a:pt x="21081" y="12646"/>
                    <a:pt x="22419" y="5411"/>
                    <a:pt x="21393" y="3546"/>
                  </a:cubicBezTo>
                  <a:cubicBezTo>
                    <a:pt x="20367" y="1691"/>
                    <a:pt x="16736" y="139"/>
                    <a:pt x="11384" y="5"/>
                  </a:cubicBezTo>
                  <a:cubicBezTo>
                    <a:pt x="11285" y="2"/>
                    <a:pt x="11185" y="1"/>
                    <a:pt x="110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14"/>
            <p:cNvSpPr/>
            <p:nvPr/>
          </p:nvSpPr>
          <p:spPr>
            <a:xfrm>
              <a:off x="2478375" y="-327126"/>
              <a:ext cx="2145786" cy="647278"/>
            </a:xfrm>
            <a:custGeom>
              <a:rect b="b" l="l" r="r" t="t"/>
              <a:pathLst>
                <a:path extrusionOk="0" h="8449" w="19770">
                  <a:moveTo>
                    <a:pt x="1696" y="0"/>
                  </a:moveTo>
                  <a:cubicBezTo>
                    <a:pt x="990" y="0"/>
                    <a:pt x="422" y="360"/>
                    <a:pt x="0" y="881"/>
                  </a:cubicBezTo>
                  <a:cubicBezTo>
                    <a:pt x="54" y="1077"/>
                    <a:pt x="99" y="1265"/>
                    <a:pt x="152" y="1452"/>
                  </a:cubicBezTo>
                  <a:cubicBezTo>
                    <a:pt x="322" y="1202"/>
                    <a:pt x="536" y="979"/>
                    <a:pt x="803" y="801"/>
                  </a:cubicBezTo>
                  <a:cubicBezTo>
                    <a:pt x="1113" y="602"/>
                    <a:pt x="1399" y="517"/>
                    <a:pt x="1662" y="517"/>
                  </a:cubicBezTo>
                  <a:cubicBezTo>
                    <a:pt x="2508" y="517"/>
                    <a:pt x="3127" y="1390"/>
                    <a:pt x="3569" y="2166"/>
                  </a:cubicBezTo>
                  <a:cubicBezTo>
                    <a:pt x="4327" y="3531"/>
                    <a:pt x="4702" y="5145"/>
                    <a:pt x="5674" y="6385"/>
                  </a:cubicBezTo>
                  <a:cubicBezTo>
                    <a:pt x="5913" y="6695"/>
                    <a:pt x="6274" y="7015"/>
                    <a:pt x="6673" y="7015"/>
                  </a:cubicBezTo>
                  <a:cubicBezTo>
                    <a:pt x="6781" y="7015"/>
                    <a:pt x="6892" y="6992"/>
                    <a:pt x="7003" y="6938"/>
                  </a:cubicBezTo>
                  <a:cubicBezTo>
                    <a:pt x="7494" y="6707"/>
                    <a:pt x="7565" y="6055"/>
                    <a:pt x="7628" y="5582"/>
                  </a:cubicBezTo>
                  <a:cubicBezTo>
                    <a:pt x="7753" y="4681"/>
                    <a:pt x="7699" y="3682"/>
                    <a:pt x="8163" y="2870"/>
                  </a:cubicBezTo>
                  <a:cubicBezTo>
                    <a:pt x="8340" y="2557"/>
                    <a:pt x="8808" y="1970"/>
                    <a:pt x="9271" y="1970"/>
                  </a:cubicBezTo>
                  <a:cubicBezTo>
                    <a:pt x="9439" y="1970"/>
                    <a:pt x="9607" y="2048"/>
                    <a:pt x="9760" y="2246"/>
                  </a:cubicBezTo>
                  <a:cubicBezTo>
                    <a:pt x="10010" y="2576"/>
                    <a:pt x="10045" y="3192"/>
                    <a:pt x="10135" y="3575"/>
                  </a:cubicBezTo>
                  <a:cubicBezTo>
                    <a:pt x="10331" y="4441"/>
                    <a:pt x="10527" y="5315"/>
                    <a:pt x="10723" y="6189"/>
                  </a:cubicBezTo>
                  <a:cubicBezTo>
                    <a:pt x="10875" y="6876"/>
                    <a:pt x="11018" y="7652"/>
                    <a:pt x="11589" y="8125"/>
                  </a:cubicBezTo>
                  <a:cubicBezTo>
                    <a:pt x="11868" y="8353"/>
                    <a:pt x="12149" y="8448"/>
                    <a:pt x="12425" y="8448"/>
                  </a:cubicBezTo>
                  <a:cubicBezTo>
                    <a:pt x="13213" y="8448"/>
                    <a:pt x="13949" y="7669"/>
                    <a:pt x="14426" y="7028"/>
                  </a:cubicBezTo>
                  <a:cubicBezTo>
                    <a:pt x="15362" y="5761"/>
                    <a:pt x="15808" y="4191"/>
                    <a:pt x="16817" y="2969"/>
                  </a:cubicBezTo>
                  <a:cubicBezTo>
                    <a:pt x="17120" y="2603"/>
                    <a:pt x="17477" y="2246"/>
                    <a:pt x="17896" y="2005"/>
                  </a:cubicBezTo>
                  <a:cubicBezTo>
                    <a:pt x="18048" y="1916"/>
                    <a:pt x="18244" y="1800"/>
                    <a:pt x="18413" y="1755"/>
                  </a:cubicBezTo>
                  <a:cubicBezTo>
                    <a:pt x="18497" y="1736"/>
                    <a:pt x="18572" y="1727"/>
                    <a:pt x="18639" y="1727"/>
                  </a:cubicBezTo>
                  <a:cubicBezTo>
                    <a:pt x="19132" y="1727"/>
                    <a:pt x="19215" y="2210"/>
                    <a:pt x="19270" y="2665"/>
                  </a:cubicBezTo>
                  <a:cubicBezTo>
                    <a:pt x="19306" y="3022"/>
                    <a:pt x="19359" y="3406"/>
                    <a:pt x="19529" y="3718"/>
                  </a:cubicBezTo>
                  <a:cubicBezTo>
                    <a:pt x="19609" y="3531"/>
                    <a:pt x="19689" y="3325"/>
                    <a:pt x="19769" y="3129"/>
                  </a:cubicBezTo>
                  <a:cubicBezTo>
                    <a:pt x="19760" y="3085"/>
                    <a:pt x="19752" y="3040"/>
                    <a:pt x="19743" y="2986"/>
                  </a:cubicBezTo>
                  <a:cubicBezTo>
                    <a:pt x="19671" y="2567"/>
                    <a:pt x="19716" y="2121"/>
                    <a:pt x="19573" y="1711"/>
                  </a:cubicBezTo>
                  <a:cubicBezTo>
                    <a:pt x="19438" y="1313"/>
                    <a:pt x="19162" y="1167"/>
                    <a:pt x="18834" y="1167"/>
                  </a:cubicBezTo>
                  <a:cubicBezTo>
                    <a:pt x="18166" y="1167"/>
                    <a:pt x="17279" y="1772"/>
                    <a:pt x="16897" y="2112"/>
                  </a:cubicBezTo>
                  <a:cubicBezTo>
                    <a:pt x="15737" y="3165"/>
                    <a:pt x="15211" y="4664"/>
                    <a:pt x="14435" y="5975"/>
                  </a:cubicBezTo>
                  <a:cubicBezTo>
                    <a:pt x="14090" y="6559"/>
                    <a:pt x="13288" y="7845"/>
                    <a:pt x="12460" y="7845"/>
                  </a:cubicBezTo>
                  <a:cubicBezTo>
                    <a:pt x="12300" y="7845"/>
                    <a:pt x="12140" y="7797"/>
                    <a:pt x="11981" y="7688"/>
                  </a:cubicBezTo>
                  <a:cubicBezTo>
                    <a:pt x="11286" y="7206"/>
                    <a:pt x="11196" y="5690"/>
                    <a:pt x="11018" y="4940"/>
                  </a:cubicBezTo>
                  <a:cubicBezTo>
                    <a:pt x="10822" y="4075"/>
                    <a:pt x="10706" y="3111"/>
                    <a:pt x="10384" y="2282"/>
                  </a:cubicBezTo>
                  <a:cubicBezTo>
                    <a:pt x="10215" y="1827"/>
                    <a:pt x="9903" y="1452"/>
                    <a:pt x="9385" y="1416"/>
                  </a:cubicBezTo>
                  <a:cubicBezTo>
                    <a:pt x="9353" y="1415"/>
                    <a:pt x="9322" y="1414"/>
                    <a:pt x="9290" y="1414"/>
                  </a:cubicBezTo>
                  <a:cubicBezTo>
                    <a:pt x="7948" y="1414"/>
                    <a:pt x="7348" y="3074"/>
                    <a:pt x="7209" y="4155"/>
                  </a:cubicBezTo>
                  <a:cubicBezTo>
                    <a:pt x="7146" y="4619"/>
                    <a:pt x="7119" y="5083"/>
                    <a:pt x="7048" y="5538"/>
                  </a:cubicBezTo>
                  <a:cubicBezTo>
                    <a:pt x="7014" y="5798"/>
                    <a:pt x="6995" y="6320"/>
                    <a:pt x="6638" y="6320"/>
                  </a:cubicBezTo>
                  <a:cubicBezTo>
                    <a:pt x="6530" y="6320"/>
                    <a:pt x="6390" y="6272"/>
                    <a:pt x="6209" y="6153"/>
                  </a:cubicBezTo>
                  <a:cubicBezTo>
                    <a:pt x="6049" y="6055"/>
                    <a:pt x="5879" y="5707"/>
                    <a:pt x="5781" y="5538"/>
                  </a:cubicBezTo>
                  <a:cubicBezTo>
                    <a:pt x="5308" y="4762"/>
                    <a:pt x="4969" y="3932"/>
                    <a:pt x="4604" y="3111"/>
                  </a:cubicBezTo>
                  <a:cubicBezTo>
                    <a:pt x="4086" y="1987"/>
                    <a:pt x="3319" y="123"/>
                    <a:pt x="1865" y="7"/>
                  </a:cubicBezTo>
                  <a:cubicBezTo>
                    <a:pt x="1808" y="2"/>
                    <a:pt x="1751" y="0"/>
                    <a:pt x="16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5" name="Google Shape;435;p14"/>
            <p:cNvGrpSpPr/>
            <p:nvPr/>
          </p:nvGrpSpPr>
          <p:grpSpPr>
            <a:xfrm rot="10800000">
              <a:off x="-169480" y="-1124034"/>
              <a:ext cx="6923242" cy="2988378"/>
              <a:chOff x="-5676750" y="3065162"/>
              <a:chExt cx="7443545" cy="3212964"/>
            </a:xfrm>
          </p:grpSpPr>
          <p:sp>
            <p:nvSpPr>
              <p:cNvPr id="436" name="Google Shape;436;p14"/>
              <p:cNvSpPr/>
              <p:nvPr/>
            </p:nvSpPr>
            <p:spPr>
              <a:xfrm rot="10800000">
                <a:off x="-1246852" y="3065162"/>
                <a:ext cx="3013648" cy="3212964"/>
              </a:xfrm>
              <a:custGeom>
                <a:rect b="b" l="l" r="r" t="t"/>
                <a:pathLst>
                  <a:path extrusionOk="0" h="23922" w="22438">
                    <a:moveTo>
                      <a:pt x="3165" y="1"/>
                    </a:moveTo>
                    <a:cubicBezTo>
                      <a:pt x="2537" y="1"/>
                      <a:pt x="1924" y="119"/>
                      <a:pt x="1419" y="447"/>
                    </a:cubicBezTo>
                    <a:cubicBezTo>
                      <a:pt x="688" y="920"/>
                      <a:pt x="277" y="1776"/>
                      <a:pt x="144" y="2651"/>
                    </a:cubicBezTo>
                    <a:cubicBezTo>
                      <a:pt x="1" y="3516"/>
                      <a:pt x="99" y="4426"/>
                      <a:pt x="188" y="5327"/>
                    </a:cubicBezTo>
                    <a:cubicBezTo>
                      <a:pt x="313" y="6487"/>
                      <a:pt x="438" y="7655"/>
                      <a:pt x="563" y="8824"/>
                    </a:cubicBezTo>
                    <a:cubicBezTo>
                      <a:pt x="652" y="9618"/>
                      <a:pt x="813" y="10537"/>
                      <a:pt x="1517" y="10947"/>
                    </a:cubicBezTo>
                    <a:cubicBezTo>
                      <a:pt x="1731" y="11074"/>
                      <a:pt x="1965" y="11129"/>
                      <a:pt x="2201" y="11129"/>
                    </a:cubicBezTo>
                    <a:cubicBezTo>
                      <a:pt x="2665" y="11129"/>
                      <a:pt x="3137" y="10916"/>
                      <a:pt x="3480" y="10608"/>
                    </a:cubicBezTo>
                    <a:cubicBezTo>
                      <a:pt x="3730" y="10385"/>
                      <a:pt x="3935" y="10109"/>
                      <a:pt x="4229" y="9948"/>
                    </a:cubicBezTo>
                    <a:cubicBezTo>
                      <a:pt x="4365" y="9876"/>
                      <a:pt x="4526" y="9835"/>
                      <a:pt x="4683" y="9835"/>
                    </a:cubicBezTo>
                    <a:cubicBezTo>
                      <a:pt x="4876" y="9835"/>
                      <a:pt x="5065" y="9898"/>
                      <a:pt x="5193" y="10046"/>
                    </a:cubicBezTo>
                    <a:cubicBezTo>
                      <a:pt x="5318" y="10189"/>
                      <a:pt x="5362" y="10358"/>
                      <a:pt x="5398" y="10537"/>
                    </a:cubicBezTo>
                    <a:cubicBezTo>
                      <a:pt x="5880" y="12705"/>
                      <a:pt x="5086" y="14953"/>
                      <a:pt x="5684" y="17103"/>
                    </a:cubicBezTo>
                    <a:cubicBezTo>
                      <a:pt x="5728" y="17263"/>
                      <a:pt x="5800" y="17442"/>
                      <a:pt x="5951" y="17495"/>
                    </a:cubicBezTo>
                    <a:cubicBezTo>
                      <a:pt x="5988" y="17509"/>
                      <a:pt x="6027" y="17513"/>
                      <a:pt x="6066" y="17513"/>
                    </a:cubicBezTo>
                    <a:cubicBezTo>
                      <a:pt x="6130" y="17513"/>
                      <a:pt x="6197" y="17501"/>
                      <a:pt x="6263" y="17495"/>
                    </a:cubicBezTo>
                    <a:cubicBezTo>
                      <a:pt x="6274" y="17495"/>
                      <a:pt x="6284" y="17494"/>
                      <a:pt x="6294" y="17494"/>
                    </a:cubicBezTo>
                    <a:cubicBezTo>
                      <a:pt x="6648" y="17494"/>
                      <a:pt x="6973" y="17790"/>
                      <a:pt x="7120" y="18120"/>
                    </a:cubicBezTo>
                    <a:cubicBezTo>
                      <a:pt x="7280" y="18459"/>
                      <a:pt x="7289" y="18842"/>
                      <a:pt x="7298" y="19208"/>
                    </a:cubicBezTo>
                    <a:cubicBezTo>
                      <a:pt x="7325" y="19966"/>
                      <a:pt x="7343" y="20725"/>
                      <a:pt x="7361" y="21492"/>
                    </a:cubicBezTo>
                    <a:cubicBezTo>
                      <a:pt x="7379" y="21973"/>
                      <a:pt x="7388" y="22464"/>
                      <a:pt x="7566" y="22919"/>
                    </a:cubicBezTo>
                    <a:cubicBezTo>
                      <a:pt x="7744" y="23383"/>
                      <a:pt x="8128" y="23811"/>
                      <a:pt x="8610" y="23900"/>
                    </a:cubicBezTo>
                    <a:cubicBezTo>
                      <a:pt x="8679" y="23915"/>
                      <a:pt x="8748" y="23921"/>
                      <a:pt x="8817" y="23921"/>
                    </a:cubicBezTo>
                    <a:cubicBezTo>
                      <a:pt x="9309" y="23921"/>
                      <a:pt x="9754" y="23572"/>
                      <a:pt x="9966" y="23133"/>
                    </a:cubicBezTo>
                    <a:cubicBezTo>
                      <a:pt x="10216" y="22625"/>
                      <a:pt x="10233" y="22036"/>
                      <a:pt x="10242" y="21465"/>
                    </a:cubicBezTo>
                    <a:cubicBezTo>
                      <a:pt x="10287" y="19529"/>
                      <a:pt x="10331" y="17602"/>
                      <a:pt x="10376" y="15675"/>
                    </a:cubicBezTo>
                    <a:cubicBezTo>
                      <a:pt x="10403" y="14382"/>
                      <a:pt x="10546" y="12883"/>
                      <a:pt x="11634" y="12241"/>
                    </a:cubicBezTo>
                    <a:cubicBezTo>
                      <a:pt x="11831" y="12122"/>
                      <a:pt x="12075" y="12052"/>
                      <a:pt x="12314" y="12052"/>
                    </a:cubicBezTo>
                    <a:cubicBezTo>
                      <a:pt x="12593" y="12052"/>
                      <a:pt x="12865" y="12148"/>
                      <a:pt x="13043" y="12374"/>
                    </a:cubicBezTo>
                    <a:cubicBezTo>
                      <a:pt x="13382" y="12803"/>
                      <a:pt x="13275" y="13543"/>
                      <a:pt x="13757" y="13784"/>
                    </a:cubicBezTo>
                    <a:cubicBezTo>
                      <a:pt x="13845" y="13830"/>
                      <a:pt x="13940" y="13848"/>
                      <a:pt x="14034" y="13848"/>
                    </a:cubicBezTo>
                    <a:cubicBezTo>
                      <a:pt x="14122" y="13848"/>
                      <a:pt x="14211" y="13832"/>
                      <a:pt x="14292" y="13811"/>
                    </a:cubicBezTo>
                    <a:cubicBezTo>
                      <a:pt x="14837" y="13668"/>
                      <a:pt x="15211" y="13213"/>
                      <a:pt x="15506" y="12749"/>
                    </a:cubicBezTo>
                    <a:cubicBezTo>
                      <a:pt x="15800" y="12294"/>
                      <a:pt x="16059" y="11786"/>
                      <a:pt x="16487" y="11447"/>
                    </a:cubicBezTo>
                    <a:cubicBezTo>
                      <a:pt x="16738" y="11248"/>
                      <a:pt x="17072" y="11120"/>
                      <a:pt x="17401" y="11120"/>
                    </a:cubicBezTo>
                    <a:cubicBezTo>
                      <a:pt x="17633" y="11120"/>
                      <a:pt x="17862" y="11183"/>
                      <a:pt x="18057" y="11331"/>
                    </a:cubicBezTo>
                    <a:cubicBezTo>
                      <a:pt x="18307" y="11518"/>
                      <a:pt x="18459" y="11812"/>
                      <a:pt x="18708" y="12009"/>
                    </a:cubicBezTo>
                    <a:cubicBezTo>
                      <a:pt x="18919" y="12177"/>
                      <a:pt x="19178" y="12252"/>
                      <a:pt x="19439" y="12252"/>
                    </a:cubicBezTo>
                    <a:cubicBezTo>
                      <a:pt x="19676" y="12252"/>
                      <a:pt x="19914" y="12190"/>
                      <a:pt x="20118" y="12080"/>
                    </a:cubicBezTo>
                    <a:cubicBezTo>
                      <a:pt x="20546" y="11848"/>
                      <a:pt x="20840" y="11447"/>
                      <a:pt x="21072" y="11027"/>
                    </a:cubicBezTo>
                    <a:cubicBezTo>
                      <a:pt x="21742" y="9823"/>
                      <a:pt x="22036" y="8422"/>
                      <a:pt x="22223" y="7031"/>
                    </a:cubicBezTo>
                    <a:cubicBezTo>
                      <a:pt x="22357" y="6014"/>
                      <a:pt x="22437" y="4952"/>
                      <a:pt x="22179" y="3926"/>
                    </a:cubicBezTo>
                    <a:cubicBezTo>
                      <a:pt x="21920" y="2900"/>
                      <a:pt x="21269" y="1892"/>
                      <a:pt x="20287" y="1446"/>
                    </a:cubicBezTo>
                    <a:cubicBezTo>
                      <a:pt x="19592" y="1125"/>
                      <a:pt x="18815" y="1116"/>
                      <a:pt x="18066" y="1116"/>
                    </a:cubicBezTo>
                    <a:lnTo>
                      <a:pt x="16240" y="1116"/>
                    </a:lnTo>
                    <a:cubicBezTo>
                      <a:pt x="15137" y="528"/>
                      <a:pt x="13904" y="351"/>
                      <a:pt x="12677" y="351"/>
                    </a:cubicBezTo>
                    <a:cubicBezTo>
                      <a:pt x="12265" y="351"/>
                      <a:pt x="11853" y="371"/>
                      <a:pt x="11447" y="403"/>
                    </a:cubicBezTo>
                    <a:cubicBezTo>
                      <a:pt x="10277" y="486"/>
                      <a:pt x="9107" y="653"/>
                      <a:pt x="7930" y="653"/>
                    </a:cubicBezTo>
                    <a:cubicBezTo>
                      <a:pt x="7474" y="653"/>
                      <a:pt x="7017" y="628"/>
                      <a:pt x="6558" y="563"/>
                    </a:cubicBezTo>
                    <a:cubicBezTo>
                      <a:pt x="5684" y="438"/>
                      <a:pt x="4818" y="171"/>
                      <a:pt x="3944" y="55"/>
                    </a:cubicBezTo>
                    <a:cubicBezTo>
                      <a:pt x="3686" y="21"/>
                      <a:pt x="3424" y="1"/>
                      <a:pt x="31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" name="Google Shape;437;p14"/>
              <p:cNvSpPr/>
              <p:nvPr/>
            </p:nvSpPr>
            <p:spPr>
              <a:xfrm rot="10345894">
                <a:off x="-1205623" y="4744786"/>
                <a:ext cx="2918961" cy="657179"/>
              </a:xfrm>
              <a:custGeom>
                <a:rect b="b" l="l" r="r" t="t"/>
                <a:pathLst>
                  <a:path extrusionOk="0" h="4893" w="21733">
                    <a:moveTo>
                      <a:pt x="3008" y="0"/>
                    </a:moveTo>
                    <a:cubicBezTo>
                      <a:pt x="1945" y="0"/>
                      <a:pt x="940" y="367"/>
                      <a:pt x="1" y="872"/>
                    </a:cubicBezTo>
                    <a:cubicBezTo>
                      <a:pt x="10" y="1024"/>
                      <a:pt x="27" y="1184"/>
                      <a:pt x="45" y="1336"/>
                    </a:cubicBezTo>
                    <a:cubicBezTo>
                      <a:pt x="961" y="881"/>
                      <a:pt x="1925" y="542"/>
                      <a:pt x="2912" y="542"/>
                    </a:cubicBezTo>
                    <a:cubicBezTo>
                      <a:pt x="3377" y="542"/>
                      <a:pt x="3847" y="617"/>
                      <a:pt x="4318" y="792"/>
                    </a:cubicBezTo>
                    <a:cubicBezTo>
                      <a:pt x="5514" y="1229"/>
                      <a:pt x="5942" y="2076"/>
                      <a:pt x="6272" y="3245"/>
                    </a:cubicBezTo>
                    <a:cubicBezTo>
                      <a:pt x="6468" y="3968"/>
                      <a:pt x="6879" y="4797"/>
                      <a:pt x="7726" y="4886"/>
                    </a:cubicBezTo>
                    <a:cubicBezTo>
                      <a:pt x="7768" y="4891"/>
                      <a:pt x="7809" y="4893"/>
                      <a:pt x="7849" y="4893"/>
                    </a:cubicBezTo>
                    <a:cubicBezTo>
                      <a:pt x="8482" y="4893"/>
                      <a:pt x="8945" y="4383"/>
                      <a:pt x="9314" y="3905"/>
                    </a:cubicBezTo>
                    <a:cubicBezTo>
                      <a:pt x="9662" y="3450"/>
                      <a:pt x="9974" y="3013"/>
                      <a:pt x="10501" y="2736"/>
                    </a:cubicBezTo>
                    <a:cubicBezTo>
                      <a:pt x="10762" y="2599"/>
                      <a:pt x="11002" y="2543"/>
                      <a:pt x="11233" y="2543"/>
                    </a:cubicBezTo>
                    <a:cubicBezTo>
                      <a:pt x="11662" y="2543"/>
                      <a:pt x="12058" y="2739"/>
                      <a:pt x="12499" y="2977"/>
                    </a:cubicBezTo>
                    <a:cubicBezTo>
                      <a:pt x="12804" y="3137"/>
                      <a:pt x="13117" y="3206"/>
                      <a:pt x="13428" y="3206"/>
                    </a:cubicBezTo>
                    <a:cubicBezTo>
                      <a:pt x="13936" y="3206"/>
                      <a:pt x="14440" y="3022"/>
                      <a:pt x="14899" y="2745"/>
                    </a:cubicBezTo>
                    <a:cubicBezTo>
                      <a:pt x="15934" y="2121"/>
                      <a:pt x="16728" y="1327"/>
                      <a:pt x="18003" y="1247"/>
                    </a:cubicBezTo>
                    <a:cubicBezTo>
                      <a:pt x="18054" y="1243"/>
                      <a:pt x="18105" y="1242"/>
                      <a:pt x="18157" y="1242"/>
                    </a:cubicBezTo>
                    <a:cubicBezTo>
                      <a:pt x="19210" y="1242"/>
                      <a:pt x="20504" y="1905"/>
                      <a:pt x="21661" y="2041"/>
                    </a:cubicBezTo>
                    <a:cubicBezTo>
                      <a:pt x="21688" y="1907"/>
                      <a:pt x="21714" y="1773"/>
                      <a:pt x="21732" y="1639"/>
                    </a:cubicBezTo>
                    <a:cubicBezTo>
                      <a:pt x="21268" y="1595"/>
                      <a:pt x="20804" y="1461"/>
                      <a:pt x="20385" y="1318"/>
                    </a:cubicBezTo>
                    <a:cubicBezTo>
                      <a:pt x="19626" y="1063"/>
                      <a:pt x="18898" y="825"/>
                      <a:pt x="18116" y="825"/>
                    </a:cubicBezTo>
                    <a:cubicBezTo>
                      <a:pt x="17941" y="825"/>
                      <a:pt x="17764" y="837"/>
                      <a:pt x="17584" y="863"/>
                    </a:cubicBezTo>
                    <a:cubicBezTo>
                      <a:pt x="16540" y="1015"/>
                      <a:pt x="15800" y="1550"/>
                      <a:pt x="14952" y="2130"/>
                    </a:cubicBezTo>
                    <a:cubicBezTo>
                      <a:pt x="14506" y="2434"/>
                      <a:pt x="13992" y="2713"/>
                      <a:pt x="13455" y="2713"/>
                    </a:cubicBezTo>
                    <a:cubicBezTo>
                      <a:pt x="13284" y="2713"/>
                      <a:pt x="13110" y="2685"/>
                      <a:pt x="12936" y="2620"/>
                    </a:cubicBezTo>
                    <a:cubicBezTo>
                      <a:pt x="12499" y="2451"/>
                      <a:pt x="12160" y="2130"/>
                      <a:pt x="11687" y="2041"/>
                    </a:cubicBezTo>
                    <a:cubicBezTo>
                      <a:pt x="11567" y="2017"/>
                      <a:pt x="11445" y="2006"/>
                      <a:pt x="11325" y="2006"/>
                    </a:cubicBezTo>
                    <a:cubicBezTo>
                      <a:pt x="10703" y="2006"/>
                      <a:pt x="10089" y="2296"/>
                      <a:pt x="9626" y="2692"/>
                    </a:cubicBezTo>
                    <a:cubicBezTo>
                      <a:pt x="9139" y="3107"/>
                      <a:pt x="8440" y="4288"/>
                      <a:pt x="7772" y="4288"/>
                    </a:cubicBezTo>
                    <a:cubicBezTo>
                      <a:pt x="7522" y="4288"/>
                      <a:pt x="7276" y="4123"/>
                      <a:pt x="7048" y="3691"/>
                    </a:cubicBezTo>
                    <a:cubicBezTo>
                      <a:pt x="6575" y="2808"/>
                      <a:pt x="6647" y="1871"/>
                      <a:pt x="5897" y="1122"/>
                    </a:cubicBezTo>
                    <a:cubicBezTo>
                      <a:pt x="5362" y="578"/>
                      <a:pt x="4631" y="239"/>
                      <a:pt x="3890" y="87"/>
                    </a:cubicBezTo>
                    <a:cubicBezTo>
                      <a:pt x="3592" y="28"/>
                      <a:pt x="3298" y="0"/>
                      <a:pt x="300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" name="Google Shape;438;p14"/>
              <p:cNvSpPr/>
              <p:nvPr/>
            </p:nvSpPr>
            <p:spPr>
              <a:xfrm rot="10800000">
                <a:off x="-5676750" y="5176994"/>
                <a:ext cx="1893234" cy="398229"/>
              </a:xfrm>
              <a:custGeom>
                <a:rect b="b" l="l" r="r" t="t"/>
                <a:pathLst>
                  <a:path extrusionOk="0" h="2965" w="14096">
                    <a:moveTo>
                      <a:pt x="7233" y="0"/>
                    </a:moveTo>
                    <a:cubicBezTo>
                      <a:pt x="7160" y="0"/>
                      <a:pt x="7087" y="4"/>
                      <a:pt x="7012" y="12"/>
                    </a:cubicBezTo>
                    <a:cubicBezTo>
                      <a:pt x="5977" y="119"/>
                      <a:pt x="5272" y="931"/>
                      <a:pt x="4487" y="1510"/>
                    </a:cubicBezTo>
                    <a:cubicBezTo>
                      <a:pt x="3718" y="2084"/>
                      <a:pt x="2849" y="2352"/>
                      <a:pt x="1954" y="2352"/>
                    </a:cubicBezTo>
                    <a:cubicBezTo>
                      <a:pt x="1428" y="2352"/>
                      <a:pt x="894" y="2260"/>
                      <a:pt x="366" y="2081"/>
                    </a:cubicBezTo>
                    <a:cubicBezTo>
                      <a:pt x="338" y="2072"/>
                      <a:pt x="312" y="2067"/>
                      <a:pt x="288" y="2067"/>
                    </a:cubicBezTo>
                    <a:cubicBezTo>
                      <a:pt x="70" y="2067"/>
                      <a:pt x="1" y="2430"/>
                      <a:pt x="250" y="2518"/>
                    </a:cubicBezTo>
                    <a:cubicBezTo>
                      <a:pt x="830" y="2716"/>
                      <a:pt x="1422" y="2827"/>
                      <a:pt x="2014" y="2827"/>
                    </a:cubicBezTo>
                    <a:cubicBezTo>
                      <a:pt x="2569" y="2827"/>
                      <a:pt x="3123" y="2730"/>
                      <a:pt x="3667" y="2518"/>
                    </a:cubicBezTo>
                    <a:cubicBezTo>
                      <a:pt x="4737" y="2099"/>
                      <a:pt x="5415" y="1162"/>
                      <a:pt x="6423" y="690"/>
                    </a:cubicBezTo>
                    <a:cubicBezTo>
                      <a:pt x="6688" y="567"/>
                      <a:pt x="6945" y="515"/>
                      <a:pt x="7196" y="515"/>
                    </a:cubicBezTo>
                    <a:cubicBezTo>
                      <a:pt x="8317" y="515"/>
                      <a:pt x="9317" y="1559"/>
                      <a:pt x="10286" y="2055"/>
                    </a:cubicBezTo>
                    <a:cubicBezTo>
                      <a:pt x="11366" y="2608"/>
                      <a:pt x="12552" y="2893"/>
                      <a:pt x="13774" y="2965"/>
                    </a:cubicBezTo>
                    <a:cubicBezTo>
                      <a:pt x="13780" y="2965"/>
                      <a:pt x="13785" y="2965"/>
                      <a:pt x="13791" y="2965"/>
                    </a:cubicBezTo>
                    <a:cubicBezTo>
                      <a:pt x="14095" y="2965"/>
                      <a:pt x="14090" y="2482"/>
                      <a:pt x="13774" y="2456"/>
                    </a:cubicBezTo>
                    <a:cubicBezTo>
                      <a:pt x="12293" y="2367"/>
                      <a:pt x="10928" y="1930"/>
                      <a:pt x="9697" y="1109"/>
                    </a:cubicBezTo>
                    <a:cubicBezTo>
                      <a:pt x="8944" y="612"/>
                      <a:pt x="8168" y="0"/>
                      <a:pt x="723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9" name="Google Shape;439;p14"/>
            <p:cNvSpPr/>
            <p:nvPr/>
          </p:nvSpPr>
          <p:spPr>
            <a:xfrm flipH="1" rot="785687">
              <a:off x="6657911" y="-59798"/>
              <a:ext cx="2541531" cy="572204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14"/>
            <p:cNvSpPr/>
            <p:nvPr/>
          </p:nvSpPr>
          <p:spPr>
            <a:xfrm>
              <a:off x="1431598" y="162913"/>
              <a:ext cx="150077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14"/>
            <p:cNvSpPr/>
            <p:nvPr/>
          </p:nvSpPr>
          <p:spPr>
            <a:xfrm>
              <a:off x="1648897" y="233783"/>
              <a:ext cx="10474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14"/>
            <p:cNvSpPr/>
            <p:nvPr/>
          </p:nvSpPr>
          <p:spPr>
            <a:xfrm>
              <a:off x="1537381" y="390764"/>
              <a:ext cx="102396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14"/>
            <p:cNvSpPr/>
            <p:nvPr/>
          </p:nvSpPr>
          <p:spPr>
            <a:xfrm>
              <a:off x="1282824" y="415126"/>
              <a:ext cx="84939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14"/>
            <p:cNvSpPr/>
            <p:nvPr/>
          </p:nvSpPr>
          <p:spPr>
            <a:xfrm>
              <a:off x="3959997" y="-160105"/>
              <a:ext cx="10474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14"/>
            <p:cNvSpPr/>
            <p:nvPr/>
          </p:nvSpPr>
          <p:spPr>
            <a:xfrm>
              <a:off x="3848481" y="-3123"/>
              <a:ext cx="102396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14"/>
            <p:cNvSpPr/>
            <p:nvPr/>
          </p:nvSpPr>
          <p:spPr>
            <a:xfrm>
              <a:off x="5076447" y="119145"/>
              <a:ext cx="10474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14"/>
            <p:cNvSpPr/>
            <p:nvPr/>
          </p:nvSpPr>
          <p:spPr>
            <a:xfrm>
              <a:off x="4964931" y="276127"/>
              <a:ext cx="102396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14"/>
            <p:cNvSpPr/>
            <p:nvPr/>
          </p:nvSpPr>
          <p:spPr>
            <a:xfrm>
              <a:off x="5426575" y="107300"/>
              <a:ext cx="62923" cy="48853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" name="Google Shape;449;p14"/>
          <p:cNvGrpSpPr/>
          <p:nvPr/>
        </p:nvGrpSpPr>
        <p:grpSpPr>
          <a:xfrm>
            <a:off x="286182" y="709858"/>
            <a:ext cx="8572281" cy="4114097"/>
            <a:chOff x="286182" y="709858"/>
            <a:chExt cx="8572281" cy="4114097"/>
          </a:xfrm>
        </p:grpSpPr>
        <p:sp>
          <p:nvSpPr>
            <p:cNvPr id="450" name="Google Shape;450;p14"/>
            <p:cNvSpPr/>
            <p:nvPr/>
          </p:nvSpPr>
          <p:spPr>
            <a:xfrm rot="-3266906">
              <a:off x="4904410" y="1199257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14"/>
            <p:cNvSpPr/>
            <p:nvPr/>
          </p:nvSpPr>
          <p:spPr>
            <a:xfrm rot="-3266906">
              <a:off x="5725307" y="15521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14"/>
            <p:cNvSpPr/>
            <p:nvPr/>
          </p:nvSpPr>
          <p:spPr>
            <a:xfrm rot="-3266906">
              <a:off x="5819041" y="748947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14"/>
            <p:cNvSpPr/>
            <p:nvPr/>
          </p:nvSpPr>
          <p:spPr>
            <a:xfrm rot="-3266906">
              <a:off x="987332" y="4379320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14"/>
            <p:cNvSpPr/>
            <p:nvPr/>
          </p:nvSpPr>
          <p:spPr>
            <a:xfrm rot="1625383">
              <a:off x="1661854" y="4572572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14"/>
            <p:cNvSpPr/>
            <p:nvPr/>
          </p:nvSpPr>
          <p:spPr>
            <a:xfrm rot="3522601">
              <a:off x="3163435" y="13165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14"/>
            <p:cNvSpPr/>
            <p:nvPr/>
          </p:nvSpPr>
          <p:spPr>
            <a:xfrm rot="-2695393">
              <a:off x="1839211" y="13175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14"/>
            <p:cNvSpPr/>
            <p:nvPr/>
          </p:nvSpPr>
          <p:spPr>
            <a:xfrm rot="-2695393">
              <a:off x="1498932" y="3759286"/>
              <a:ext cx="151480" cy="74315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14"/>
            <p:cNvSpPr/>
            <p:nvPr/>
          </p:nvSpPr>
          <p:spPr>
            <a:xfrm rot="3522601">
              <a:off x="8752035" y="29499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14"/>
            <p:cNvSpPr/>
            <p:nvPr/>
          </p:nvSpPr>
          <p:spPr>
            <a:xfrm rot="-3266906">
              <a:off x="7623860" y="1868257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14"/>
            <p:cNvSpPr/>
            <p:nvPr/>
          </p:nvSpPr>
          <p:spPr>
            <a:xfrm rot="3522601">
              <a:off x="7476785" y="28245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14"/>
            <p:cNvSpPr/>
            <p:nvPr/>
          </p:nvSpPr>
          <p:spPr>
            <a:xfrm rot="-2695393">
              <a:off x="1613311" y="24200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14"/>
            <p:cNvSpPr/>
            <p:nvPr/>
          </p:nvSpPr>
          <p:spPr>
            <a:xfrm rot="3522601">
              <a:off x="335310" y="16617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14"/>
            <p:cNvSpPr/>
            <p:nvPr/>
          </p:nvSpPr>
          <p:spPr>
            <a:xfrm rot="-3266906">
              <a:off x="3848632" y="4658720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14"/>
            <p:cNvSpPr/>
            <p:nvPr/>
          </p:nvSpPr>
          <p:spPr>
            <a:xfrm rot="3522601">
              <a:off x="5580610" y="46876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14"/>
            <p:cNvSpPr/>
            <p:nvPr/>
          </p:nvSpPr>
          <p:spPr>
            <a:xfrm rot="-2695393">
              <a:off x="6704686" y="43063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6" name="Google Shape;466;p14"/>
          <p:cNvSpPr txBox="1"/>
          <p:nvPr>
            <p:ph type="title"/>
          </p:nvPr>
        </p:nvSpPr>
        <p:spPr>
          <a:xfrm>
            <a:off x="2135550" y="1804338"/>
            <a:ext cx="4872900" cy="15291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sz="9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467" name="Google Shape;467;p14"/>
          <p:cNvSpPr txBox="1"/>
          <p:nvPr>
            <p:ph idx="1" type="subTitle"/>
          </p:nvPr>
        </p:nvSpPr>
        <p:spPr>
          <a:xfrm>
            <a:off x="2135550" y="3257313"/>
            <a:ext cx="4872900" cy="8010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468" name="Shape 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9" name="Google Shape;469;p15"/>
          <p:cNvGrpSpPr/>
          <p:nvPr/>
        </p:nvGrpSpPr>
        <p:grpSpPr>
          <a:xfrm flipH="1">
            <a:off x="-1213473" y="-525256"/>
            <a:ext cx="3013652" cy="3107450"/>
            <a:chOff x="1120850" y="1643725"/>
            <a:chExt cx="578325" cy="596325"/>
          </a:xfrm>
        </p:grpSpPr>
        <p:sp>
          <p:nvSpPr>
            <p:cNvPr id="470" name="Google Shape;470;p15"/>
            <p:cNvSpPr/>
            <p:nvPr/>
          </p:nvSpPr>
          <p:spPr>
            <a:xfrm>
              <a:off x="1120850" y="1643725"/>
              <a:ext cx="578325" cy="596325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15"/>
            <p:cNvSpPr/>
            <p:nvPr/>
          </p:nvSpPr>
          <p:spPr>
            <a:xfrm>
              <a:off x="1415025" y="1715025"/>
              <a:ext cx="28800" cy="22325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15"/>
            <p:cNvSpPr/>
            <p:nvPr/>
          </p:nvSpPr>
          <p:spPr>
            <a:xfrm>
              <a:off x="1456725" y="1728625"/>
              <a:ext cx="20100" cy="15650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15"/>
            <p:cNvSpPr/>
            <p:nvPr/>
          </p:nvSpPr>
          <p:spPr>
            <a:xfrm>
              <a:off x="1435325" y="1758750"/>
              <a:ext cx="19650" cy="15175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15"/>
            <p:cNvSpPr/>
            <p:nvPr/>
          </p:nvSpPr>
          <p:spPr>
            <a:xfrm>
              <a:off x="1386475" y="1763425"/>
              <a:ext cx="16300" cy="1275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15"/>
            <p:cNvSpPr/>
            <p:nvPr/>
          </p:nvSpPr>
          <p:spPr>
            <a:xfrm>
              <a:off x="1488400" y="1799100"/>
              <a:ext cx="18975" cy="14525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15"/>
            <p:cNvSpPr/>
            <p:nvPr/>
          </p:nvSpPr>
          <p:spPr>
            <a:xfrm>
              <a:off x="1524750" y="1733325"/>
              <a:ext cx="12075" cy="9375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15"/>
            <p:cNvSpPr/>
            <p:nvPr/>
          </p:nvSpPr>
          <p:spPr>
            <a:xfrm>
              <a:off x="1123075" y="1744550"/>
              <a:ext cx="541325" cy="159375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" name="Google Shape;478;p15"/>
          <p:cNvGrpSpPr/>
          <p:nvPr/>
        </p:nvGrpSpPr>
        <p:grpSpPr>
          <a:xfrm>
            <a:off x="5871870" y="4293873"/>
            <a:ext cx="3598457" cy="1378898"/>
            <a:chOff x="5871870" y="4293873"/>
            <a:chExt cx="3598457" cy="1378898"/>
          </a:xfrm>
        </p:grpSpPr>
        <p:sp>
          <p:nvSpPr>
            <p:cNvPr id="479" name="Google Shape;479;p15"/>
            <p:cNvSpPr/>
            <p:nvPr/>
          </p:nvSpPr>
          <p:spPr>
            <a:xfrm flipH="1" rot="10800000">
              <a:off x="5871870" y="4293873"/>
              <a:ext cx="3598453" cy="1378898"/>
            </a:xfrm>
            <a:custGeom>
              <a:rect b="b" l="l" r="r" t="t"/>
              <a:pathLst>
                <a:path extrusionOk="0" h="7309" w="19074">
                  <a:moveTo>
                    <a:pt x="14216" y="14"/>
                  </a:moveTo>
                  <a:cubicBezTo>
                    <a:pt x="13596" y="14"/>
                    <a:pt x="12976" y="28"/>
                    <a:pt x="12356" y="46"/>
                  </a:cubicBezTo>
                  <a:cubicBezTo>
                    <a:pt x="10259" y="90"/>
                    <a:pt x="8163" y="161"/>
                    <a:pt x="6066" y="269"/>
                  </a:cubicBezTo>
                  <a:cubicBezTo>
                    <a:pt x="5023" y="322"/>
                    <a:pt x="3970" y="376"/>
                    <a:pt x="2926" y="447"/>
                  </a:cubicBezTo>
                  <a:cubicBezTo>
                    <a:pt x="1624" y="527"/>
                    <a:pt x="0" y="545"/>
                    <a:pt x="295" y="2329"/>
                  </a:cubicBezTo>
                  <a:cubicBezTo>
                    <a:pt x="348" y="2659"/>
                    <a:pt x="571" y="2981"/>
                    <a:pt x="901" y="3052"/>
                  </a:cubicBezTo>
                  <a:cubicBezTo>
                    <a:pt x="973" y="3070"/>
                    <a:pt x="1044" y="3070"/>
                    <a:pt x="1106" y="3114"/>
                  </a:cubicBezTo>
                  <a:cubicBezTo>
                    <a:pt x="1222" y="3195"/>
                    <a:pt x="1213" y="3364"/>
                    <a:pt x="1204" y="3507"/>
                  </a:cubicBezTo>
                  <a:cubicBezTo>
                    <a:pt x="1142" y="4096"/>
                    <a:pt x="1204" y="4738"/>
                    <a:pt x="1570" y="5202"/>
                  </a:cubicBezTo>
                  <a:cubicBezTo>
                    <a:pt x="1804" y="5504"/>
                    <a:pt x="2193" y="5693"/>
                    <a:pt x="2565" y="5693"/>
                  </a:cubicBezTo>
                  <a:cubicBezTo>
                    <a:pt x="2776" y="5693"/>
                    <a:pt x="2981" y="5632"/>
                    <a:pt x="3149" y="5496"/>
                  </a:cubicBezTo>
                  <a:cubicBezTo>
                    <a:pt x="3363" y="5318"/>
                    <a:pt x="3479" y="5059"/>
                    <a:pt x="3640" y="4836"/>
                  </a:cubicBezTo>
                  <a:cubicBezTo>
                    <a:pt x="3797" y="4618"/>
                    <a:pt x="4023" y="4408"/>
                    <a:pt x="4292" y="4408"/>
                  </a:cubicBezTo>
                  <a:cubicBezTo>
                    <a:pt x="4298" y="4408"/>
                    <a:pt x="4303" y="4408"/>
                    <a:pt x="4309" y="4408"/>
                  </a:cubicBezTo>
                  <a:cubicBezTo>
                    <a:pt x="4621" y="4426"/>
                    <a:pt x="4853" y="4720"/>
                    <a:pt x="4933" y="5023"/>
                  </a:cubicBezTo>
                  <a:cubicBezTo>
                    <a:pt x="5014" y="5327"/>
                    <a:pt x="4996" y="5648"/>
                    <a:pt x="5058" y="5951"/>
                  </a:cubicBezTo>
                  <a:cubicBezTo>
                    <a:pt x="5201" y="6611"/>
                    <a:pt x="5763" y="7156"/>
                    <a:pt x="6423" y="7280"/>
                  </a:cubicBezTo>
                  <a:cubicBezTo>
                    <a:pt x="6522" y="7299"/>
                    <a:pt x="6623" y="7308"/>
                    <a:pt x="6723" y="7308"/>
                  </a:cubicBezTo>
                  <a:cubicBezTo>
                    <a:pt x="7290" y="7308"/>
                    <a:pt x="7853" y="7018"/>
                    <a:pt x="8172" y="6540"/>
                  </a:cubicBezTo>
                  <a:cubicBezTo>
                    <a:pt x="8261" y="6397"/>
                    <a:pt x="8341" y="6237"/>
                    <a:pt x="8475" y="6139"/>
                  </a:cubicBezTo>
                  <a:cubicBezTo>
                    <a:pt x="8546" y="6082"/>
                    <a:pt x="8641" y="6048"/>
                    <a:pt x="8731" y="6048"/>
                  </a:cubicBezTo>
                  <a:cubicBezTo>
                    <a:pt x="8812" y="6048"/>
                    <a:pt x="8888" y="6075"/>
                    <a:pt x="8939" y="6139"/>
                  </a:cubicBezTo>
                  <a:cubicBezTo>
                    <a:pt x="8993" y="6219"/>
                    <a:pt x="9001" y="6317"/>
                    <a:pt x="9037" y="6406"/>
                  </a:cubicBezTo>
                  <a:cubicBezTo>
                    <a:pt x="9114" y="6603"/>
                    <a:pt x="9322" y="6703"/>
                    <a:pt x="9535" y="6703"/>
                  </a:cubicBezTo>
                  <a:cubicBezTo>
                    <a:pt x="9669" y="6703"/>
                    <a:pt x="9805" y="6664"/>
                    <a:pt x="9911" y="6585"/>
                  </a:cubicBezTo>
                  <a:cubicBezTo>
                    <a:pt x="10188" y="6379"/>
                    <a:pt x="10286" y="6014"/>
                    <a:pt x="10295" y="5666"/>
                  </a:cubicBezTo>
                  <a:cubicBezTo>
                    <a:pt x="10295" y="5327"/>
                    <a:pt x="10224" y="4988"/>
                    <a:pt x="10215" y="4640"/>
                  </a:cubicBezTo>
                  <a:cubicBezTo>
                    <a:pt x="10215" y="4256"/>
                    <a:pt x="10366" y="3855"/>
                    <a:pt x="10670" y="3614"/>
                  </a:cubicBezTo>
                  <a:cubicBezTo>
                    <a:pt x="10799" y="3515"/>
                    <a:pt x="10944" y="3462"/>
                    <a:pt x="11075" y="3462"/>
                  </a:cubicBezTo>
                  <a:cubicBezTo>
                    <a:pt x="11287" y="3462"/>
                    <a:pt x="11466" y="3600"/>
                    <a:pt x="11499" y="3908"/>
                  </a:cubicBezTo>
                  <a:cubicBezTo>
                    <a:pt x="11526" y="4140"/>
                    <a:pt x="11455" y="4390"/>
                    <a:pt x="11508" y="4631"/>
                  </a:cubicBezTo>
                  <a:cubicBezTo>
                    <a:pt x="11562" y="4899"/>
                    <a:pt x="11776" y="5139"/>
                    <a:pt x="12044" y="5211"/>
                  </a:cubicBezTo>
                  <a:cubicBezTo>
                    <a:pt x="12109" y="5231"/>
                    <a:pt x="12178" y="5240"/>
                    <a:pt x="12247" y="5240"/>
                  </a:cubicBezTo>
                  <a:cubicBezTo>
                    <a:pt x="12457" y="5240"/>
                    <a:pt x="12670" y="5151"/>
                    <a:pt x="12811" y="4997"/>
                  </a:cubicBezTo>
                  <a:lnTo>
                    <a:pt x="12811" y="4997"/>
                  </a:lnTo>
                  <a:cubicBezTo>
                    <a:pt x="12748" y="5443"/>
                    <a:pt x="13034" y="5907"/>
                    <a:pt x="13453" y="6058"/>
                  </a:cubicBezTo>
                  <a:cubicBezTo>
                    <a:pt x="13552" y="6091"/>
                    <a:pt x="13656" y="6107"/>
                    <a:pt x="13760" y="6107"/>
                  </a:cubicBezTo>
                  <a:cubicBezTo>
                    <a:pt x="14102" y="6107"/>
                    <a:pt x="14444" y="5934"/>
                    <a:pt x="14622" y="5639"/>
                  </a:cubicBezTo>
                  <a:cubicBezTo>
                    <a:pt x="14943" y="5104"/>
                    <a:pt x="14729" y="4328"/>
                    <a:pt x="15148" y="3864"/>
                  </a:cubicBezTo>
                  <a:cubicBezTo>
                    <a:pt x="15225" y="3779"/>
                    <a:pt x="15336" y="3707"/>
                    <a:pt x="15452" y="3707"/>
                  </a:cubicBezTo>
                  <a:cubicBezTo>
                    <a:pt x="15469" y="3707"/>
                    <a:pt x="15487" y="3708"/>
                    <a:pt x="15505" y="3712"/>
                  </a:cubicBezTo>
                  <a:cubicBezTo>
                    <a:pt x="15737" y="3757"/>
                    <a:pt x="15790" y="4060"/>
                    <a:pt x="15781" y="4301"/>
                  </a:cubicBezTo>
                  <a:cubicBezTo>
                    <a:pt x="15746" y="4818"/>
                    <a:pt x="15639" y="5327"/>
                    <a:pt x="15683" y="5844"/>
                  </a:cubicBezTo>
                  <a:cubicBezTo>
                    <a:pt x="15728" y="6353"/>
                    <a:pt x="15978" y="6897"/>
                    <a:pt x="16451" y="7093"/>
                  </a:cubicBezTo>
                  <a:cubicBezTo>
                    <a:pt x="16566" y="7142"/>
                    <a:pt x="16687" y="7164"/>
                    <a:pt x="16808" y="7164"/>
                  </a:cubicBezTo>
                  <a:cubicBezTo>
                    <a:pt x="17329" y="7164"/>
                    <a:pt x="17850" y="6746"/>
                    <a:pt x="17958" y="6210"/>
                  </a:cubicBezTo>
                  <a:cubicBezTo>
                    <a:pt x="18038" y="5773"/>
                    <a:pt x="17896" y="5327"/>
                    <a:pt x="17807" y="4890"/>
                  </a:cubicBezTo>
                  <a:cubicBezTo>
                    <a:pt x="17717" y="4452"/>
                    <a:pt x="17691" y="3953"/>
                    <a:pt x="17967" y="3605"/>
                  </a:cubicBezTo>
                  <a:cubicBezTo>
                    <a:pt x="18190" y="3748"/>
                    <a:pt x="18146" y="4185"/>
                    <a:pt x="18413" y="4221"/>
                  </a:cubicBezTo>
                  <a:cubicBezTo>
                    <a:pt x="18421" y="4221"/>
                    <a:pt x="18428" y="4222"/>
                    <a:pt x="18436" y="4222"/>
                  </a:cubicBezTo>
                  <a:cubicBezTo>
                    <a:pt x="18501" y="4222"/>
                    <a:pt x="18571" y="4189"/>
                    <a:pt x="18627" y="4149"/>
                  </a:cubicBezTo>
                  <a:cubicBezTo>
                    <a:pt x="18877" y="3962"/>
                    <a:pt x="18939" y="3614"/>
                    <a:pt x="18913" y="3302"/>
                  </a:cubicBezTo>
                  <a:cubicBezTo>
                    <a:pt x="18886" y="2998"/>
                    <a:pt x="18797" y="2695"/>
                    <a:pt x="18806" y="2383"/>
                  </a:cubicBezTo>
                  <a:cubicBezTo>
                    <a:pt x="18806" y="2088"/>
                    <a:pt x="18904" y="1803"/>
                    <a:pt x="18931" y="1517"/>
                  </a:cubicBezTo>
                  <a:cubicBezTo>
                    <a:pt x="19073" y="1"/>
                    <a:pt x="17066" y="126"/>
                    <a:pt x="16076" y="63"/>
                  </a:cubicBezTo>
                  <a:cubicBezTo>
                    <a:pt x="15456" y="28"/>
                    <a:pt x="14836" y="14"/>
                    <a:pt x="14216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15"/>
            <p:cNvSpPr/>
            <p:nvPr/>
          </p:nvSpPr>
          <p:spPr>
            <a:xfrm rot="-10578739">
              <a:off x="6108296" y="4829629"/>
              <a:ext cx="1925183" cy="433439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rgbClr val="6946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15"/>
            <p:cNvSpPr/>
            <p:nvPr/>
          </p:nvSpPr>
          <p:spPr>
            <a:xfrm flipH="1" rot="-10640538">
              <a:off x="7536144" y="4890444"/>
              <a:ext cx="1925170" cy="433436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rgbClr val="6946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" name="Google Shape;482;p15"/>
          <p:cNvGrpSpPr/>
          <p:nvPr/>
        </p:nvGrpSpPr>
        <p:grpSpPr>
          <a:xfrm flipH="1">
            <a:off x="144437" y="88771"/>
            <a:ext cx="8836281" cy="4847946"/>
            <a:chOff x="159894" y="88771"/>
            <a:chExt cx="8836281" cy="4847946"/>
          </a:xfrm>
        </p:grpSpPr>
        <p:sp>
          <p:nvSpPr>
            <p:cNvPr id="483" name="Google Shape;483;p15"/>
            <p:cNvSpPr/>
            <p:nvPr/>
          </p:nvSpPr>
          <p:spPr>
            <a:xfrm rot="2115196">
              <a:off x="7580109" y="1168269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15"/>
            <p:cNvSpPr/>
            <p:nvPr/>
          </p:nvSpPr>
          <p:spPr>
            <a:xfrm rot="-3266906">
              <a:off x="8683707" y="1972920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15"/>
            <p:cNvSpPr/>
            <p:nvPr/>
          </p:nvSpPr>
          <p:spPr>
            <a:xfrm rot="-3266906">
              <a:off x="5229316" y="1021085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15"/>
            <p:cNvSpPr/>
            <p:nvPr/>
          </p:nvSpPr>
          <p:spPr>
            <a:xfrm rot="3574462">
              <a:off x="8900307" y="4728783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15"/>
            <p:cNvSpPr/>
            <p:nvPr/>
          </p:nvSpPr>
          <p:spPr>
            <a:xfrm rot="1625383">
              <a:off x="2005454" y="839460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15"/>
            <p:cNvSpPr/>
            <p:nvPr/>
          </p:nvSpPr>
          <p:spPr>
            <a:xfrm rot="3522601">
              <a:off x="3221160" y="7787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15"/>
            <p:cNvSpPr/>
            <p:nvPr/>
          </p:nvSpPr>
          <p:spPr>
            <a:xfrm rot="-2695393">
              <a:off x="940811" y="2574164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15"/>
            <p:cNvSpPr/>
            <p:nvPr/>
          </p:nvSpPr>
          <p:spPr>
            <a:xfrm rot="-6529139">
              <a:off x="424444" y="3511486"/>
              <a:ext cx="151480" cy="7431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15"/>
            <p:cNvSpPr/>
            <p:nvPr/>
          </p:nvSpPr>
          <p:spPr>
            <a:xfrm rot="3522601">
              <a:off x="8137135" y="24354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15"/>
            <p:cNvSpPr/>
            <p:nvPr/>
          </p:nvSpPr>
          <p:spPr>
            <a:xfrm rot="-3266906">
              <a:off x="6145435" y="476944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15"/>
            <p:cNvSpPr/>
            <p:nvPr/>
          </p:nvSpPr>
          <p:spPr>
            <a:xfrm rot="3522601">
              <a:off x="209022" y="40307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15"/>
            <p:cNvSpPr/>
            <p:nvPr/>
          </p:nvSpPr>
          <p:spPr>
            <a:xfrm rot="1867268">
              <a:off x="1436074" y="3709139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15"/>
            <p:cNvSpPr/>
            <p:nvPr/>
          </p:nvSpPr>
          <p:spPr>
            <a:xfrm rot="-2342076">
              <a:off x="7006835" y="3373852"/>
              <a:ext cx="57301" cy="147211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15"/>
            <p:cNvSpPr/>
            <p:nvPr/>
          </p:nvSpPr>
          <p:spPr>
            <a:xfrm rot="-3266906">
              <a:off x="3365832" y="4073370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15"/>
            <p:cNvSpPr/>
            <p:nvPr/>
          </p:nvSpPr>
          <p:spPr>
            <a:xfrm rot="3522601">
              <a:off x="4539960" y="44222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15"/>
            <p:cNvSpPr/>
            <p:nvPr/>
          </p:nvSpPr>
          <p:spPr>
            <a:xfrm rot="-2695393">
              <a:off x="7233123" y="47890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9" name="Google Shape;499;p15"/>
          <p:cNvSpPr txBox="1"/>
          <p:nvPr>
            <p:ph type="title"/>
          </p:nvPr>
        </p:nvSpPr>
        <p:spPr>
          <a:xfrm>
            <a:off x="1708050" y="2989726"/>
            <a:ext cx="5727900" cy="642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500" name="Google Shape;500;p15"/>
          <p:cNvSpPr txBox="1"/>
          <p:nvPr>
            <p:ph idx="1" type="subTitle"/>
          </p:nvPr>
        </p:nvSpPr>
        <p:spPr>
          <a:xfrm>
            <a:off x="1708050" y="1511325"/>
            <a:ext cx="5727900" cy="1478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5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11">
    <p:spTree>
      <p:nvGrpSpPr>
        <p:cNvPr id="50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2" name="Google Shape;502;p16"/>
          <p:cNvGrpSpPr/>
          <p:nvPr/>
        </p:nvGrpSpPr>
        <p:grpSpPr>
          <a:xfrm>
            <a:off x="2138092" y="4070572"/>
            <a:ext cx="3187535" cy="1799829"/>
            <a:chOff x="2138092" y="4070572"/>
            <a:chExt cx="3187535" cy="1799829"/>
          </a:xfrm>
        </p:grpSpPr>
        <p:grpSp>
          <p:nvGrpSpPr>
            <p:cNvPr id="503" name="Google Shape;503;p16"/>
            <p:cNvGrpSpPr/>
            <p:nvPr/>
          </p:nvGrpSpPr>
          <p:grpSpPr>
            <a:xfrm flipH="1" rot="10800000">
              <a:off x="2157161" y="4070572"/>
              <a:ext cx="3168466" cy="1799829"/>
              <a:chOff x="4129076" y="-686277"/>
              <a:chExt cx="2879377" cy="1635316"/>
            </a:xfrm>
          </p:grpSpPr>
          <p:sp>
            <p:nvSpPr>
              <p:cNvPr id="504" name="Google Shape;504;p16"/>
              <p:cNvSpPr/>
              <p:nvPr/>
            </p:nvSpPr>
            <p:spPr>
              <a:xfrm>
                <a:off x="4129076" y="-686277"/>
                <a:ext cx="2879377" cy="1635316"/>
              </a:xfrm>
              <a:custGeom>
                <a:rect b="b" l="l" r="r" t="t"/>
                <a:pathLst>
                  <a:path extrusionOk="0" h="11958" w="21055">
                    <a:moveTo>
                      <a:pt x="16827" y="1"/>
                    </a:moveTo>
                    <a:cubicBezTo>
                      <a:pt x="16033" y="1"/>
                      <a:pt x="15235" y="124"/>
                      <a:pt x="14444" y="243"/>
                    </a:cubicBezTo>
                    <a:cubicBezTo>
                      <a:pt x="14444" y="252"/>
                      <a:pt x="14435" y="252"/>
                      <a:pt x="14426" y="252"/>
                    </a:cubicBezTo>
                    <a:lnTo>
                      <a:pt x="446" y="3392"/>
                    </a:lnTo>
                    <a:cubicBezTo>
                      <a:pt x="304" y="3419"/>
                      <a:pt x="197" y="3535"/>
                      <a:pt x="161" y="3677"/>
                    </a:cubicBezTo>
                    <a:cubicBezTo>
                      <a:pt x="0" y="4355"/>
                      <a:pt x="18" y="5087"/>
                      <a:pt x="206" y="5765"/>
                    </a:cubicBezTo>
                    <a:cubicBezTo>
                      <a:pt x="249" y="5934"/>
                      <a:pt x="403" y="6030"/>
                      <a:pt x="560" y="6030"/>
                    </a:cubicBezTo>
                    <a:cubicBezTo>
                      <a:pt x="661" y="6030"/>
                      <a:pt x="763" y="5991"/>
                      <a:pt x="839" y="5908"/>
                    </a:cubicBezTo>
                    <a:cubicBezTo>
                      <a:pt x="839" y="5908"/>
                      <a:pt x="839" y="5908"/>
                      <a:pt x="839" y="5899"/>
                    </a:cubicBezTo>
                    <a:cubicBezTo>
                      <a:pt x="917" y="5821"/>
                      <a:pt x="1014" y="5785"/>
                      <a:pt x="1110" y="5785"/>
                    </a:cubicBezTo>
                    <a:cubicBezTo>
                      <a:pt x="1288" y="5785"/>
                      <a:pt x="1461" y="5909"/>
                      <a:pt x="1490" y="6113"/>
                    </a:cubicBezTo>
                    <a:cubicBezTo>
                      <a:pt x="1535" y="6425"/>
                      <a:pt x="1481" y="6782"/>
                      <a:pt x="1472" y="7112"/>
                    </a:cubicBezTo>
                    <a:cubicBezTo>
                      <a:pt x="1448" y="7622"/>
                      <a:pt x="1734" y="8277"/>
                      <a:pt x="2213" y="8277"/>
                    </a:cubicBezTo>
                    <a:cubicBezTo>
                      <a:pt x="2253" y="8277"/>
                      <a:pt x="2295" y="8272"/>
                      <a:pt x="2338" y="8263"/>
                    </a:cubicBezTo>
                    <a:cubicBezTo>
                      <a:pt x="2721" y="8173"/>
                      <a:pt x="2882" y="7718"/>
                      <a:pt x="3203" y="7478"/>
                    </a:cubicBezTo>
                    <a:cubicBezTo>
                      <a:pt x="3357" y="7360"/>
                      <a:pt x="3532" y="7309"/>
                      <a:pt x="3712" y="7309"/>
                    </a:cubicBezTo>
                    <a:cubicBezTo>
                      <a:pt x="4232" y="7309"/>
                      <a:pt x="4793" y="7737"/>
                      <a:pt x="5005" y="8254"/>
                    </a:cubicBezTo>
                    <a:cubicBezTo>
                      <a:pt x="5299" y="8950"/>
                      <a:pt x="5210" y="9735"/>
                      <a:pt x="5362" y="10475"/>
                    </a:cubicBezTo>
                    <a:cubicBezTo>
                      <a:pt x="5501" y="11195"/>
                      <a:pt x="6028" y="11958"/>
                      <a:pt x="6754" y="11958"/>
                    </a:cubicBezTo>
                    <a:cubicBezTo>
                      <a:pt x="6775" y="11958"/>
                      <a:pt x="6795" y="11957"/>
                      <a:pt x="6816" y="11956"/>
                    </a:cubicBezTo>
                    <a:cubicBezTo>
                      <a:pt x="7646" y="11902"/>
                      <a:pt x="8074" y="10903"/>
                      <a:pt x="8083" y="10074"/>
                    </a:cubicBezTo>
                    <a:cubicBezTo>
                      <a:pt x="8101" y="9244"/>
                      <a:pt x="7922" y="8352"/>
                      <a:pt x="8342" y="7638"/>
                    </a:cubicBezTo>
                    <a:cubicBezTo>
                      <a:pt x="8501" y="7373"/>
                      <a:pt x="8783" y="7133"/>
                      <a:pt x="9077" y="7133"/>
                    </a:cubicBezTo>
                    <a:cubicBezTo>
                      <a:pt x="9129" y="7133"/>
                      <a:pt x="9182" y="7140"/>
                      <a:pt x="9234" y="7156"/>
                    </a:cubicBezTo>
                    <a:cubicBezTo>
                      <a:pt x="9698" y="7290"/>
                      <a:pt x="9814" y="7950"/>
                      <a:pt x="10268" y="8111"/>
                    </a:cubicBezTo>
                    <a:cubicBezTo>
                      <a:pt x="10333" y="8133"/>
                      <a:pt x="10396" y="8143"/>
                      <a:pt x="10457" y="8143"/>
                    </a:cubicBezTo>
                    <a:cubicBezTo>
                      <a:pt x="10897" y="8143"/>
                      <a:pt x="11257" y="7623"/>
                      <a:pt x="11500" y="7192"/>
                    </a:cubicBezTo>
                    <a:cubicBezTo>
                      <a:pt x="11702" y="6827"/>
                      <a:pt x="12110" y="6447"/>
                      <a:pt x="12474" y="6447"/>
                    </a:cubicBezTo>
                    <a:cubicBezTo>
                      <a:pt x="12591" y="6447"/>
                      <a:pt x="12703" y="6486"/>
                      <a:pt x="12802" y="6577"/>
                    </a:cubicBezTo>
                    <a:cubicBezTo>
                      <a:pt x="13061" y="6817"/>
                      <a:pt x="13034" y="7290"/>
                      <a:pt x="13346" y="7460"/>
                    </a:cubicBezTo>
                    <a:cubicBezTo>
                      <a:pt x="13413" y="7496"/>
                      <a:pt x="13481" y="7511"/>
                      <a:pt x="13551" y="7511"/>
                    </a:cubicBezTo>
                    <a:cubicBezTo>
                      <a:pt x="13950" y="7511"/>
                      <a:pt x="14389" y="7006"/>
                      <a:pt x="14772" y="7006"/>
                    </a:cubicBezTo>
                    <a:cubicBezTo>
                      <a:pt x="14849" y="7006"/>
                      <a:pt x="14925" y="7026"/>
                      <a:pt x="14997" y="7076"/>
                    </a:cubicBezTo>
                    <a:cubicBezTo>
                      <a:pt x="15104" y="7156"/>
                      <a:pt x="15166" y="7281"/>
                      <a:pt x="15211" y="7415"/>
                    </a:cubicBezTo>
                    <a:cubicBezTo>
                      <a:pt x="15648" y="8602"/>
                      <a:pt x="15273" y="10065"/>
                      <a:pt x="16040" y="11073"/>
                    </a:cubicBezTo>
                    <a:cubicBezTo>
                      <a:pt x="16156" y="11216"/>
                      <a:pt x="16290" y="11349"/>
                      <a:pt x="16460" y="11421"/>
                    </a:cubicBezTo>
                    <a:cubicBezTo>
                      <a:pt x="16543" y="11452"/>
                      <a:pt x="16631" y="11466"/>
                      <a:pt x="16720" y="11466"/>
                    </a:cubicBezTo>
                    <a:cubicBezTo>
                      <a:pt x="16908" y="11466"/>
                      <a:pt x="17102" y="11404"/>
                      <a:pt x="17272" y="11314"/>
                    </a:cubicBezTo>
                    <a:cubicBezTo>
                      <a:pt x="18262" y="10761"/>
                      <a:pt x="18360" y="9387"/>
                      <a:pt x="18244" y="8263"/>
                    </a:cubicBezTo>
                    <a:cubicBezTo>
                      <a:pt x="18217" y="7959"/>
                      <a:pt x="18208" y="7594"/>
                      <a:pt x="18476" y="7442"/>
                    </a:cubicBezTo>
                    <a:cubicBezTo>
                      <a:pt x="18538" y="7406"/>
                      <a:pt x="18606" y="7390"/>
                      <a:pt x="18675" y="7390"/>
                    </a:cubicBezTo>
                    <a:cubicBezTo>
                      <a:pt x="18866" y="7390"/>
                      <a:pt x="19067" y="7513"/>
                      <a:pt x="19172" y="7683"/>
                    </a:cubicBezTo>
                    <a:cubicBezTo>
                      <a:pt x="19243" y="7808"/>
                      <a:pt x="19288" y="7950"/>
                      <a:pt x="19306" y="8102"/>
                    </a:cubicBezTo>
                    <a:cubicBezTo>
                      <a:pt x="19335" y="8293"/>
                      <a:pt x="19492" y="8424"/>
                      <a:pt x="19671" y="8424"/>
                    </a:cubicBezTo>
                    <a:cubicBezTo>
                      <a:pt x="19709" y="8424"/>
                      <a:pt x="19748" y="8418"/>
                      <a:pt x="19787" y="8405"/>
                    </a:cubicBezTo>
                    <a:cubicBezTo>
                      <a:pt x="20251" y="8272"/>
                      <a:pt x="20635" y="7861"/>
                      <a:pt x="20813" y="7406"/>
                    </a:cubicBezTo>
                    <a:cubicBezTo>
                      <a:pt x="21054" y="6809"/>
                      <a:pt x="21018" y="6139"/>
                      <a:pt x="20983" y="5497"/>
                    </a:cubicBezTo>
                    <a:cubicBezTo>
                      <a:pt x="20947" y="4819"/>
                      <a:pt x="20911" y="4141"/>
                      <a:pt x="20867" y="3463"/>
                    </a:cubicBezTo>
                    <a:cubicBezTo>
                      <a:pt x="20849" y="3044"/>
                      <a:pt x="20822" y="2616"/>
                      <a:pt x="20697" y="2214"/>
                    </a:cubicBezTo>
                    <a:cubicBezTo>
                      <a:pt x="20331" y="1081"/>
                      <a:pt x="19181" y="341"/>
                      <a:pt x="18012" y="109"/>
                    </a:cubicBezTo>
                    <a:cubicBezTo>
                      <a:pt x="17619" y="32"/>
                      <a:pt x="17224" y="1"/>
                      <a:pt x="168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16"/>
              <p:cNvSpPr/>
              <p:nvPr/>
            </p:nvSpPr>
            <p:spPr>
              <a:xfrm>
                <a:off x="5076447" y="119145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16"/>
              <p:cNvSpPr/>
              <p:nvPr/>
            </p:nvSpPr>
            <p:spPr>
              <a:xfrm>
                <a:off x="4964931" y="276127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16"/>
              <p:cNvSpPr/>
              <p:nvPr/>
            </p:nvSpPr>
            <p:spPr>
              <a:xfrm>
                <a:off x="5426575" y="107300"/>
                <a:ext cx="62923" cy="48853"/>
              </a:xfrm>
              <a:custGeom>
                <a:rect b="b" l="l" r="r" t="t"/>
                <a:pathLst>
                  <a:path extrusionOk="0" h="375" w="483">
                    <a:moveTo>
                      <a:pt x="241" y="0"/>
                    </a:moveTo>
                    <a:cubicBezTo>
                      <a:pt x="1" y="0"/>
                      <a:pt x="1" y="375"/>
                      <a:pt x="241" y="375"/>
                    </a:cubicBezTo>
                    <a:cubicBezTo>
                      <a:pt x="482" y="375"/>
                      <a:pt x="482" y="0"/>
                      <a:pt x="2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8" name="Google Shape;508;p16"/>
            <p:cNvSpPr/>
            <p:nvPr/>
          </p:nvSpPr>
          <p:spPr>
            <a:xfrm rot="10800000">
              <a:off x="2138092" y="4940082"/>
              <a:ext cx="3172149" cy="611270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" name="Google Shape;509;p16"/>
          <p:cNvGrpSpPr/>
          <p:nvPr/>
        </p:nvGrpSpPr>
        <p:grpSpPr>
          <a:xfrm>
            <a:off x="-479330" y="-531598"/>
            <a:ext cx="9967003" cy="1536019"/>
            <a:chOff x="-479330" y="-531598"/>
            <a:chExt cx="9967003" cy="1536019"/>
          </a:xfrm>
        </p:grpSpPr>
        <p:sp>
          <p:nvSpPr>
            <p:cNvPr id="510" name="Google Shape;510;p16"/>
            <p:cNvSpPr/>
            <p:nvPr/>
          </p:nvSpPr>
          <p:spPr>
            <a:xfrm>
              <a:off x="2550525" y="-203930"/>
              <a:ext cx="3709572" cy="1208351"/>
            </a:xfrm>
            <a:custGeom>
              <a:rect b="b" l="l" r="r" t="t"/>
              <a:pathLst>
                <a:path extrusionOk="0" h="6405" w="19663">
                  <a:moveTo>
                    <a:pt x="15799" y="0"/>
                  </a:moveTo>
                  <a:cubicBezTo>
                    <a:pt x="14930" y="0"/>
                    <a:pt x="14048" y="589"/>
                    <a:pt x="13212" y="812"/>
                  </a:cubicBezTo>
                  <a:cubicBezTo>
                    <a:pt x="12864" y="905"/>
                    <a:pt x="12513" y="943"/>
                    <a:pt x="12160" y="943"/>
                  </a:cubicBezTo>
                  <a:cubicBezTo>
                    <a:pt x="10715" y="943"/>
                    <a:pt x="9235" y="318"/>
                    <a:pt x="7772" y="318"/>
                  </a:cubicBezTo>
                  <a:cubicBezTo>
                    <a:pt x="7530" y="318"/>
                    <a:pt x="7289" y="336"/>
                    <a:pt x="7048" y="375"/>
                  </a:cubicBezTo>
                  <a:cubicBezTo>
                    <a:pt x="6660" y="444"/>
                    <a:pt x="6281" y="563"/>
                    <a:pt x="5886" y="563"/>
                  </a:cubicBezTo>
                  <a:cubicBezTo>
                    <a:pt x="5872" y="563"/>
                    <a:pt x="5858" y="563"/>
                    <a:pt x="5844" y="563"/>
                  </a:cubicBezTo>
                  <a:cubicBezTo>
                    <a:pt x="5288" y="550"/>
                    <a:pt x="4709" y="284"/>
                    <a:pt x="4175" y="284"/>
                  </a:cubicBezTo>
                  <a:cubicBezTo>
                    <a:pt x="3971" y="284"/>
                    <a:pt x="3774" y="323"/>
                    <a:pt x="3587" y="429"/>
                  </a:cubicBezTo>
                  <a:cubicBezTo>
                    <a:pt x="3444" y="509"/>
                    <a:pt x="3319" y="616"/>
                    <a:pt x="3167" y="661"/>
                  </a:cubicBezTo>
                  <a:cubicBezTo>
                    <a:pt x="3094" y="682"/>
                    <a:pt x="3019" y="690"/>
                    <a:pt x="2941" y="690"/>
                  </a:cubicBezTo>
                  <a:cubicBezTo>
                    <a:pt x="2593" y="690"/>
                    <a:pt x="2206" y="519"/>
                    <a:pt x="1846" y="519"/>
                  </a:cubicBezTo>
                  <a:cubicBezTo>
                    <a:pt x="1668" y="519"/>
                    <a:pt x="1496" y="561"/>
                    <a:pt x="1338" y="688"/>
                  </a:cubicBezTo>
                  <a:cubicBezTo>
                    <a:pt x="1187" y="812"/>
                    <a:pt x="1071" y="991"/>
                    <a:pt x="883" y="1044"/>
                  </a:cubicBezTo>
                  <a:cubicBezTo>
                    <a:pt x="842" y="1055"/>
                    <a:pt x="799" y="1057"/>
                    <a:pt x="756" y="1057"/>
                  </a:cubicBezTo>
                  <a:cubicBezTo>
                    <a:pt x="721" y="1057"/>
                    <a:pt x="686" y="1056"/>
                    <a:pt x="651" y="1056"/>
                  </a:cubicBezTo>
                  <a:cubicBezTo>
                    <a:pt x="618" y="1056"/>
                    <a:pt x="585" y="1057"/>
                    <a:pt x="553" y="1062"/>
                  </a:cubicBezTo>
                  <a:cubicBezTo>
                    <a:pt x="268" y="1098"/>
                    <a:pt x="63" y="1392"/>
                    <a:pt x="27" y="1687"/>
                  </a:cubicBezTo>
                  <a:cubicBezTo>
                    <a:pt x="0" y="1981"/>
                    <a:pt x="107" y="2275"/>
                    <a:pt x="250" y="2534"/>
                  </a:cubicBezTo>
                  <a:cubicBezTo>
                    <a:pt x="535" y="3080"/>
                    <a:pt x="1051" y="3574"/>
                    <a:pt x="1628" y="3574"/>
                  </a:cubicBezTo>
                  <a:cubicBezTo>
                    <a:pt x="1682" y="3574"/>
                    <a:pt x="1738" y="3569"/>
                    <a:pt x="1793" y="3560"/>
                  </a:cubicBezTo>
                  <a:cubicBezTo>
                    <a:pt x="2025" y="3524"/>
                    <a:pt x="2239" y="3408"/>
                    <a:pt x="2462" y="3337"/>
                  </a:cubicBezTo>
                  <a:cubicBezTo>
                    <a:pt x="2635" y="3288"/>
                    <a:pt x="2809" y="3268"/>
                    <a:pt x="2985" y="3268"/>
                  </a:cubicBezTo>
                  <a:cubicBezTo>
                    <a:pt x="3537" y="3268"/>
                    <a:pt x="4102" y="3459"/>
                    <a:pt x="4657" y="3507"/>
                  </a:cubicBezTo>
                  <a:cubicBezTo>
                    <a:pt x="4746" y="3514"/>
                    <a:pt x="4836" y="3517"/>
                    <a:pt x="4925" y="3517"/>
                  </a:cubicBezTo>
                  <a:cubicBezTo>
                    <a:pt x="6130" y="3517"/>
                    <a:pt x="7329" y="2921"/>
                    <a:pt x="8502" y="2921"/>
                  </a:cubicBezTo>
                  <a:cubicBezTo>
                    <a:pt x="8786" y="2921"/>
                    <a:pt x="9069" y="2956"/>
                    <a:pt x="9350" y="3043"/>
                  </a:cubicBezTo>
                  <a:cubicBezTo>
                    <a:pt x="9813" y="3185"/>
                    <a:pt x="10393" y="3373"/>
                    <a:pt x="10822" y="3551"/>
                  </a:cubicBezTo>
                  <a:cubicBezTo>
                    <a:pt x="11294" y="3756"/>
                    <a:pt x="11384" y="4086"/>
                    <a:pt x="11223" y="4595"/>
                  </a:cubicBezTo>
                  <a:cubicBezTo>
                    <a:pt x="11143" y="4871"/>
                    <a:pt x="11036" y="5157"/>
                    <a:pt x="11125" y="5434"/>
                  </a:cubicBezTo>
                  <a:cubicBezTo>
                    <a:pt x="11204" y="5665"/>
                    <a:pt x="11444" y="5804"/>
                    <a:pt x="11680" y="5804"/>
                  </a:cubicBezTo>
                  <a:cubicBezTo>
                    <a:pt x="11817" y="5804"/>
                    <a:pt x="11951" y="5758"/>
                    <a:pt x="12053" y="5657"/>
                  </a:cubicBezTo>
                  <a:cubicBezTo>
                    <a:pt x="12293" y="5416"/>
                    <a:pt x="12276" y="5023"/>
                    <a:pt x="12204" y="4684"/>
                  </a:cubicBezTo>
                  <a:cubicBezTo>
                    <a:pt x="12124" y="4309"/>
                    <a:pt x="11928" y="3872"/>
                    <a:pt x="12035" y="3498"/>
                  </a:cubicBezTo>
                  <a:cubicBezTo>
                    <a:pt x="12169" y="3061"/>
                    <a:pt x="12731" y="2686"/>
                    <a:pt x="13114" y="2543"/>
                  </a:cubicBezTo>
                  <a:cubicBezTo>
                    <a:pt x="13328" y="2465"/>
                    <a:pt x="13554" y="2426"/>
                    <a:pt x="13779" y="2426"/>
                  </a:cubicBezTo>
                  <a:cubicBezTo>
                    <a:pt x="14120" y="2426"/>
                    <a:pt x="14461" y="2514"/>
                    <a:pt x="14756" y="2686"/>
                  </a:cubicBezTo>
                  <a:cubicBezTo>
                    <a:pt x="15014" y="2837"/>
                    <a:pt x="15246" y="3061"/>
                    <a:pt x="15344" y="3355"/>
                  </a:cubicBezTo>
                  <a:cubicBezTo>
                    <a:pt x="15478" y="3810"/>
                    <a:pt x="15246" y="4283"/>
                    <a:pt x="15095" y="4738"/>
                  </a:cubicBezTo>
                  <a:cubicBezTo>
                    <a:pt x="14970" y="5086"/>
                    <a:pt x="14889" y="5478"/>
                    <a:pt x="15005" y="5835"/>
                  </a:cubicBezTo>
                  <a:cubicBezTo>
                    <a:pt x="15107" y="6147"/>
                    <a:pt x="15393" y="6405"/>
                    <a:pt x="15701" y="6405"/>
                  </a:cubicBezTo>
                  <a:cubicBezTo>
                    <a:pt x="15746" y="6405"/>
                    <a:pt x="15790" y="6399"/>
                    <a:pt x="15835" y="6388"/>
                  </a:cubicBezTo>
                  <a:cubicBezTo>
                    <a:pt x="16210" y="6290"/>
                    <a:pt x="16397" y="5817"/>
                    <a:pt x="16388" y="5407"/>
                  </a:cubicBezTo>
                  <a:cubicBezTo>
                    <a:pt x="16388" y="4996"/>
                    <a:pt x="16272" y="4586"/>
                    <a:pt x="16317" y="4185"/>
                  </a:cubicBezTo>
                  <a:cubicBezTo>
                    <a:pt x="16379" y="3583"/>
                    <a:pt x="16671" y="3442"/>
                    <a:pt x="17037" y="3442"/>
                  </a:cubicBezTo>
                  <a:cubicBezTo>
                    <a:pt x="17360" y="3442"/>
                    <a:pt x="17739" y="3551"/>
                    <a:pt x="18068" y="3551"/>
                  </a:cubicBezTo>
                  <a:cubicBezTo>
                    <a:pt x="18119" y="3551"/>
                    <a:pt x="18169" y="3548"/>
                    <a:pt x="18217" y="3542"/>
                  </a:cubicBezTo>
                  <a:cubicBezTo>
                    <a:pt x="18654" y="3489"/>
                    <a:pt x="19020" y="3069"/>
                    <a:pt x="19038" y="2614"/>
                  </a:cubicBezTo>
                  <a:cubicBezTo>
                    <a:pt x="19038" y="2445"/>
                    <a:pt x="19011" y="2267"/>
                    <a:pt x="19091" y="2124"/>
                  </a:cubicBezTo>
                  <a:cubicBezTo>
                    <a:pt x="19145" y="2026"/>
                    <a:pt x="19243" y="1963"/>
                    <a:pt x="19323" y="1892"/>
                  </a:cubicBezTo>
                  <a:cubicBezTo>
                    <a:pt x="19662" y="1553"/>
                    <a:pt x="19537" y="902"/>
                    <a:pt x="19154" y="616"/>
                  </a:cubicBezTo>
                  <a:cubicBezTo>
                    <a:pt x="18952" y="462"/>
                    <a:pt x="18703" y="397"/>
                    <a:pt x="18449" y="397"/>
                  </a:cubicBezTo>
                  <a:cubicBezTo>
                    <a:pt x="18231" y="397"/>
                    <a:pt x="18008" y="445"/>
                    <a:pt x="17807" y="527"/>
                  </a:cubicBezTo>
                  <a:cubicBezTo>
                    <a:pt x="17672" y="577"/>
                    <a:pt x="17538" y="644"/>
                    <a:pt x="17403" y="644"/>
                  </a:cubicBezTo>
                  <a:cubicBezTo>
                    <a:pt x="17395" y="644"/>
                    <a:pt x="17387" y="643"/>
                    <a:pt x="17378" y="643"/>
                  </a:cubicBezTo>
                  <a:cubicBezTo>
                    <a:pt x="17164" y="634"/>
                    <a:pt x="16995" y="465"/>
                    <a:pt x="16825" y="340"/>
                  </a:cubicBezTo>
                  <a:cubicBezTo>
                    <a:pt x="16488" y="93"/>
                    <a:pt x="16144" y="0"/>
                    <a:pt x="157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16"/>
            <p:cNvSpPr/>
            <p:nvPr/>
          </p:nvSpPr>
          <p:spPr>
            <a:xfrm>
              <a:off x="5889220" y="-531598"/>
              <a:ext cx="3598453" cy="1378898"/>
            </a:xfrm>
            <a:custGeom>
              <a:rect b="b" l="l" r="r" t="t"/>
              <a:pathLst>
                <a:path extrusionOk="0" h="7309" w="19074">
                  <a:moveTo>
                    <a:pt x="14216" y="14"/>
                  </a:moveTo>
                  <a:cubicBezTo>
                    <a:pt x="13596" y="14"/>
                    <a:pt x="12976" y="28"/>
                    <a:pt x="12356" y="46"/>
                  </a:cubicBezTo>
                  <a:cubicBezTo>
                    <a:pt x="10259" y="90"/>
                    <a:pt x="8163" y="161"/>
                    <a:pt x="6066" y="269"/>
                  </a:cubicBezTo>
                  <a:cubicBezTo>
                    <a:pt x="5023" y="322"/>
                    <a:pt x="3970" y="376"/>
                    <a:pt x="2926" y="447"/>
                  </a:cubicBezTo>
                  <a:cubicBezTo>
                    <a:pt x="1624" y="527"/>
                    <a:pt x="0" y="545"/>
                    <a:pt x="295" y="2329"/>
                  </a:cubicBezTo>
                  <a:cubicBezTo>
                    <a:pt x="348" y="2659"/>
                    <a:pt x="571" y="2981"/>
                    <a:pt x="901" y="3052"/>
                  </a:cubicBezTo>
                  <a:cubicBezTo>
                    <a:pt x="973" y="3070"/>
                    <a:pt x="1044" y="3070"/>
                    <a:pt x="1106" y="3114"/>
                  </a:cubicBezTo>
                  <a:cubicBezTo>
                    <a:pt x="1222" y="3195"/>
                    <a:pt x="1213" y="3364"/>
                    <a:pt x="1204" y="3507"/>
                  </a:cubicBezTo>
                  <a:cubicBezTo>
                    <a:pt x="1142" y="4096"/>
                    <a:pt x="1204" y="4738"/>
                    <a:pt x="1570" y="5202"/>
                  </a:cubicBezTo>
                  <a:cubicBezTo>
                    <a:pt x="1804" y="5504"/>
                    <a:pt x="2193" y="5693"/>
                    <a:pt x="2565" y="5693"/>
                  </a:cubicBezTo>
                  <a:cubicBezTo>
                    <a:pt x="2776" y="5693"/>
                    <a:pt x="2981" y="5632"/>
                    <a:pt x="3149" y="5496"/>
                  </a:cubicBezTo>
                  <a:cubicBezTo>
                    <a:pt x="3363" y="5318"/>
                    <a:pt x="3479" y="5059"/>
                    <a:pt x="3640" y="4836"/>
                  </a:cubicBezTo>
                  <a:cubicBezTo>
                    <a:pt x="3797" y="4618"/>
                    <a:pt x="4023" y="4408"/>
                    <a:pt x="4292" y="4408"/>
                  </a:cubicBezTo>
                  <a:cubicBezTo>
                    <a:pt x="4298" y="4408"/>
                    <a:pt x="4303" y="4408"/>
                    <a:pt x="4309" y="4408"/>
                  </a:cubicBezTo>
                  <a:cubicBezTo>
                    <a:pt x="4621" y="4426"/>
                    <a:pt x="4853" y="4720"/>
                    <a:pt x="4933" y="5023"/>
                  </a:cubicBezTo>
                  <a:cubicBezTo>
                    <a:pt x="5014" y="5327"/>
                    <a:pt x="4996" y="5648"/>
                    <a:pt x="5058" y="5951"/>
                  </a:cubicBezTo>
                  <a:cubicBezTo>
                    <a:pt x="5201" y="6611"/>
                    <a:pt x="5763" y="7156"/>
                    <a:pt x="6423" y="7280"/>
                  </a:cubicBezTo>
                  <a:cubicBezTo>
                    <a:pt x="6522" y="7299"/>
                    <a:pt x="6623" y="7308"/>
                    <a:pt x="6723" y="7308"/>
                  </a:cubicBezTo>
                  <a:cubicBezTo>
                    <a:pt x="7290" y="7308"/>
                    <a:pt x="7853" y="7018"/>
                    <a:pt x="8172" y="6540"/>
                  </a:cubicBezTo>
                  <a:cubicBezTo>
                    <a:pt x="8261" y="6397"/>
                    <a:pt x="8341" y="6237"/>
                    <a:pt x="8475" y="6139"/>
                  </a:cubicBezTo>
                  <a:cubicBezTo>
                    <a:pt x="8546" y="6082"/>
                    <a:pt x="8641" y="6048"/>
                    <a:pt x="8731" y="6048"/>
                  </a:cubicBezTo>
                  <a:cubicBezTo>
                    <a:pt x="8812" y="6048"/>
                    <a:pt x="8888" y="6075"/>
                    <a:pt x="8939" y="6139"/>
                  </a:cubicBezTo>
                  <a:cubicBezTo>
                    <a:pt x="8993" y="6219"/>
                    <a:pt x="9001" y="6317"/>
                    <a:pt x="9037" y="6406"/>
                  </a:cubicBezTo>
                  <a:cubicBezTo>
                    <a:pt x="9114" y="6603"/>
                    <a:pt x="9322" y="6703"/>
                    <a:pt x="9535" y="6703"/>
                  </a:cubicBezTo>
                  <a:cubicBezTo>
                    <a:pt x="9669" y="6703"/>
                    <a:pt x="9805" y="6664"/>
                    <a:pt x="9911" y="6585"/>
                  </a:cubicBezTo>
                  <a:cubicBezTo>
                    <a:pt x="10188" y="6379"/>
                    <a:pt x="10286" y="6014"/>
                    <a:pt x="10295" y="5666"/>
                  </a:cubicBezTo>
                  <a:cubicBezTo>
                    <a:pt x="10295" y="5327"/>
                    <a:pt x="10224" y="4988"/>
                    <a:pt x="10215" y="4640"/>
                  </a:cubicBezTo>
                  <a:cubicBezTo>
                    <a:pt x="10215" y="4256"/>
                    <a:pt x="10366" y="3855"/>
                    <a:pt x="10670" y="3614"/>
                  </a:cubicBezTo>
                  <a:cubicBezTo>
                    <a:pt x="10799" y="3515"/>
                    <a:pt x="10944" y="3462"/>
                    <a:pt x="11075" y="3462"/>
                  </a:cubicBezTo>
                  <a:cubicBezTo>
                    <a:pt x="11287" y="3462"/>
                    <a:pt x="11466" y="3600"/>
                    <a:pt x="11499" y="3908"/>
                  </a:cubicBezTo>
                  <a:cubicBezTo>
                    <a:pt x="11526" y="4140"/>
                    <a:pt x="11455" y="4390"/>
                    <a:pt x="11508" y="4631"/>
                  </a:cubicBezTo>
                  <a:cubicBezTo>
                    <a:pt x="11562" y="4899"/>
                    <a:pt x="11776" y="5139"/>
                    <a:pt x="12044" y="5211"/>
                  </a:cubicBezTo>
                  <a:cubicBezTo>
                    <a:pt x="12109" y="5231"/>
                    <a:pt x="12178" y="5240"/>
                    <a:pt x="12247" y="5240"/>
                  </a:cubicBezTo>
                  <a:cubicBezTo>
                    <a:pt x="12457" y="5240"/>
                    <a:pt x="12670" y="5151"/>
                    <a:pt x="12811" y="4997"/>
                  </a:cubicBezTo>
                  <a:lnTo>
                    <a:pt x="12811" y="4997"/>
                  </a:lnTo>
                  <a:cubicBezTo>
                    <a:pt x="12748" y="5443"/>
                    <a:pt x="13034" y="5907"/>
                    <a:pt x="13453" y="6058"/>
                  </a:cubicBezTo>
                  <a:cubicBezTo>
                    <a:pt x="13552" y="6091"/>
                    <a:pt x="13656" y="6107"/>
                    <a:pt x="13760" y="6107"/>
                  </a:cubicBezTo>
                  <a:cubicBezTo>
                    <a:pt x="14102" y="6107"/>
                    <a:pt x="14444" y="5934"/>
                    <a:pt x="14622" y="5639"/>
                  </a:cubicBezTo>
                  <a:cubicBezTo>
                    <a:pt x="14943" y="5104"/>
                    <a:pt x="14729" y="4328"/>
                    <a:pt x="15148" y="3864"/>
                  </a:cubicBezTo>
                  <a:cubicBezTo>
                    <a:pt x="15225" y="3779"/>
                    <a:pt x="15336" y="3707"/>
                    <a:pt x="15452" y="3707"/>
                  </a:cubicBezTo>
                  <a:cubicBezTo>
                    <a:pt x="15469" y="3707"/>
                    <a:pt x="15487" y="3708"/>
                    <a:pt x="15505" y="3712"/>
                  </a:cubicBezTo>
                  <a:cubicBezTo>
                    <a:pt x="15737" y="3757"/>
                    <a:pt x="15790" y="4060"/>
                    <a:pt x="15781" y="4301"/>
                  </a:cubicBezTo>
                  <a:cubicBezTo>
                    <a:pt x="15746" y="4818"/>
                    <a:pt x="15639" y="5327"/>
                    <a:pt x="15683" y="5844"/>
                  </a:cubicBezTo>
                  <a:cubicBezTo>
                    <a:pt x="15728" y="6353"/>
                    <a:pt x="15978" y="6897"/>
                    <a:pt x="16451" y="7093"/>
                  </a:cubicBezTo>
                  <a:cubicBezTo>
                    <a:pt x="16566" y="7142"/>
                    <a:pt x="16687" y="7164"/>
                    <a:pt x="16808" y="7164"/>
                  </a:cubicBezTo>
                  <a:cubicBezTo>
                    <a:pt x="17329" y="7164"/>
                    <a:pt x="17850" y="6746"/>
                    <a:pt x="17958" y="6210"/>
                  </a:cubicBezTo>
                  <a:cubicBezTo>
                    <a:pt x="18038" y="5773"/>
                    <a:pt x="17896" y="5327"/>
                    <a:pt x="17807" y="4890"/>
                  </a:cubicBezTo>
                  <a:cubicBezTo>
                    <a:pt x="17717" y="4452"/>
                    <a:pt x="17691" y="3953"/>
                    <a:pt x="17967" y="3605"/>
                  </a:cubicBezTo>
                  <a:cubicBezTo>
                    <a:pt x="18190" y="3748"/>
                    <a:pt x="18146" y="4185"/>
                    <a:pt x="18413" y="4221"/>
                  </a:cubicBezTo>
                  <a:cubicBezTo>
                    <a:pt x="18421" y="4221"/>
                    <a:pt x="18428" y="4222"/>
                    <a:pt x="18436" y="4222"/>
                  </a:cubicBezTo>
                  <a:cubicBezTo>
                    <a:pt x="18501" y="4222"/>
                    <a:pt x="18571" y="4189"/>
                    <a:pt x="18627" y="4149"/>
                  </a:cubicBezTo>
                  <a:cubicBezTo>
                    <a:pt x="18877" y="3962"/>
                    <a:pt x="18939" y="3614"/>
                    <a:pt x="18913" y="3302"/>
                  </a:cubicBezTo>
                  <a:cubicBezTo>
                    <a:pt x="18886" y="2998"/>
                    <a:pt x="18797" y="2695"/>
                    <a:pt x="18806" y="2383"/>
                  </a:cubicBezTo>
                  <a:cubicBezTo>
                    <a:pt x="18806" y="2088"/>
                    <a:pt x="18904" y="1803"/>
                    <a:pt x="18931" y="1517"/>
                  </a:cubicBezTo>
                  <a:cubicBezTo>
                    <a:pt x="19073" y="1"/>
                    <a:pt x="17066" y="126"/>
                    <a:pt x="16076" y="63"/>
                  </a:cubicBezTo>
                  <a:cubicBezTo>
                    <a:pt x="15456" y="28"/>
                    <a:pt x="14836" y="14"/>
                    <a:pt x="14216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16"/>
            <p:cNvSpPr/>
            <p:nvPr/>
          </p:nvSpPr>
          <p:spPr>
            <a:xfrm>
              <a:off x="-479330" y="-531598"/>
              <a:ext cx="3598453" cy="1378898"/>
            </a:xfrm>
            <a:custGeom>
              <a:rect b="b" l="l" r="r" t="t"/>
              <a:pathLst>
                <a:path extrusionOk="0" h="7309" w="19074">
                  <a:moveTo>
                    <a:pt x="14216" y="14"/>
                  </a:moveTo>
                  <a:cubicBezTo>
                    <a:pt x="13596" y="14"/>
                    <a:pt x="12976" y="28"/>
                    <a:pt x="12356" y="46"/>
                  </a:cubicBezTo>
                  <a:cubicBezTo>
                    <a:pt x="10259" y="90"/>
                    <a:pt x="8163" y="161"/>
                    <a:pt x="6066" y="269"/>
                  </a:cubicBezTo>
                  <a:cubicBezTo>
                    <a:pt x="5023" y="322"/>
                    <a:pt x="3970" y="376"/>
                    <a:pt x="2926" y="447"/>
                  </a:cubicBezTo>
                  <a:cubicBezTo>
                    <a:pt x="1624" y="527"/>
                    <a:pt x="0" y="545"/>
                    <a:pt x="295" y="2329"/>
                  </a:cubicBezTo>
                  <a:cubicBezTo>
                    <a:pt x="348" y="2659"/>
                    <a:pt x="571" y="2981"/>
                    <a:pt x="901" y="3052"/>
                  </a:cubicBezTo>
                  <a:cubicBezTo>
                    <a:pt x="973" y="3070"/>
                    <a:pt x="1044" y="3070"/>
                    <a:pt x="1106" y="3114"/>
                  </a:cubicBezTo>
                  <a:cubicBezTo>
                    <a:pt x="1222" y="3195"/>
                    <a:pt x="1213" y="3364"/>
                    <a:pt x="1204" y="3507"/>
                  </a:cubicBezTo>
                  <a:cubicBezTo>
                    <a:pt x="1142" y="4096"/>
                    <a:pt x="1204" y="4738"/>
                    <a:pt x="1570" y="5202"/>
                  </a:cubicBezTo>
                  <a:cubicBezTo>
                    <a:pt x="1804" y="5504"/>
                    <a:pt x="2193" y="5693"/>
                    <a:pt x="2565" y="5693"/>
                  </a:cubicBezTo>
                  <a:cubicBezTo>
                    <a:pt x="2776" y="5693"/>
                    <a:pt x="2981" y="5632"/>
                    <a:pt x="3149" y="5496"/>
                  </a:cubicBezTo>
                  <a:cubicBezTo>
                    <a:pt x="3363" y="5318"/>
                    <a:pt x="3479" y="5059"/>
                    <a:pt x="3640" y="4836"/>
                  </a:cubicBezTo>
                  <a:cubicBezTo>
                    <a:pt x="3797" y="4618"/>
                    <a:pt x="4023" y="4408"/>
                    <a:pt x="4292" y="4408"/>
                  </a:cubicBezTo>
                  <a:cubicBezTo>
                    <a:pt x="4298" y="4408"/>
                    <a:pt x="4303" y="4408"/>
                    <a:pt x="4309" y="4408"/>
                  </a:cubicBezTo>
                  <a:cubicBezTo>
                    <a:pt x="4621" y="4426"/>
                    <a:pt x="4853" y="4720"/>
                    <a:pt x="4933" y="5023"/>
                  </a:cubicBezTo>
                  <a:cubicBezTo>
                    <a:pt x="5014" y="5327"/>
                    <a:pt x="4996" y="5648"/>
                    <a:pt x="5058" y="5951"/>
                  </a:cubicBezTo>
                  <a:cubicBezTo>
                    <a:pt x="5201" y="6611"/>
                    <a:pt x="5763" y="7156"/>
                    <a:pt x="6423" y="7280"/>
                  </a:cubicBezTo>
                  <a:cubicBezTo>
                    <a:pt x="6522" y="7299"/>
                    <a:pt x="6623" y="7308"/>
                    <a:pt x="6723" y="7308"/>
                  </a:cubicBezTo>
                  <a:cubicBezTo>
                    <a:pt x="7290" y="7308"/>
                    <a:pt x="7853" y="7018"/>
                    <a:pt x="8172" y="6540"/>
                  </a:cubicBezTo>
                  <a:cubicBezTo>
                    <a:pt x="8261" y="6397"/>
                    <a:pt x="8341" y="6237"/>
                    <a:pt x="8475" y="6139"/>
                  </a:cubicBezTo>
                  <a:cubicBezTo>
                    <a:pt x="8546" y="6082"/>
                    <a:pt x="8641" y="6048"/>
                    <a:pt x="8731" y="6048"/>
                  </a:cubicBezTo>
                  <a:cubicBezTo>
                    <a:pt x="8812" y="6048"/>
                    <a:pt x="8888" y="6075"/>
                    <a:pt x="8939" y="6139"/>
                  </a:cubicBezTo>
                  <a:cubicBezTo>
                    <a:pt x="8993" y="6219"/>
                    <a:pt x="9001" y="6317"/>
                    <a:pt x="9037" y="6406"/>
                  </a:cubicBezTo>
                  <a:cubicBezTo>
                    <a:pt x="9114" y="6603"/>
                    <a:pt x="9322" y="6703"/>
                    <a:pt x="9535" y="6703"/>
                  </a:cubicBezTo>
                  <a:cubicBezTo>
                    <a:pt x="9669" y="6703"/>
                    <a:pt x="9805" y="6664"/>
                    <a:pt x="9911" y="6585"/>
                  </a:cubicBezTo>
                  <a:cubicBezTo>
                    <a:pt x="10188" y="6379"/>
                    <a:pt x="10286" y="6014"/>
                    <a:pt x="10295" y="5666"/>
                  </a:cubicBezTo>
                  <a:cubicBezTo>
                    <a:pt x="10295" y="5327"/>
                    <a:pt x="10224" y="4988"/>
                    <a:pt x="10215" y="4640"/>
                  </a:cubicBezTo>
                  <a:cubicBezTo>
                    <a:pt x="10215" y="4256"/>
                    <a:pt x="10366" y="3855"/>
                    <a:pt x="10670" y="3614"/>
                  </a:cubicBezTo>
                  <a:cubicBezTo>
                    <a:pt x="10799" y="3515"/>
                    <a:pt x="10944" y="3462"/>
                    <a:pt x="11075" y="3462"/>
                  </a:cubicBezTo>
                  <a:cubicBezTo>
                    <a:pt x="11287" y="3462"/>
                    <a:pt x="11466" y="3600"/>
                    <a:pt x="11499" y="3908"/>
                  </a:cubicBezTo>
                  <a:cubicBezTo>
                    <a:pt x="11526" y="4140"/>
                    <a:pt x="11455" y="4390"/>
                    <a:pt x="11508" y="4631"/>
                  </a:cubicBezTo>
                  <a:cubicBezTo>
                    <a:pt x="11562" y="4899"/>
                    <a:pt x="11776" y="5139"/>
                    <a:pt x="12044" y="5211"/>
                  </a:cubicBezTo>
                  <a:cubicBezTo>
                    <a:pt x="12109" y="5231"/>
                    <a:pt x="12178" y="5240"/>
                    <a:pt x="12247" y="5240"/>
                  </a:cubicBezTo>
                  <a:cubicBezTo>
                    <a:pt x="12457" y="5240"/>
                    <a:pt x="12670" y="5151"/>
                    <a:pt x="12811" y="4997"/>
                  </a:cubicBezTo>
                  <a:lnTo>
                    <a:pt x="12811" y="4997"/>
                  </a:lnTo>
                  <a:cubicBezTo>
                    <a:pt x="12748" y="5443"/>
                    <a:pt x="13034" y="5907"/>
                    <a:pt x="13453" y="6058"/>
                  </a:cubicBezTo>
                  <a:cubicBezTo>
                    <a:pt x="13552" y="6091"/>
                    <a:pt x="13656" y="6107"/>
                    <a:pt x="13760" y="6107"/>
                  </a:cubicBezTo>
                  <a:cubicBezTo>
                    <a:pt x="14102" y="6107"/>
                    <a:pt x="14444" y="5934"/>
                    <a:pt x="14622" y="5639"/>
                  </a:cubicBezTo>
                  <a:cubicBezTo>
                    <a:pt x="14943" y="5104"/>
                    <a:pt x="14729" y="4328"/>
                    <a:pt x="15148" y="3864"/>
                  </a:cubicBezTo>
                  <a:cubicBezTo>
                    <a:pt x="15225" y="3779"/>
                    <a:pt x="15336" y="3707"/>
                    <a:pt x="15452" y="3707"/>
                  </a:cubicBezTo>
                  <a:cubicBezTo>
                    <a:pt x="15469" y="3707"/>
                    <a:pt x="15487" y="3708"/>
                    <a:pt x="15505" y="3712"/>
                  </a:cubicBezTo>
                  <a:cubicBezTo>
                    <a:pt x="15737" y="3757"/>
                    <a:pt x="15790" y="4060"/>
                    <a:pt x="15781" y="4301"/>
                  </a:cubicBezTo>
                  <a:cubicBezTo>
                    <a:pt x="15746" y="4818"/>
                    <a:pt x="15639" y="5327"/>
                    <a:pt x="15683" y="5844"/>
                  </a:cubicBezTo>
                  <a:cubicBezTo>
                    <a:pt x="15728" y="6353"/>
                    <a:pt x="15978" y="6897"/>
                    <a:pt x="16451" y="7093"/>
                  </a:cubicBezTo>
                  <a:cubicBezTo>
                    <a:pt x="16566" y="7142"/>
                    <a:pt x="16687" y="7164"/>
                    <a:pt x="16808" y="7164"/>
                  </a:cubicBezTo>
                  <a:cubicBezTo>
                    <a:pt x="17329" y="7164"/>
                    <a:pt x="17850" y="6746"/>
                    <a:pt x="17958" y="6210"/>
                  </a:cubicBezTo>
                  <a:cubicBezTo>
                    <a:pt x="18038" y="5773"/>
                    <a:pt x="17896" y="5327"/>
                    <a:pt x="17807" y="4890"/>
                  </a:cubicBezTo>
                  <a:cubicBezTo>
                    <a:pt x="17717" y="4452"/>
                    <a:pt x="17691" y="3953"/>
                    <a:pt x="17967" y="3605"/>
                  </a:cubicBezTo>
                  <a:cubicBezTo>
                    <a:pt x="18190" y="3748"/>
                    <a:pt x="18146" y="4185"/>
                    <a:pt x="18413" y="4221"/>
                  </a:cubicBezTo>
                  <a:cubicBezTo>
                    <a:pt x="18421" y="4221"/>
                    <a:pt x="18428" y="4222"/>
                    <a:pt x="18436" y="4222"/>
                  </a:cubicBezTo>
                  <a:cubicBezTo>
                    <a:pt x="18501" y="4222"/>
                    <a:pt x="18571" y="4189"/>
                    <a:pt x="18627" y="4149"/>
                  </a:cubicBezTo>
                  <a:cubicBezTo>
                    <a:pt x="18877" y="3962"/>
                    <a:pt x="18939" y="3614"/>
                    <a:pt x="18913" y="3302"/>
                  </a:cubicBezTo>
                  <a:cubicBezTo>
                    <a:pt x="18886" y="2998"/>
                    <a:pt x="18797" y="2695"/>
                    <a:pt x="18806" y="2383"/>
                  </a:cubicBezTo>
                  <a:cubicBezTo>
                    <a:pt x="18806" y="2088"/>
                    <a:pt x="18904" y="1803"/>
                    <a:pt x="18931" y="1517"/>
                  </a:cubicBezTo>
                  <a:cubicBezTo>
                    <a:pt x="19073" y="1"/>
                    <a:pt x="17066" y="126"/>
                    <a:pt x="16076" y="63"/>
                  </a:cubicBezTo>
                  <a:cubicBezTo>
                    <a:pt x="15456" y="28"/>
                    <a:pt x="14836" y="14"/>
                    <a:pt x="14216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16"/>
            <p:cNvSpPr/>
            <p:nvPr/>
          </p:nvSpPr>
          <p:spPr>
            <a:xfrm flipH="1">
              <a:off x="-114300" y="-67075"/>
              <a:ext cx="4068308" cy="295675"/>
            </a:xfrm>
            <a:custGeom>
              <a:rect b="b" l="l" r="r" t="t"/>
              <a:pathLst>
                <a:path extrusionOk="0" h="11827" w="163830">
                  <a:moveTo>
                    <a:pt x="0" y="11827"/>
                  </a:moveTo>
                  <a:cubicBezTo>
                    <a:pt x="4491" y="9902"/>
                    <a:pt x="8463" y="6894"/>
                    <a:pt x="12954" y="4969"/>
                  </a:cubicBezTo>
                  <a:cubicBezTo>
                    <a:pt x="16697" y="3365"/>
                    <a:pt x="21196" y="5195"/>
                    <a:pt x="25146" y="4207"/>
                  </a:cubicBezTo>
                  <a:cubicBezTo>
                    <a:pt x="33524" y="2112"/>
                    <a:pt x="42497" y="3040"/>
                    <a:pt x="51054" y="4207"/>
                  </a:cubicBezTo>
                  <a:cubicBezTo>
                    <a:pt x="58708" y="5251"/>
                    <a:pt x="66486" y="10139"/>
                    <a:pt x="73914" y="8017"/>
                  </a:cubicBezTo>
                  <a:cubicBezTo>
                    <a:pt x="79494" y="6423"/>
                    <a:pt x="84225" y="2297"/>
                    <a:pt x="89916" y="1159"/>
                  </a:cubicBezTo>
                  <a:cubicBezTo>
                    <a:pt x="98633" y="-584"/>
                    <a:pt x="107771" y="9"/>
                    <a:pt x="116586" y="1159"/>
                  </a:cubicBezTo>
                  <a:cubicBezTo>
                    <a:pt x="125383" y="2306"/>
                    <a:pt x="134257" y="3960"/>
                    <a:pt x="142494" y="7255"/>
                  </a:cubicBezTo>
                  <a:cubicBezTo>
                    <a:pt x="146267" y="8764"/>
                    <a:pt x="150743" y="6269"/>
                    <a:pt x="154686" y="7255"/>
                  </a:cubicBezTo>
                  <a:cubicBezTo>
                    <a:pt x="157803" y="8034"/>
                    <a:pt x="160617" y="10303"/>
                    <a:pt x="163830" y="10303"/>
                  </a:cubicBezTo>
                </a:path>
              </a:pathLst>
            </a:custGeom>
            <a:noFill/>
            <a:ln cap="rnd" cmpd="sng" w="3810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sp>
        <p:grpSp>
          <p:nvGrpSpPr>
            <p:cNvPr id="514" name="Google Shape;514;p16"/>
            <p:cNvGrpSpPr/>
            <p:nvPr/>
          </p:nvGrpSpPr>
          <p:grpSpPr>
            <a:xfrm flipH="1">
              <a:off x="2637733" y="-8304"/>
              <a:ext cx="1629157" cy="306928"/>
              <a:chOff x="6356635" y="162913"/>
              <a:chExt cx="1581091" cy="306928"/>
            </a:xfrm>
          </p:grpSpPr>
          <p:sp>
            <p:nvSpPr>
              <p:cNvPr id="515" name="Google Shape;515;p16"/>
              <p:cNvSpPr/>
              <p:nvPr/>
            </p:nvSpPr>
            <p:spPr>
              <a:xfrm flipH="1">
                <a:off x="7787649" y="162913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16"/>
              <p:cNvSpPr/>
              <p:nvPr/>
            </p:nvSpPr>
            <p:spPr>
              <a:xfrm flipH="1">
                <a:off x="7615686" y="233783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16"/>
              <p:cNvSpPr/>
              <p:nvPr/>
            </p:nvSpPr>
            <p:spPr>
              <a:xfrm flipH="1">
                <a:off x="7729547" y="390764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" name="Google Shape;518;p16"/>
              <p:cNvSpPr/>
              <p:nvPr/>
            </p:nvSpPr>
            <p:spPr>
              <a:xfrm flipH="1">
                <a:off x="6356635" y="338926"/>
                <a:ext cx="84939" cy="66440"/>
              </a:xfrm>
              <a:custGeom>
                <a:rect b="b" l="l" r="r" t="t"/>
                <a:pathLst>
                  <a:path extrusionOk="0" h="510" w="652">
                    <a:moveTo>
                      <a:pt x="331" y="1"/>
                    </a:moveTo>
                    <a:cubicBezTo>
                      <a:pt x="0" y="1"/>
                      <a:pt x="0" y="509"/>
                      <a:pt x="331" y="509"/>
                    </a:cubicBezTo>
                    <a:cubicBezTo>
                      <a:pt x="652" y="509"/>
                      <a:pt x="652" y="1"/>
                      <a:pt x="3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9" name="Google Shape;519;p16"/>
            <p:cNvSpPr/>
            <p:nvPr/>
          </p:nvSpPr>
          <p:spPr>
            <a:xfrm>
              <a:off x="6012327" y="-127900"/>
              <a:ext cx="3131610" cy="295675"/>
            </a:xfrm>
            <a:custGeom>
              <a:rect b="b" l="l" r="r" t="t"/>
              <a:pathLst>
                <a:path extrusionOk="0" h="11827" w="163830">
                  <a:moveTo>
                    <a:pt x="0" y="11827"/>
                  </a:moveTo>
                  <a:cubicBezTo>
                    <a:pt x="4491" y="9902"/>
                    <a:pt x="8463" y="6894"/>
                    <a:pt x="12954" y="4969"/>
                  </a:cubicBezTo>
                  <a:cubicBezTo>
                    <a:pt x="16697" y="3365"/>
                    <a:pt x="21196" y="5195"/>
                    <a:pt x="25146" y="4207"/>
                  </a:cubicBezTo>
                  <a:cubicBezTo>
                    <a:pt x="33524" y="2112"/>
                    <a:pt x="42497" y="3040"/>
                    <a:pt x="51054" y="4207"/>
                  </a:cubicBezTo>
                  <a:cubicBezTo>
                    <a:pt x="58708" y="5251"/>
                    <a:pt x="66486" y="10139"/>
                    <a:pt x="73914" y="8017"/>
                  </a:cubicBezTo>
                  <a:cubicBezTo>
                    <a:pt x="79494" y="6423"/>
                    <a:pt x="84225" y="2297"/>
                    <a:pt x="89916" y="1159"/>
                  </a:cubicBezTo>
                  <a:cubicBezTo>
                    <a:pt x="98633" y="-584"/>
                    <a:pt x="107771" y="9"/>
                    <a:pt x="116586" y="1159"/>
                  </a:cubicBezTo>
                  <a:cubicBezTo>
                    <a:pt x="125383" y="2306"/>
                    <a:pt x="134257" y="3960"/>
                    <a:pt x="142494" y="7255"/>
                  </a:cubicBezTo>
                  <a:cubicBezTo>
                    <a:pt x="146267" y="8764"/>
                    <a:pt x="150743" y="6269"/>
                    <a:pt x="154686" y="7255"/>
                  </a:cubicBezTo>
                  <a:cubicBezTo>
                    <a:pt x="157803" y="8034"/>
                    <a:pt x="160617" y="10303"/>
                    <a:pt x="163830" y="10303"/>
                  </a:cubicBezTo>
                </a:path>
              </a:pathLst>
            </a:custGeom>
            <a:noFill/>
            <a:ln cap="rnd" cmpd="sng" w="3810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sp>
        <p:grpSp>
          <p:nvGrpSpPr>
            <p:cNvPr id="520" name="Google Shape;520;p16"/>
            <p:cNvGrpSpPr/>
            <p:nvPr/>
          </p:nvGrpSpPr>
          <p:grpSpPr>
            <a:xfrm flipH="1">
              <a:off x="7068808" y="246784"/>
              <a:ext cx="331830" cy="306928"/>
              <a:chOff x="7615686" y="162913"/>
              <a:chExt cx="322040" cy="306928"/>
            </a:xfrm>
          </p:grpSpPr>
          <p:sp>
            <p:nvSpPr>
              <p:cNvPr id="521" name="Google Shape;521;p16"/>
              <p:cNvSpPr/>
              <p:nvPr/>
            </p:nvSpPr>
            <p:spPr>
              <a:xfrm flipH="1">
                <a:off x="7787649" y="162913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" name="Google Shape;522;p16"/>
              <p:cNvSpPr/>
              <p:nvPr/>
            </p:nvSpPr>
            <p:spPr>
              <a:xfrm flipH="1">
                <a:off x="7615686" y="233783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" name="Google Shape;523;p16"/>
              <p:cNvSpPr/>
              <p:nvPr/>
            </p:nvSpPr>
            <p:spPr>
              <a:xfrm flipH="1">
                <a:off x="7729547" y="390764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4" name="Google Shape;524;p16"/>
          <p:cNvGrpSpPr/>
          <p:nvPr/>
        </p:nvGrpSpPr>
        <p:grpSpPr>
          <a:xfrm>
            <a:off x="-1024085" y="2690869"/>
            <a:ext cx="3355537" cy="3107450"/>
            <a:chOff x="-1024085" y="2690869"/>
            <a:chExt cx="3355537" cy="3107450"/>
          </a:xfrm>
        </p:grpSpPr>
        <p:sp>
          <p:nvSpPr>
            <p:cNvPr id="525" name="Google Shape;525;p16"/>
            <p:cNvSpPr/>
            <p:nvPr/>
          </p:nvSpPr>
          <p:spPr>
            <a:xfrm rot="10800000">
              <a:off x="-1024085" y="2690869"/>
              <a:ext cx="3316347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16"/>
            <p:cNvSpPr/>
            <p:nvPr/>
          </p:nvSpPr>
          <p:spPr>
            <a:xfrm rot="10800000">
              <a:off x="440186" y="5310440"/>
              <a:ext cx="165151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16"/>
            <p:cNvSpPr/>
            <p:nvPr/>
          </p:nvSpPr>
          <p:spPr>
            <a:xfrm rot="10800000">
              <a:off x="250950" y="5274354"/>
              <a:ext cx="11526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16"/>
            <p:cNvSpPr/>
            <p:nvPr/>
          </p:nvSpPr>
          <p:spPr>
            <a:xfrm rot="10800000">
              <a:off x="376247" y="5119848"/>
              <a:ext cx="112681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16"/>
            <p:cNvSpPr/>
            <p:nvPr/>
          </p:nvSpPr>
          <p:spPr>
            <a:xfrm rot="10800000">
              <a:off x="675584" y="5108123"/>
              <a:ext cx="93471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16"/>
            <p:cNvSpPr/>
            <p:nvPr/>
          </p:nvSpPr>
          <p:spPr>
            <a:xfrm rot="10800000">
              <a:off x="75764" y="4912972"/>
              <a:ext cx="108810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16"/>
            <p:cNvSpPr/>
            <p:nvPr/>
          </p:nvSpPr>
          <p:spPr>
            <a:xfrm rot="10800000">
              <a:off x="-93115" y="5282561"/>
              <a:ext cx="69243" cy="48853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16"/>
            <p:cNvSpPr/>
            <p:nvPr/>
          </p:nvSpPr>
          <p:spPr>
            <a:xfrm rot="-10098407">
              <a:off x="-824673" y="4518618"/>
              <a:ext cx="3104178" cy="830494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" name="Google Shape;533;p16"/>
          <p:cNvGrpSpPr/>
          <p:nvPr/>
        </p:nvGrpSpPr>
        <p:grpSpPr>
          <a:xfrm flipH="1">
            <a:off x="118644" y="521704"/>
            <a:ext cx="8440232" cy="4293698"/>
            <a:chOff x="581736" y="521704"/>
            <a:chExt cx="8440232" cy="4293698"/>
          </a:xfrm>
        </p:grpSpPr>
        <p:sp>
          <p:nvSpPr>
            <p:cNvPr id="534" name="Google Shape;534;p16"/>
            <p:cNvSpPr/>
            <p:nvPr/>
          </p:nvSpPr>
          <p:spPr>
            <a:xfrm rot="2115196">
              <a:off x="7446434" y="524282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16"/>
            <p:cNvSpPr/>
            <p:nvPr/>
          </p:nvSpPr>
          <p:spPr>
            <a:xfrm rot="3277097">
              <a:off x="8201208" y="3247545"/>
              <a:ext cx="56744" cy="123224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16"/>
            <p:cNvSpPr/>
            <p:nvPr/>
          </p:nvSpPr>
          <p:spPr>
            <a:xfrm rot="-9378507">
              <a:off x="4432843" y="1525686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16"/>
            <p:cNvSpPr/>
            <p:nvPr/>
          </p:nvSpPr>
          <p:spPr>
            <a:xfrm rot="3574462">
              <a:off x="6534170" y="1385258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16"/>
            <p:cNvSpPr/>
            <p:nvPr/>
          </p:nvSpPr>
          <p:spPr>
            <a:xfrm rot="1625383">
              <a:off x="5175929" y="3873285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16"/>
            <p:cNvSpPr/>
            <p:nvPr/>
          </p:nvSpPr>
          <p:spPr>
            <a:xfrm rot="3522601">
              <a:off x="2724635" y="6637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16"/>
            <p:cNvSpPr/>
            <p:nvPr/>
          </p:nvSpPr>
          <p:spPr>
            <a:xfrm rot="3418413">
              <a:off x="1869487" y="1464065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16"/>
            <p:cNvSpPr/>
            <p:nvPr/>
          </p:nvSpPr>
          <p:spPr>
            <a:xfrm rot="-6529139">
              <a:off x="581494" y="2764336"/>
              <a:ext cx="151480" cy="7431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16"/>
            <p:cNvSpPr/>
            <p:nvPr/>
          </p:nvSpPr>
          <p:spPr>
            <a:xfrm rot="3522601">
              <a:off x="3561997" y="41007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16"/>
            <p:cNvSpPr/>
            <p:nvPr/>
          </p:nvSpPr>
          <p:spPr>
            <a:xfrm rot="-3266906">
              <a:off x="5424310" y="781269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16"/>
            <p:cNvSpPr/>
            <p:nvPr/>
          </p:nvSpPr>
          <p:spPr>
            <a:xfrm rot="-1501670">
              <a:off x="610185" y="1668453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16"/>
            <p:cNvSpPr/>
            <p:nvPr/>
          </p:nvSpPr>
          <p:spPr>
            <a:xfrm rot="1867268">
              <a:off x="8922374" y="2241439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16"/>
            <p:cNvSpPr/>
            <p:nvPr/>
          </p:nvSpPr>
          <p:spPr>
            <a:xfrm rot="-2342076">
              <a:off x="8065660" y="1463077"/>
              <a:ext cx="57301" cy="147211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16"/>
            <p:cNvSpPr/>
            <p:nvPr/>
          </p:nvSpPr>
          <p:spPr>
            <a:xfrm rot="-3266906">
              <a:off x="2644057" y="4694882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16"/>
            <p:cNvSpPr/>
            <p:nvPr/>
          </p:nvSpPr>
          <p:spPr>
            <a:xfrm rot="3522601">
              <a:off x="1874272" y="368202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16"/>
            <p:cNvSpPr/>
            <p:nvPr/>
          </p:nvSpPr>
          <p:spPr>
            <a:xfrm rot="-2695393">
              <a:off x="7418248" y="3683014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0" name="Google Shape;550;p16"/>
          <p:cNvSpPr txBox="1"/>
          <p:nvPr>
            <p:ph type="title"/>
          </p:nvPr>
        </p:nvSpPr>
        <p:spPr>
          <a:xfrm>
            <a:off x="3116125" y="1893150"/>
            <a:ext cx="4432200" cy="841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51" name="Google Shape;551;p16"/>
          <p:cNvSpPr txBox="1"/>
          <p:nvPr>
            <p:ph hasCustomPrompt="1" idx="2" type="title"/>
          </p:nvPr>
        </p:nvSpPr>
        <p:spPr>
          <a:xfrm>
            <a:off x="1595675" y="2150850"/>
            <a:ext cx="1148100" cy="84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552" name="Google Shape;552;p16"/>
          <p:cNvSpPr txBox="1"/>
          <p:nvPr>
            <p:ph idx="1" type="subTitle"/>
          </p:nvPr>
        </p:nvSpPr>
        <p:spPr>
          <a:xfrm>
            <a:off x="3116125" y="2734950"/>
            <a:ext cx="4432200" cy="515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CUSTOM_11_1">
    <p:spTree>
      <p:nvGrpSpPr>
        <p:cNvPr id="553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4" name="Google Shape;554;p17"/>
          <p:cNvGrpSpPr/>
          <p:nvPr/>
        </p:nvGrpSpPr>
        <p:grpSpPr>
          <a:xfrm flipH="1">
            <a:off x="-723617" y="-1124026"/>
            <a:ext cx="11181733" cy="3438078"/>
            <a:chOff x="-1313033" y="-1124034"/>
            <a:chExt cx="10851837" cy="3438078"/>
          </a:xfrm>
        </p:grpSpPr>
        <p:grpSp>
          <p:nvGrpSpPr>
            <p:cNvPr id="555" name="Google Shape;555;p17"/>
            <p:cNvGrpSpPr/>
            <p:nvPr/>
          </p:nvGrpSpPr>
          <p:grpSpPr>
            <a:xfrm>
              <a:off x="1553744" y="-686283"/>
              <a:ext cx="3153934" cy="1635316"/>
              <a:chOff x="2086319" y="-686283"/>
              <a:chExt cx="3153934" cy="1635316"/>
            </a:xfrm>
          </p:grpSpPr>
          <p:sp>
            <p:nvSpPr>
              <p:cNvPr id="556" name="Google Shape;556;p17"/>
              <p:cNvSpPr/>
              <p:nvPr/>
            </p:nvSpPr>
            <p:spPr>
              <a:xfrm flipH="1">
                <a:off x="2086319" y="-686283"/>
                <a:ext cx="3153934" cy="1635316"/>
              </a:xfrm>
              <a:custGeom>
                <a:rect b="b" l="l" r="r" t="t"/>
                <a:pathLst>
                  <a:path extrusionOk="0" h="11958" w="21055">
                    <a:moveTo>
                      <a:pt x="16827" y="1"/>
                    </a:moveTo>
                    <a:cubicBezTo>
                      <a:pt x="16033" y="1"/>
                      <a:pt x="15235" y="124"/>
                      <a:pt x="14444" y="243"/>
                    </a:cubicBezTo>
                    <a:cubicBezTo>
                      <a:pt x="14444" y="252"/>
                      <a:pt x="14435" y="252"/>
                      <a:pt x="14426" y="252"/>
                    </a:cubicBezTo>
                    <a:lnTo>
                      <a:pt x="446" y="3392"/>
                    </a:lnTo>
                    <a:cubicBezTo>
                      <a:pt x="304" y="3419"/>
                      <a:pt x="197" y="3535"/>
                      <a:pt x="161" y="3677"/>
                    </a:cubicBezTo>
                    <a:cubicBezTo>
                      <a:pt x="0" y="4355"/>
                      <a:pt x="18" y="5087"/>
                      <a:pt x="206" y="5765"/>
                    </a:cubicBezTo>
                    <a:cubicBezTo>
                      <a:pt x="249" y="5934"/>
                      <a:pt x="403" y="6030"/>
                      <a:pt x="560" y="6030"/>
                    </a:cubicBezTo>
                    <a:cubicBezTo>
                      <a:pt x="661" y="6030"/>
                      <a:pt x="763" y="5991"/>
                      <a:pt x="839" y="5908"/>
                    </a:cubicBezTo>
                    <a:cubicBezTo>
                      <a:pt x="839" y="5908"/>
                      <a:pt x="839" y="5908"/>
                      <a:pt x="839" y="5899"/>
                    </a:cubicBezTo>
                    <a:cubicBezTo>
                      <a:pt x="917" y="5821"/>
                      <a:pt x="1014" y="5785"/>
                      <a:pt x="1110" y="5785"/>
                    </a:cubicBezTo>
                    <a:cubicBezTo>
                      <a:pt x="1288" y="5785"/>
                      <a:pt x="1461" y="5909"/>
                      <a:pt x="1490" y="6113"/>
                    </a:cubicBezTo>
                    <a:cubicBezTo>
                      <a:pt x="1535" y="6425"/>
                      <a:pt x="1481" y="6782"/>
                      <a:pt x="1472" y="7112"/>
                    </a:cubicBezTo>
                    <a:cubicBezTo>
                      <a:pt x="1448" y="7622"/>
                      <a:pt x="1734" y="8277"/>
                      <a:pt x="2213" y="8277"/>
                    </a:cubicBezTo>
                    <a:cubicBezTo>
                      <a:pt x="2253" y="8277"/>
                      <a:pt x="2295" y="8272"/>
                      <a:pt x="2338" y="8263"/>
                    </a:cubicBezTo>
                    <a:cubicBezTo>
                      <a:pt x="2721" y="8173"/>
                      <a:pt x="2882" y="7718"/>
                      <a:pt x="3203" y="7478"/>
                    </a:cubicBezTo>
                    <a:cubicBezTo>
                      <a:pt x="3357" y="7360"/>
                      <a:pt x="3532" y="7309"/>
                      <a:pt x="3712" y="7309"/>
                    </a:cubicBezTo>
                    <a:cubicBezTo>
                      <a:pt x="4232" y="7309"/>
                      <a:pt x="4793" y="7737"/>
                      <a:pt x="5005" y="8254"/>
                    </a:cubicBezTo>
                    <a:cubicBezTo>
                      <a:pt x="5299" y="8950"/>
                      <a:pt x="5210" y="9735"/>
                      <a:pt x="5362" y="10475"/>
                    </a:cubicBezTo>
                    <a:cubicBezTo>
                      <a:pt x="5501" y="11195"/>
                      <a:pt x="6028" y="11958"/>
                      <a:pt x="6754" y="11958"/>
                    </a:cubicBezTo>
                    <a:cubicBezTo>
                      <a:pt x="6775" y="11958"/>
                      <a:pt x="6795" y="11957"/>
                      <a:pt x="6816" y="11956"/>
                    </a:cubicBezTo>
                    <a:cubicBezTo>
                      <a:pt x="7646" y="11902"/>
                      <a:pt x="8074" y="10903"/>
                      <a:pt x="8083" y="10074"/>
                    </a:cubicBezTo>
                    <a:cubicBezTo>
                      <a:pt x="8101" y="9244"/>
                      <a:pt x="7922" y="8352"/>
                      <a:pt x="8342" y="7638"/>
                    </a:cubicBezTo>
                    <a:cubicBezTo>
                      <a:pt x="8501" y="7373"/>
                      <a:pt x="8783" y="7133"/>
                      <a:pt x="9077" y="7133"/>
                    </a:cubicBezTo>
                    <a:cubicBezTo>
                      <a:pt x="9129" y="7133"/>
                      <a:pt x="9182" y="7140"/>
                      <a:pt x="9234" y="7156"/>
                    </a:cubicBezTo>
                    <a:cubicBezTo>
                      <a:pt x="9698" y="7290"/>
                      <a:pt x="9814" y="7950"/>
                      <a:pt x="10268" y="8111"/>
                    </a:cubicBezTo>
                    <a:cubicBezTo>
                      <a:pt x="10333" y="8133"/>
                      <a:pt x="10396" y="8143"/>
                      <a:pt x="10457" y="8143"/>
                    </a:cubicBezTo>
                    <a:cubicBezTo>
                      <a:pt x="10897" y="8143"/>
                      <a:pt x="11257" y="7623"/>
                      <a:pt x="11500" y="7192"/>
                    </a:cubicBezTo>
                    <a:cubicBezTo>
                      <a:pt x="11702" y="6827"/>
                      <a:pt x="12110" y="6447"/>
                      <a:pt x="12474" y="6447"/>
                    </a:cubicBezTo>
                    <a:cubicBezTo>
                      <a:pt x="12591" y="6447"/>
                      <a:pt x="12703" y="6486"/>
                      <a:pt x="12802" y="6577"/>
                    </a:cubicBezTo>
                    <a:cubicBezTo>
                      <a:pt x="13061" y="6817"/>
                      <a:pt x="13034" y="7290"/>
                      <a:pt x="13346" y="7460"/>
                    </a:cubicBezTo>
                    <a:cubicBezTo>
                      <a:pt x="13413" y="7496"/>
                      <a:pt x="13481" y="7511"/>
                      <a:pt x="13551" y="7511"/>
                    </a:cubicBezTo>
                    <a:cubicBezTo>
                      <a:pt x="13950" y="7511"/>
                      <a:pt x="14389" y="7006"/>
                      <a:pt x="14772" y="7006"/>
                    </a:cubicBezTo>
                    <a:cubicBezTo>
                      <a:pt x="14849" y="7006"/>
                      <a:pt x="14925" y="7026"/>
                      <a:pt x="14997" y="7076"/>
                    </a:cubicBezTo>
                    <a:cubicBezTo>
                      <a:pt x="15104" y="7156"/>
                      <a:pt x="15166" y="7281"/>
                      <a:pt x="15211" y="7415"/>
                    </a:cubicBezTo>
                    <a:cubicBezTo>
                      <a:pt x="15648" y="8602"/>
                      <a:pt x="15273" y="10065"/>
                      <a:pt x="16040" y="11073"/>
                    </a:cubicBezTo>
                    <a:cubicBezTo>
                      <a:pt x="16156" y="11216"/>
                      <a:pt x="16290" y="11349"/>
                      <a:pt x="16460" y="11421"/>
                    </a:cubicBezTo>
                    <a:cubicBezTo>
                      <a:pt x="16543" y="11452"/>
                      <a:pt x="16631" y="11466"/>
                      <a:pt x="16720" y="11466"/>
                    </a:cubicBezTo>
                    <a:cubicBezTo>
                      <a:pt x="16908" y="11466"/>
                      <a:pt x="17102" y="11404"/>
                      <a:pt x="17272" y="11314"/>
                    </a:cubicBezTo>
                    <a:cubicBezTo>
                      <a:pt x="18262" y="10761"/>
                      <a:pt x="18360" y="9387"/>
                      <a:pt x="18244" y="8263"/>
                    </a:cubicBezTo>
                    <a:cubicBezTo>
                      <a:pt x="18217" y="7959"/>
                      <a:pt x="18208" y="7594"/>
                      <a:pt x="18476" y="7442"/>
                    </a:cubicBezTo>
                    <a:cubicBezTo>
                      <a:pt x="18538" y="7406"/>
                      <a:pt x="18606" y="7390"/>
                      <a:pt x="18675" y="7390"/>
                    </a:cubicBezTo>
                    <a:cubicBezTo>
                      <a:pt x="18866" y="7390"/>
                      <a:pt x="19067" y="7513"/>
                      <a:pt x="19172" y="7683"/>
                    </a:cubicBezTo>
                    <a:cubicBezTo>
                      <a:pt x="19243" y="7808"/>
                      <a:pt x="19288" y="7950"/>
                      <a:pt x="19306" y="8102"/>
                    </a:cubicBezTo>
                    <a:cubicBezTo>
                      <a:pt x="19335" y="8293"/>
                      <a:pt x="19492" y="8424"/>
                      <a:pt x="19671" y="8424"/>
                    </a:cubicBezTo>
                    <a:cubicBezTo>
                      <a:pt x="19709" y="8424"/>
                      <a:pt x="19748" y="8418"/>
                      <a:pt x="19787" y="8405"/>
                    </a:cubicBezTo>
                    <a:cubicBezTo>
                      <a:pt x="20251" y="8272"/>
                      <a:pt x="20635" y="7861"/>
                      <a:pt x="20813" y="7406"/>
                    </a:cubicBezTo>
                    <a:cubicBezTo>
                      <a:pt x="21054" y="6809"/>
                      <a:pt x="21018" y="6139"/>
                      <a:pt x="20983" y="5497"/>
                    </a:cubicBezTo>
                    <a:cubicBezTo>
                      <a:pt x="20947" y="4819"/>
                      <a:pt x="20911" y="4141"/>
                      <a:pt x="20867" y="3463"/>
                    </a:cubicBezTo>
                    <a:cubicBezTo>
                      <a:pt x="20849" y="3044"/>
                      <a:pt x="20822" y="2616"/>
                      <a:pt x="20697" y="2214"/>
                    </a:cubicBezTo>
                    <a:cubicBezTo>
                      <a:pt x="20331" y="1081"/>
                      <a:pt x="19181" y="341"/>
                      <a:pt x="18012" y="109"/>
                    </a:cubicBezTo>
                    <a:cubicBezTo>
                      <a:pt x="17619" y="32"/>
                      <a:pt x="17224" y="1"/>
                      <a:pt x="168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" name="Google Shape;557;p17"/>
              <p:cNvSpPr/>
              <p:nvPr/>
            </p:nvSpPr>
            <p:spPr>
              <a:xfrm flipH="1">
                <a:off x="2615551" y="-470265"/>
                <a:ext cx="1760908" cy="370395"/>
              </a:xfrm>
              <a:custGeom>
                <a:rect b="b" l="l" r="r" t="t"/>
                <a:pathLst>
                  <a:path extrusionOk="0" h="2965" w="14096">
                    <a:moveTo>
                      <a:pt x="7233" y="0"/>
                    </a:moveTo>
                    <a:cubicBezTo>
                      <a:pt x="7160" y="0"/>
                      <a:pt x="7087" y="4"/>
                      <a:pt x="7012" y="12"/>
                    </a:cubicBezTo>
                    <a:cubicBezTo>
                      <a:pt x="5977" y="119"/>
                      <a:pt x="5272" y="931"/>
                      <a:pt x="4487" y="1510"/>
                    </a:cubicBezTo>
                    <a:cubicBezTo>
                      <a:pt x="3718" y="2084"/>
                      <a:pt x="2849" y="2352"/>
                      <a:pt x="1954" y="2352"/>
                    </a:cubicBezTo>
                    <a:cubicBezTo>
                      <a:pt x="1428" y="2352"/>
                      <a:pt x="894" y="2260"/>
                      <a:pt x="366" y="2081"/>
                    </a:cubicBezTo>
                    <a:cubicBezTo>
                      <a:pt x="338" y="2072"/>
                      <a:pt x="312" y="2067"/>
                      <a:pt x="288" y="2067"/>
                    </a:cubicBezTo>
                    <a:cubicBezTo>
                      <a:pt x="70" y="2067"/>
                      <a:pt x="1" y="2430"/>
                      <a:pt x="250" y="2518"/>
                    </a:cubicBezTo>
                    <a:cubicBezTo>
                      <a:pt x="830" y="2716"/>
                      <a:pt x="1422" y="2827"/>
                      <a:pt x="2014" y="2827"/>
                    </a:cubicBezTo>
                    <a:cubicBezTo>
                      <a:pt x="2569" y="2827"/>
                      <a:pt x="3123" y="2730"/>
                      <a:pt x="3667" y="2518"/>
                    </a:cubicBezTo>
                    <a:cubicBezTo>
                      <a:pt x="4737" y="2099"/>
                      <a:pt x="5415" y="1162"/>
                      <a:pt x="6423" y="690"/>
                    </a:cubicBezTo>
                    <a:cubicBezTo>
                      <a:pt x="6688" y="567"/>
                      <a:pt x="6945" y="515"/>
                      <a:pt x="7196" y="515"/>
                    </a:cubicBezTo>
                    <a:cubicBezTo>
                      <a:pt x="8317" y="515"/>
                      <a:pt x="9317" y="1559"/>
                      <a:pt x="10286" y="2055"/>
                    </a:cubicBezTo>
                    <a:cubicBezTo>
                      <a:pt x="11366" y="2608"/>
                      <a:pt x="12552" y="2893"/>
                      <a:pt x="13774" y="2965"/>
                    </a:cubicBezTo>
                    <a:cubicBezTo>
                      <a:pt x="13780" y="2965"/>
                      <a:pt x="13785" y="2965"/>
                      <a:pt x="13791" y="2965"/>
                    </a:cubicBezTo>
                    <a:cubicBezTo>
                      <a:pt x="14095" y="2965"/>
                      <a:pt x="14090" y="2482"/>
                      <a:pt x="13774" y="2456"/>
                    </a:cubicBezTo>
                    <a:cubicBezTo>
                      <a:pt x="12293" y="2367"/>
                      <a:pt x="10928" y="1930"/>
                      <a:pt x="9697" y="1109"/>
                    </a:cubicBezTo>
                    <a:cubicBezTo>
                      <a:pt x="8944" y="612"/>
                      <a:pt x="8168" y="0"/>
                      <a:pt x="723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" name="Google Shape;558;p17"/>
              <p:cNvSpPr/>
              <p:nvPr/>
            </p:nvSpPr>
            <p:spPr>
              <a:xfrm flipH="1">
                <a:off x="4188136" y="119145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" name="Google Shape;559;p17"/>
              <p:cNvSpPr/>
              <p:nvPr/>
            </p:nvSpPr>
            <p:spPr>
              <a:xfrm flipH="1">
                <a:off x="4301997" y="276127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" name="Google Shape;560;p17"/>
              <p:cNvSpPr/>
              <p:nvPr/>
            </p:nvSpPr>
            <p:spPr>
              <a:xfrm flipH="1">
                <a:off x="3879826" y="107300"/>
                <a:ext cx="62923" cy="48853"/>
              </a:xfrm>
              <a:custGeom>
                <a:rect b="b" l="l" r="r" t="t"/>
                <a:pathLst>
                  <a:path extrusionOk="0" h="375" w="483">
                    <a:moveTo>
                      <a:pt x="241" y="0"/>
                    </a:moveTo>
                    <a:cubicBezTo>
                      <a:pt x="1" y="0"/>
                      <a:pt x="1" y="375"/>
                      <a:pt x="241" y="375"/>
                    </a:cubicBezTo>
                    <a:cubicBezTo>
                      <a:pt x="482" y="375"/>
                      <a:pt x="482" y="0"/>
                      <a:pt x="2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1" name="Google Shape;561;p17"/>
            <p:cNvSpPr/>
            <p:nvPr/>
          </p:nvSpPr>
          <p:spPr>
            <a:xfrm flipH="1">
              <a:off x="-1313033" y="-793406"/>
              <a:ext cx="3013652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17"/>
            <p:cNvSpPr/>
            <p:nvPr/>
          </p:nvSpPr>
          <p:spPr>
            <a:xfrm flipH="1">
              <a:off x="932549" y="-153712"/>
              <a:ext cx="150077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17"/>
            <p:cNvSpPr/>
            <p:nvPr/>
          </p:nvSpPr>
          <p:spPr>
            <a:xfrm flipH="1">
              <a:off x="760586" y="-82842"/>
              <a:ext cx="10474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17"/>
            <p:cNvSpPr/>
            <p:nvPr/>
          </p:nvSpPr>
          <p:spPr>
            <a:xfrm flipH="1">
              <a:off x="874447" y="74139"/>
              <a:ext cx="102396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17"/>
            <p:cNvSpPr/>
            <p:nvPr/>
          </p:nvSpPr>
          <p:spPr>
            <a:xfrm flipH="1">
              <a:off x="1146461" y="98501"/>
              <a:ext cx="84939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17"/>
            <p:cNvSpPr/>
            <p:nvPr/>
          </p:nvSpPr>
          <p:spPr>
            <a:xfrm flipH="1">
              <a:off x="601390" y="284403"/>
              <a:ext cx="98879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17"/>
            <p:cNvSpPr/>
            <p:nvPr/>
          </p:nvSpPr>
          <p:spPr>
            <a:xfrm flipH="1">
              <a:off x="4495145" y="-657675"/>
              <a:ext cx="2533179" cy="1789688"/>
            </a:xfrm>
            <a:custGeom>
              <a:rect b="b" l="l" r="r" t="t"/>
              <a:pathLst>
                <a:path extrusionOk="0" h="15839" w="22419">
                  <a:moveTo>
                    <a:pt x="11085" y="1"/>
                  </a:moveTo>
                  <a:cubicBezTo>
                    <a:pt x="6813" y="1"/>
                    <a:pt x="760" y="2365"/>
                    <a:pt x="429" y="3698"/>
                  </a:cubicBezTo>
                  <a:cubicBezTo>
                    <a:pt x="90" y="5063"/>
                    <a:pt x="0" y="11263"/>
                    <a:pt x="678" y="11665"/>
                  </a:cubicBezTo>
                  <a:cubicBezTo>
                    <a:pt x="994" y="11847"/>
                    <a:pt x="1246" y="11931"/>
                    <a:pt x="1457" y="11931"/>
                  </a:cubicBezTo>
                  <a:cubicBezTo>
                    <a:pt x="1700" y="11931"/>
                    <a:pt x="1889" y="11820"/>
                    <a:pt x="2061" y="11620"/>
                  </a:cubicBezTo>
                  <a:cubicBezTo>
                    <a:pt x="2373" y="11245"/>
                    <a:pt x="2141" y="8408"/>
                    <a:pt x="2989" y="8123"/>
                  </a:cubicBezTo>
                  <a:cubicBezTo>
                    <a:pt x="3259" y="8032"/>
                    <a:pt x="3528" y="7988"/>
                    <a:pt x="3776" y="7988"/>
                  </a:cubicBezTo>
                  <a:cubicBezTo>
                    <a:pt x="4307" y="7988"/>
                    <a:pt x="4743" y="8189"/>
                    <a:pt x="4889" y="8560"/>
                  </a:cubicBezTo>
                  <a:cubicBezTo>
                    <a:pt x="5106" y="9081"/>
                    <a:pt x="4367" y="15246"/>
                    <a:pt x="5540" y="15246"/>
                  </a:cubicBezTo>
                  <a:cubicBezTo>
                    <a:pt x="5571" y="15246"/>
                    <a:pt x="5604" y="15242"/>
                    <a:pt x="5638" y="15233"/>
                  </a:cubicBezTo>
                  <a:cubicBezTo>
                    <a:pt x="6950" y="14885"/>
                    <a:pt x="6352" y="11343"/>
                    <a:pt x="6593" y="10817"/>
                  </a:cubicBezTo>
                  <a:cubicBezTo>
                    <a:pt x="6620" y="10758"/>
                    <a:pt x="6642" y="10731"/>
                    <a:pt x="6659" y="10731"/>
                  </a:cubicBezTo>
                  <a:cubicBezTo>
                    <a:pt x="6801" y="10731"/>
                    <a:pt x="6723" y="12380"/>
                    <a:pt x="7467" y="12601"/>
                  </a:cubicBezTo>
                  <a:cubicBezTo>
                    <a:pt x="7502" y="12612"/>
                    <a:pt x="7535" y="12617"/>
                    <a:pt x="7565" y="12617"/>
                  </a:cubicBezTo>
                  <a:cubicBezTo>
                    <a:pt x="8251" y="12617"/>
                    <a:pt x="7668" y="9975"/>
                    <a:pt x="9002" y="9274"/>
                  </a:cubicBezTo>
                  <a:cubicBezTo>
                    <a:pt x="9124" y="9210"/>
                    <a:pt x="9232" y="9181"/>
                    <a:pt x="9330" y="9181"/>
                  </a:cubicBezTo>
                  <a:cubicBezTo>
                    <a:pt x="10350" y="9181"/>
                    <a:pt x="10166" y="12384"/>
                    <a:pt x="11901" y="12637"/>
                  </a:cubicBezTo>
                  <a:cubicBezTo>
                    <a:pt x="11974" y="12648"/>
                    <a:pt x="12044" y="12653"/>
                    <a:pt x="12109" y="12653"/>
                  </a:cubicBezTo>
                  <a:cubicBezTo>
                    <a:pt x="13735" y="12653"/>
                    <a:pt x="12959" y="9488"/>
                    <a:pt x="14183" y="9488"/>
                  </a:cubicBezTo>
                  <a:cubicBezTo>
                    <a:pt x="14189" y="9488"/>
                    <a:pt x="14196" y="9488"/>
                    <a:pt x="14203" y="9488"/>
                  </a:cubicBezTo>
                  <a:cubicBezTo>
                    <a:pt x="15468" y="9514"/>
                    <a:pt x="14182" y="15838"/>
                    <a:pt x="16505" y="15838"/>
                  </a:cubicBezTo>
                  <a:cubicBezTo>
                    <a:pt x="16573" y="15838"/>
                    <a:pt x="16644" y="15833"/>
                    <a:pt x="16718" y="15822"/>
                  </a:cubicBezTo>
                  <a:cubicBezTo>
                    <a:pt x="19319" y="15430"/>
                    <a:pt x="17457" y="8141"/>
                    <a:pt x="18594" y="8141"/>
                  </a:cubicBezTo>
                  <a:cubicBezTo>
                    <a:pt x="18597" y="8141"/>
                    <a:pt x="18599" y="8141"/>
                    <a:pt x="18601" y="8141"/>
                  </a:cubicBezTo>
                  <a:cubicBezTo>
                    <a:pt x="19720" y="8176"/>
                    <a:pt x="18516" y="12848"/>
                    <a:pt x="19703" y="12848"/>
                  </a:cubicBezTo>
                  <a:cubicBezTo>
                    <a:pt x="19727" y="12848"/>
                    <a:pt x="19752" y="12846"/>
                    <a:pt x="19778" y="12842"/>
                  </a:cubicBezTo>
                  <a:cubicBezTo>
                    <a:pt x="21081" y="12646"/>
                    <a:pt x="22419" y="5411"/>
                    <a:pt x="21393" y="3546"/>
                  </a:cubicBezTo>
                  <a:cubicBezTo>
                    <a:pt x="20367" y="1691"/>
                    <a:pt x="16736" y="139"/>
                    <a:pt x="11384" y="5"/>
                  </a:cubicBezTo>
                  <a:cubicBezTo>
                    <a:pt x="11285" y="2"/>
                    <a:pt x="11185" y="1"/>
                    <a:pt x="110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17"/>
            <p:cNvSpPr/>
            <p:nvPr/>
          </p:nvSpPr>
          <p:spPr>
            <a:xfrm flipH="1">
              <a:off x="4745163" y="-327126"/>
              <a:ext cx="2145786" cy="647278"/>
            </a:xfrm>
            <a:custGeom>
              <a:rect b="b" l="l" r="r" t="t"/>
              <a:pathLst>
                <a:path extrusionOk="0" h="8449" w="19770">
                  <a:moveTo>
                    <a:pt x="1696" y="0"/>
                  </a:moveTo>
                  <a:cubicBezTo>
                    <a:pt x="990" y="0"/>
                    <a:pt x="422" y="360"/>
                    <a:pt x="0" y="881"/>
                  </a:cubicBezTo>
                  <a:cubicBezTo>
                    <a:pt x="54" y="1077"/>
                    <a:pt x="99" y="1265"/>
                    <a:pt x="152" y="1452"/>
                  </a:cubicBezTo>
                  <a:cubicBezTo>
                    <a:pt x="322" y="1202"/>
                    <a:pt x="536" y="979"/>
                    <a:pt x="803" y="801"/>
                  </a:cubicBezTo>
                  <a:cubicBezTo>
                    <a:pt x="1113" y="602"/>
                    <a:pt x="1399" y="517"/>
                    <a:pt x="1662" y="517"/>
                  </a:cubicBezTo>
                  <a:cubicBezTo>
                    <a:pt x="2508" y="517"/>
                    <a:pt x="3127" y="1390"/>
                    <a:pt x="3569" y="2166"/>
                  </a:cubicBezTo>
                  <a:cubicBezTo>
                    <a:pt x="4327" y="3531"/>
                    <a:pt x="4702" y="5145"/>
                    <a:pt x="5674" y="6385"/>
                  </a:cubicBezTo>
                  <a:cubicBezTo>
                    <a:pt x="5913" y="6695"/>
                    <a:pt x="6274" y="7015"/>
                    <a:pt x="6673" y="7015"/>
                  </a:cubicBezTo>
                  <a:cubicBezTo>
                    <a:pt x="6781" y="7015"/>
                    <a:pt x="6892" y="6992"/>
                    <a:pt x="7003" y="6938"/>
                  </a:cubicBezTo>
                  <a:cubicBezTo>
                    <a:pt x="7494" y="6707"/>
                    <a:pt x="7565" y="6055"/>
                    <a:pt x="7628" y="5582"/>
                  </a:cubicBezTo>
                  <a:cubicBezTo>
                    <a:pt x="7753" y="4681"/>
                    <a:pt x="7699" y="3682"/>
                    <a:pt x="8163" y="2870"/>
                  </a:cubicBezTo>
                  <a:cubicBezTo>
                    <a:pt x="8340" y="2557"/>
                    <a:pt x="8808" y="1970"/>
                    <a:pt x="9271" y="1970"/>
                  </a:cubicBezTo>
                  <a:cubicBezTo>
                    <a:pt x="9439" y="1970"/>
                    <a:pt x="9607" y="2048"/>
                    <a:pt x="9760" y="2246"/>
                  </a:cubicBezTo>
                  <a:cubicBezTo>
                    <a:pt x="10010" y="2576"/>
                    <a:pt x="10045" y="3192"/>
                    <a:pt x="10135" y="3575"/>
                  </a:cubicBezTo>
                  <a:cubicBezTo>
                    <a:pt x="10331" y="4441"/>
                    <a:pt x="10527" y="5315"/>
                    <a:pt x="10723" y="6189"/>
                  </a:cubicBezTo>
                  <a:cubicBezTo>
                    <a:pt x="10875" y="6876"/>
                    <a:pt x="11018" y="7652"/>
                    <a:pt x="11589" y="8125"/>
                  </a:cubicBezTo>
                  <a:cubicBezTo>
                    <a:pt x="11868" y="8353"/>
                    <a:pt x="12149" y="8448"/>
                    <a:pt x="12425" y="8448"/>
                  </a:cubicBezTo>
                  <a:cubicBezTo>
                    <a:pt x="13213" y="8448"/>
                    <a:pt x="13949" y="7669"/>
                    <a:pt x="14426" y="7028"/>
                  </a:cubicBezTo>
                  <a:cubicBezTo>
                    <a:pt x="15362" y="5761"/>
                    <a:pt x="15808" y="4191"/>
                    <a:pt x="16817" y="2969"/>
                  </a:cubicBezTo>
                  <a:cubicBezTo>
                    <a:pt x="17120" y="2603"/>
                    <a:pt x="17477" y="2246"/>
                    <a:pt x="17896" y="2005"/>
                  </a:cubicBezTo>
                  <a:cubicBezTo>
                    <a:pt x="18048" y="1916"/>
                    <a:pt x="18244" y="1800"/>
                    <a:pt x="18413" y="1755"/>
                  </a:cubicBezTo>
                  <a:cubicBezTo>
                    <a:pt x="18497" y="1736"/>
                    <a:pt x="18572" y="1727"/>
                    <a:pt x="18639" y="1727"/>
                  </a:cubicBezTo>
                  <a:cubicBezTo>
                    <a:pt x="19132" y="1727"/>
                    <a:pt x="19215" y="2210"/>
                    <a:pt x="19270" y="2665"/>
                  </a:cubicBezTo>
                  <a:cubicBezTo>
                    <a:pt x="19306" y="3022"/>
                    <a:pt x="19359" y="3406"/>
                    <a:pt x="19529" y="3718"/>
                  </a:cubicBezTo>
                  <a:cubicBezTo>
                    <a:pt x="19609" y="3531"/>
                    <a:pt x="19689" y="3325"/>
                    <a:pt x="19769" y="3129"/>
                  </a:cubicBezTo>
                  <a:cubicBezTo>
                    <a:pt x="19760" y="3085"/>
                    <a:pt x="19752" y="3040"/>
                    <a:pt x="19743" y="2986"/>
                  </a:cubicBezTo>
                  <a:cubicBezTo>
                    <a:pt x="19671" y="2567"/>
                    <a:pt x="19716" y="2121"/>
                    <a:pt x="19573" y="1711"/>
                  </a:cubicBezTo>
                  <a:cubicBezTo>
                    <a:pt x="19438" y="1313"/>
                    <a:pt x="19162" y="1167"/>
                    <a:pt x="18834" y="1167"/>
                  </a:cubicBezTo>
                  <a:cubicBezTo>
                    <a:pt x="18166" y="1167"/>
                    <a:pt x="17279" y="1772"/>
                    <a:pt x="16897" y="2112"/>
                  </a:cubicBezTo>
                  <a:cubicBezTo>
                    <a:pt x="15737" y="3165"/>
                    <a:pt x="15211" y="4664"/>
                    <a:pt x="14435" y="5975"/>
                  </a:cubicBezTo>
                  <a:cubicBezTo>
                    <a:pt x="14090" y="6559"/>
                    <a:pt x="13288" y="7845"/>
                    <a:pt x="12460" y="7845"/>
                  </a:cubicBezTo>
                  <a:cubicBezTo>
                    <a:pt x="12300" y="7845"/>
                    <a:pt x="12140" y="7797"/>
                    <a:pt x="11981" y="7688"/>
                  </a:cubicBezTo>
                  <a:cubicBezTo>
                    <a:pt x="11286" y="7206"/>
                    <a:pt x="11196" y="5690"/>
                    <a:pt x="11018" y="4940"/>
                  </a:cubicBezTo>
                  <a:cubicBezTo>
                    <a:pt x="10822" y="4075"/>
                    <a:pt x="10706" y="3111"/>
                    <a:pt x="10384" y="2282"/>
                  </a:cubicBezTo>
                  <a:cubicBezTo>
                    <a:pt x="10215" y="1827"/>
                    <a:pt x="9903" y="1452"/>
                    <a:pt x="9385" y="1416"/>
                  </a:cubicBezTo>
                  <a:cubicBezTo>
                    <a:pt x="9353" y="1415"/>
                    <a:pt x="9322" y="1414"/>
                    <a:pt x="9290" y="1414"/>
                  </a:cubicBezTo>
                  <a:cubicBezTo>
                    <a:pt x="7948" y="1414"/>
                    <a:pt x="7348" y="3074"/>
                    <a:pt x="7209" y="4155"/>
                  </a:cubicBezTo>
                  <a:cubicBezTo>
                    <a:pt x="7146" y="4619"/>
                    <a:pt x="7119" y="5083"/>
                    <a:pt x="7048" y="5538"/>
                  </a:cubicBezTo>
                  <a:cubicBezTo>
                    <a:pt x="7014" y="5798"/>
                    <a:pt x="6995" y="6320"/>
                    <a:pt x="6638" y="6320"/>
                  </a:cubicBezTo>
                  <a:cubicBezTo>
                    <a:pt x="6530" y="6320"/>
                    <a:pt x="6390" y="6272"/>
                    <a:pt x="6209" y="6153"/>
                  </a:cubicBezTo>
                  <a:cubicBezTo>
                    <a:pt x="6049" y="6055"/>
                    <a:pt x="5879" y="5707"/>
                    <a:pt x="5781" y="5538"/>
                  </a:cubicBezTo>
                  <a:cubicBezTo>
                    <a:pt x="5308" y="4762"/>
                    <a:pt x="4969" y="3932"/>
                    <a:pt x="4604" y="3111"/>
                  </a:cubicBezTo>
                  <a:cubicBezTo>
                    <a:pt x="4086" y="1987"/>
                    <a:pt x="3319" y="123"/>
                    <a:pt x="1865" y="7"/>
                  </a:cubicBezTo>
                  <a:cubicBezTo>
                    <a:pt x="1808" y="2"/>
                    <a:pt x="1751" y="0"/>
                    <a:pt x="16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17"/>
            <p:cNvSpPr/>
            <p:nvPr/>
          </p:nvSpPr>
          <p:spPr>
            <a:xfrm flipH="1">
              <a:off x="6735793" y="-1124034"/>
              <a:ext cx="2803011" cy="2988396"/>
            </a:xfrm>
            <a:custGeom>
              <a:rect b="b" l="l" r="r" t="t"/>
              <a:pathLst>
                <a:path extrusionOk="0" h="23922" w="22438">
                  <a:moveTo>
                    <a:pt x="3165" y="1"/>
                  </a:moveTo>
                  <a:cubicBezTo>
                    <a:pt x="2537" y="1"/>
                    <a:pt x="1924" y="119"/>
                    <a:pt x="1419" y="447"/>
                  </a:cubicBezTo>
                  <a:cubicBezTo>
                    <a:pt x="688" y="920"/>
                    <a:pt x="277" y="1776"/>
                    <a:pt x="144" y="2651"/>
                  </a:cubicBezTo>
                  <a:cubicBezTo>
                    <a:pt x="1" y="3516"/>
                    <a:pt x="99" y="4426"/>
                    <a:pt x="188" y="5327"/>
                  </a:cubicBezTo>
                  <a:cubicBezTo>
                    <a:pt x="313" y="6487"/>
                    <a:pt x="438" y="7655"/>
                    <a:pt x="563" y="8824"/>
                  </a:cubicBezTo>
                  <a:cubicBezTo>
                    <a:pt x="652" y="9618"/>
                    <a:pt x="813" y="10537"/>
                    <a:pt x="1517" y="10947"/>
                  </a:cubicBezTo>
                  <a:cubicBezTo>
                    <a:pt x="1731" y="11074"/>
                    <a:pt x="1965" y="11129"/>
                    <a:pt x="2201" y="11129"/>
                  </a:cubicBezTo>
                  <a:cubicBezTo>
                    <a:pt x="2665" y="11129"/>
                    <a:pt x="3137" y="10916"/>
                    <a:pt x="3480" y="10608"/>
                  </a:cubicBezTo>
                  <a:cubicBezTo>
                    <a:pt x="3730" y="10385"/>
                    <a:pt x="3935" y="10109"/>
                    <a:pt x="4229" y="9948"/>
                  </a:cubicBezTo>
                  <a:cubicBezTo>
                    <a:pt x="4365" y="9876"/>
                    <a:pt x="4526" y="9835"/>
                    <a:pt x="4683" y="9835"/>
                  </a:cubicBezTo>
                  <a:cubicBezTo>
                    <a:pt x="4876" y="9835"/>
                    <a:pt x="5065" y="9898"/>
                    <a:pt x="5193" y="10046"/>
                  </a:cubicBezTo>
                  <a:cubicBezTo>
                    <a:pt x="5318" y="10189"/>
                    <a:pt x="5362" y="10358"/>
                    <a:pt x="5398" y="10537"/>
                  </a:cubicBezTo>
                  <a:cubicBezTo>
                    <a:pt x="5880" y="12705"/>
                    <a:pt x="5086" y="14953"/>
                    <a:pt x="5684" y="17103"/>
                  </a:cubicBezTo>
                  <a:cubicBezTo>
                    <a:pt x="5728" y="17263"/>
                    <a:pt x="5800" y="17442"/>
                    <a:pt x="5951" y="17495"/>
                  </a:cubicBezTo>
                  <a:cubicBezTo>
                    <a:pt x="5988" y="17509"/>
                    <a:pt x="6027" y="17513"/>
                    <a:pt x="6066" y="17513"/>
                  </a:cubicBezTo>
                  <a:cubicBezTo>
                    <a:pt x="6130" y="17513"/>
                    <a:pt x="6197" y="17501"/>
                    <a:pt x="6263" y="17495"/>
                  </a:cubicBezTo>
                  <a:cubicBezTo>
                    <a:pt x="6274" y="17495"/>
                    <a:pt x="6284" y="17494"/>
                    <a:pt x="6294" y="17494"/>
                  </a:cubicBezTo>
                  <a:cubicBezTo>
                    <a:pt x="6648" y="17494"/>
                    <a:pt x="6973" y="17790"/>
                    <a:pt x="7120" y="18120"/>
                  </a:cubicBezTo>
                  <a:cubicBezTo>
                    <a:pt x="7280" y="18459"/>
                    <a:pt x="7289" y="18842"/>
                    <a:pt x="7298" y="19208"/>
                  </a:cubicBezTo>
                  <a:cubicBezTo>
                    <a:pt x="7325" y="19966"/>
                    <a:pt x="7343" y="20725"/>
                    <a:pt x="7361" y="21492"/>
                  </a:cubicBezTo>
                  <a:cubicBezTo>
                    <a:pt x="7379" y="21973"/>
                    <a:pt x="7388" y="22464"/>
                    <a:pt x="7566" y="22919"/>
                  </a:cubicBezTo>
                  <a:cubicBezTo>
                    <a:pt x="7744" y="23383"/>
                    <a:pt x="8128" y="23811"/>
                    <a:pt x="8610" y="23900"/>
                  </a:cubicBezTo>
                  <a:cubicBezTo>
                    <a:pt x="8679" y="23915"/>
                    <a:pt x="8748" y="23921"/>
                    <a:pt x="8817" y="23921"/>
                  </a:cubicBezTo>
                  <a:cubicBezTo>
                    <a:pt x="9309" y="23921"/>
                    <a:pt x="9754" y="23572"/>
                    <a:pt x="9966" y="23133"/>
                  </a:cubicBezTo>
                  <a:cubicBezTo>
                    <a:pt x="10216" y="22625"/>
                    <a:pt x="10233" y="22036"/>
                    <a:pt x="10242" y="21465"/>
                  </a:cubicBezTo>
                  <a:cubicBezTo>
                    <a:pt x="10287" y="19529"/>
                    <a:pt x="10331" y="17602"/>
                    <a:pt x="10376" y="15675"/>
                  </a:cubicBezTo>
                  <a:cubicBezTo>
                    <a:pt x="10403" y="14382"/>
                    <a:pt x="10546" y="12883"/>
                    <a:pt x="11634" y="12241"/>
                  </a:cubicBezTo>
                  <a:cubicBezTo>
                    <a:pt x="11831" y="12122"/>
                    <a:pt x="12075" y="12052"/>
                    <a:pt x="12314" y="12052"/>
                  </a:cubicBezTo>
                  <a:cubicBezTo>
                    <a:pt x="12593" y="12052"/>
                    <a:pt x="12865" y="12148"/>
                    <a:pt x="13043" y="12374"/>
                  </a:cubicBezTo>
                  <a:cubicBezTo>
                    <a:pt x="13382" y="12803"/>
                    <a:pt x="13275" y="13543"/>
                    <a:pt x="13757" y="13784"/>
                  </a:cubicBezTo>
                  <a:cubicBezTo>
                    <a:pt x="13845" y="13830"/>
                    <a:pt x="13940" y="13848"/>
                    <a:pt x="14034" y="13848"/>
                  </a:cubicBezTo>
                  <a:cubicBezTo>
                    <a:pt x="14122" y="13848"/>
                    <a:pt x="14211" y="13832"/>
                    <a:pt x="14292" y="13811"/>
                  </a:cubicBezTo>
                  <a:cubicBezTo>
                    <a:pt x="14837" y="13668"/>
                    <a:pt x="15211" y="13213"/>
                    <a:pt x="15506" y="12749"/>
                  </a:cubicBezTo>
                  <a:cubicBezTo>
                    <a:pt x="15800" y="12294"/>
                    <a:pt x="16059" y="11786"/>
                    <a:pt x="16487" y="11447"/>
                  </a:cubicBezTo>
                  <a:cubicBezTo>
                    <a:pt x="16738" y="11248"/>
                    <a:pt x="17072" y="11120"/>
                    <a:pt x="17401" y="11120"/>
                  </a:cubicBezTo>
                  <a:cubicBezTo>
                    <a:pt x="17633" y="11120"/>
                    <a:pt x="17862" y="11183"/>
                    <a:pt x="18057" y="11331"/>
                  </a:cubicBezTo>
                  <a:cubicBezTo>
                    <a:pt x="18307" y="11518"/>
                    <a:pt x="18459" y="11812"/>
                    <a:pt x="18708" y="12009"/>
                  </a:cubicBezTo>
                  <a:cubicBezTo>
                    <a:pt x="18919" y="12177"/>
                    <a:pt x="19178" y="12252"/>
                    <a:pt x="19439" y="12252"/>
                  </a:cubicBezTo>
                  <a:cubicBezTo>
                    <a:pt x="19676" y="12252"/>
                    <a:pt x="19914" y="12190"/>
                    <a:pt x="20118" y="12080"/>
                  </a:cubicBezTo>
                  <a:cubicBezTo>
                    <a:pt x="20546" y="11848"/>
                    <a:pt x="20840" y="11447"/>
                    <a:pt x="21072" y="11027"/>
                  </a:cubicBezTo>
                  <a:cubicBezTo>
                    <a:pt x="21742" y="9823"/>
                    <a:pt x="22036" y="8422"/>
                    <a:pt x="22223" y="7031"/>
                  </a:cubicBezTo>
                  <a:cubicBezTo>
                    <a:pt x="22357" y="6014"/>
                    <a:pt x="22437" y="4952"/>
                    <a:pt x="22179" y="3926"/>
                  </a:cubicBezTo>
                  <a:cubicBezTo>
                    <a:pt x="21920" y="2900"/>
                    <a:pt x="21269" y="1892"/>
                    <a:pt x="20287" y="1446"/>
                  </a:cubicBezTo>
                  <a:cubicBezTo>
                    <a:pt x="19592" y="1125"/>
                    <a:pt x="18815" y="1116"/>
                    <a:pt x="18066" y="1116"/>
                  </a:cubicBezTo>
                  <a:lnTo>
                    <a:pt x="16240" y="1116"/>
                  </a:lnTo>
                  <a:cubicBezTo>
                    <a:pt x="15137" y="528"/>
                    <a:pt x="13904" y="351"/>
                    <a:pt x="12677" y="351"/>
                  </a:cubicBezTo>
                  <a:cubicBezTo>
                    <a:pt x="12265" y="351"/>
                    <a:pt x="11853" y="371"/>
                    <a:pt x="11447" y="403"/>
                  </a:cubicBezTo>
                  <a:cubicBezTo>
                    <a:pt x="10277" y="486"/>
                    <a:pt x="9107" y="653"/>
                    <a:pt x="7930" y="653"/>
                  </a:cubicBezTo>
                  <a:cubicBezTo>
                    <a:pt x="7474" y="653"/>
                    <a:pt x="7017" y="628"/>
                    <a:pt x="6558" y="563"/>
                  </a:cubicBezTo>
                  <a:cubicBezTo>
                    <a:pt x="5684" y="438"/>
                    <a:pt x="4818" y="171"/>
                    <a:pt x="3944" y="55"/>
                  </a:cubicBezTo>
                  <a:cubicBezTo>
                    <a:pt x="3686" y="21"/>
                    <a:pt x="3424" y="1"/>
                    <a:pt x="3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17"/>
            <p:cNvSpPr/>
            <p:nvPr/>
          </p:nvSpPr>
          <p:spPr>
            <a:xfrm flipH="1" rot="454083">
              <a:off x="6774183" y="-309106"/>
              <a:ext cx="2714901" cy="611237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17"/>
            <p:cNvSpPr/>
            <p:nvPr/>
          </p:nvSpPr>
          <p:spPr>
            <a:xfrm rot="-785687">
              <a:off x="-597168" y="-327948"/>
              <a:ext cx="2541531" cy="572204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17"/>
            <p:cNvSpPr/>
            <p:nvPr/>
          </p:nvSpPr>
          <p:spPr>
            <a:xfrm flipH="1">
              <a:off x="7787649" y="162913"/>
              <a:ext cx="150077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17"/>
            <p:cNvSpPr/>
            <p:nvPr/>
          </p:nvSpPr>
          <p:spPr>
            <a:xfrm flipH="1">
              <a:off x="7615686" y="233783"/>
              <a:ext cx="10474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17"/>
            <p:cNvSpPr/>
            <p:nvPr/>
          </p:nvSpPr>
          <p:spPr>
            <a:xfrm flipH="1">
              <a:off x="7729547" y="390764"/>
              <a:ext cx="102396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17"/>
            <p:cNvSpPr/>
            <p:nvPr/>
          </p:nvSpPr>
          <p:spPr>
            <a:xfrm flipH="1">
              <a:off x="7391961" y="34126"/>
              <a:ext cx="84939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17"/>
            <p:cNvSpPr/>
            <p:nvPr/>
          </p:nvSpPr>
          <p:spPr>
            <a:xfrm flipH="1">
              <a:off x="5304586" y="-160105"/>
              <a:ext cx="10474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17"/>
            <p:cNvSpPr/>
            <p:nvPr/>
          </p:nvSpPr>
          <p:spPr>
            <a:xfrm flipH="1">
              <a:off x="5418447" y="-3123"/>
              <a:ext cx="102396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" name="Google Shape;578;p17"/>
          <p:cNvGrpSpPr/>
          <p:nvPr/>
        </p:nvGrpSpPr>
        <p:grpSpPr>
          <a:xfrm flipH="1">
            <a:off x="282149" y="709858"/>
            <a:ext cx="8572281" cy="3951576"/>
            <a:chOff x="286182" y="709858"/>
            <a:chExt cx="8572281" cy="3951576"/>
          </a:xfrm>
        </p:grpSpPr>
        <p:sp>
          <p:nvSpPr>
            <p:cNvPr id="579" name="Google Shape;579;p17"/>
            <p:cNvSpPr/>
            <p:nvPr/>
          </p:nvSpPr>
          <p:spPr>
            <a:xfrm rot="-3266906">
              <a:off x="4447210" y="1808857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17"/>
            <p:cNvSpPr/>
            <p:nvPr/>
          </p:nvSpPr>
          <p:spPr>
            <a:xfrm rot="-3266906">
              <a:off x="7706507" y="9425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17"/>
            <p:cNvSpPr/>
            <p:nvPr/>
          </p:nvSpPr>
          <p:spPr>
            <a:xfrm rot="-3266906">
              <a:off x="5819041" y="748947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17"/>
            <p:cNvSpPr/>
            <p:nvPr/>
          </p:nvSpPr>
          <p:spPr>
            <a:xfrm rot="-3266906">
              <a:off x="480007" y="417959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17"/>
            <p:cNvSpPr/>
            <p:nvPr/>
          </p:nvSpPr>
          <p:spPr>
            <a:xfrm rot="1625383">
              <a:off x="1661854" y="4572572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17"/>
            <p:cNvSpPr/>
            <p:nvPr/>
          </p:nvSpPr>
          <p:spPr>
            <a:xfrm rot="3522601">
              <a:off x="2972285" y="8402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17"/>
            <p:cNvSpPr/>
            <p:nvPr/>
          </p:nvSpPr>
          <p:spPr>
            <a:xfrm rot="-2695393">
              <a:off x="1537861" y="9091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17"/>
            <p:cNvSpPr/>
            <p:nvPr/>
          </p:nvSpPr>
          <p:spPr>
            <a:xfrm rot="-2695393">
              <a:off x="3936382" y="2902236"/>
              <a:ext cx="151480" cy="74315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17"/>
            <p:cNvSpPr/>
            <p:nvPr/>
          </p:nvSpPr>
          <p:spPr>
            <a:xfrm rot="3522601">
              <a:off x="8752035" y="29499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17"/>
            <p:cNvSpPr/>
            <p:nvPr/>
          </p:nvSpPr>
          <p:spPr>
            <a:xfrm rot="-3266906">
              <a:off x="8006135" y="2195507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17"/>
            <p:cNvSpPr/>
            <p:nvPr/>
          </p:nvSpPr>
          <p:spPr>
            <a:xfrm rot="3522601">
              <a:off x="8223985" y="4305353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17"/>
            <p:cNvSpPr/>
            <p:nvPr/>
          </p:nvSpPr>
          <p:spPr>
            <a:xfrm rot="-2695393">
              <a:off x="2901911" y="170120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17"/>
            <p:cNvSpPr/>
            <p:nvPr/>
          </p:nvSpPr>
          <p:spPr>
            <a:xfrm rot="3522601">
              <a:off x="335310" y="16617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17"/>
            <p:cNvSpPr/>
            <p:nvPr/>
          </p:nvSpPr>
          <p:spPr>
            <a:xfrm rot="-3266906">
              <a:off x="4057157" y="417959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17"/>
            <p:cNvSpPr/>
            <p:nvPr/>
          </p:nvSpPr>
          <p:spPr>
            <a:xfrm rot="3522601">
              <a:off x="5276535" y="41676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17"/>
            <p:cNvSpPr/>
            <p:nvPr/>
          </p:nvSpPr>
          <p:spPr>
            <a:xfrm rot="-2695393">
              <a:off x="6704686" y="43063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" name="Google Shape;595;p17"/>
          <p:cNvGrpSpPr/>
          <p:nvPr/>
        </p:nvGrpSpPr>
        <p:grpSpPr>
          <a:xfrm>
            <a:off x="-479330" y="4235977"/>
            <a:ext cx="9967003" cy="1593169"/>
            <a:chOff x="-479330" y="4235977"/>
            <a:chExt cx="9967003" cy="1593169"/>
          </a:xfrm>
        </p:grpSpPr>
        <p:sp>
          <p:nvSpPr>
            <p:cNvPr id="596" name="Google Shape;596;p17"/>
            <p:cNvSpPr/>
            <p:nvPr/>
          </p:nvSpPr>
          <p:spPr>
            <a:xfrm flipH="1" rot="10800000">
              <a:off x="2550525" y="4235977"/>
              <a:ext cx="3709572" cy="1208351"/>
            </a:xfrm>
            <a:custGeom>
              <a:rect b="b" l="l" r="r" t="t"/>
              <a:pathLst>
                <a:path extrusionOk="0" h="6405" w="19663">
                  <a:moveTo>
                    <a:pt x="15799" y="0"/>
                  </a:moveTo>
                  <a:cubicBezTo>
                    <a:pt x="14930" y="0"/>
                    <a:pt x="14048" y="589"/>
                    <a:pt x="13212" y="812"/>
                  </a:cubicBezTo>
                  <a:cubicBezTo>
                    <a:pt x="12864" y="905"/>
                    <a:pt x="12513" y="943"/>
                    <a:pt x="12160" y="943"/>
                  </a:cubicBezTo>
                  <a:cubicBezTo>
                    <a:pt x="10715" y="943"/>
                    <a:pt x="9235" y="318"/>
                    <a:pt x="7772" y="318"/>
                  </a:cubicBezTo>
                  <a:cubicBezTo>
                    <a:pt x="7530" y="318"/>
                    <a:pt x="7289" y="336"/>
                    <a:pt x="7048" y="375"/>
                  </a:cubicBezTo>
                  <a:cubicBezTo>
                    <a:pt x="6660" y="444"/>
                    <a:pt x="6281" y="563"/>
                    <a:pt x="5886" y="563"/>
                  </a:cubicBezTo>
                  <a:cubicBezTo>
                    <a:pt x="5872" y="563"/>
                    <a:pt x="5858" y="563"/>
                    <a:pt x="5844" y="563"/>
                  </a:cubicBezTo>
                  <a:cubicBezTo>
                    <a:pt x="5288" y="550"/>
                    <a:pt x="4709" y="284"/>
                    <a:pt x="4175" y="284"/>
                  </a:cubicBezTo>
                  <a:cubicBezTo>
                    <a:pt x="3971" y="284"/>
                    <a:pt x="3774" y="323"/>
                    <a:pt x="3587" y="429"/>
                  </a:cubicBezTo>
                  <a:cubicBezTo>
                    <a:pt x="3444" y="509"/>
                    <a:pt x="3319" y="616"/>
                    <a:pt x="3167" y="661"/>
                  </a:cubicBezTo>
                  <a:cubicBezTo>
                    <a:pt x="3094" y="682"/>
                    <a:pt x="3019" y="690"/>
                    <a:pt x="2941" y="690"/>
                  </a:cubicBezTo>
                  <a:cubicBezTo>
                    <a:pt x="2593" y="690"/>
                    <a:pt x="2206" y="519"/>
                    <a:pt x="1846" y="519"/>
                  </a:cubicBezTo>
                  <a:cubicBezTo>
                    <a:pt x="1668" y="519"/>
                    <a:pt x="1496" y="561"/>
                    <a:pt x="1338" y="688"/>
                  </a:cubicBezTo>
                  <a:cubicBezTo>
                    <a:pt x="1187" y="812"/>
                    <a:pt x="1071" y="991"/>
                    <a:pt x="883" y="1044"/>
                  </a:cubicBezTo>
                  <a:cubicBezTo>
                    <a:pt x="842" y="1055"/>
                    <a:pt x="799" y="1057"/>
                    <a:pt x="756" y="1057"/>
                  </a:cubicBezTo>
                  <a:cubicBezTo>
                    <a:pt x="721" y="1057"/>
                    <a:pt x="686" y="1056"/>
                    <a:pt x="651" y="1056"/>
                  </a:cubicBezTo>
                  <a:cubicBezTo>
                    <a:pt x="618" y="1056"/>
                    <a:pt x="585" y="1057"/>
                    <a:pt x="553" y="1062"/>
                  </a:cubicBezTo>
                  <a:cubicBezTo>
                    <a:pt x="268" y="1098"/>
                    <a:pt x="63" y="1392"/>
                    <a:pt x="27" y="1687"/>
                  </a:cubicBezTo>
                  <a:cubicBezTo>
                    <a:pt x="0" y="1981"/>
                    <a:pt x="107" y="2275"/>
                    <a:pt x="250" y="2534"/>
                  </a:cubicBezTo>
                  <a:cubicBezTo>
                    <a:pt x="535" y="3080"/>
                    <a:pt x="1051" y="3574"/>
                    <a:pt x="1628" y="3574"/>
                  </a:cubicBezTo>
                  <a:cubicBezTo>
                    <a:pt x="1682" y="3574"/>
                    <a:pt x="1738" y="3569"/>
                    <a:pt x="1793" y="3560"/>
                  </a:cubicBezTo>
                  <a:cubicBezTo>
                    <a:pt x="2025" y="3524"/>
                    <a:pt x="2239" y="3408"/>
                    <a:pt x="2462" y="3337"/>
                  </a:cubicBezTo>
                  <a:cubicBezTo>
                    <a:pt x="2635" y="3288"/>
                    <a:pt x="2809" y="3268"/>
                    <a:pt x="2985" y="3268"/>
                  </a:cubicBezTo>
                  <a:cubicBezTo>
                    <a:pt x="3537" y="3268"/>
                    <a:pt x="4102" y="3459"/>
                    <a:pt x="4657" y="3507"/>
                  </a:cubicBezTo>
                  <a:cubicBezTo>
                    <a:pt x="4746" y="3514"/>
                    <a:pt x="4836" y="3517"/>
                    <a:pt x="4925" y="3517"/>
                  </a:cubicBezTo>
                  <a:cubicBezTo>
                    <a:pt x="6130" y="3517"/>
                    <a:pt x="7329" y="2921"/>
                    <a:pt x="8502" y="2921"/>
                  </a:cubicBezTo>
                  <a:cubicBezTo>
                    <a:pt x="8786" y="2921"/>
                    <a:pt x="9069" y="2956"/>
                    <a:pt x="9350" y="3043"/>
                  </a:cubicBezTo>
                  <a:cubicBezTo>
                    <a:pt x="9813" y="3185"/>
                    <a:pt x="10393" y="3373"/>
                    <a:pt x="10822" y="3551"/>
                  </a:cubicBezTo>
                  <a:cubicBezTo>
                    <a:pt x="11294" y="3756"/>
                    <a:pt x="11384" y="4086"/>
                    <a:pt x="11223" y="4595"/>
                  </a:cubicBezTo>
                  <a:cubicBezTo>
                    <a:pt x="11143" y="4871"/>
                    <a:pt x="11036" y="5157"/>
                    <a:pt x="11125" y="5434"/>
                  </a:cubicBezTo>
                  <a:cubicBezTo>
                    <a:pt x="11204" y="5665"/>
                    <a:pt x="11444" y="5804"/>
                    <a:pt x="11680" y="5804"/>
                  </a:cubicBezTo>
                  <a:cubicBezTo>
                    <a:pt x="11817" y="5804"/>
                    <a:pt x="11951" y="5758"/>
                    <a:pt x="12053" y="5657"/>
                  </a:cubicBezTo>
                  <a:cubicBezTo>
                    <a:pt x="12293" y="5416"/>
                    <a:pt x="12276" y="5023"/>
                    <a:pt x="12204" y="4684"/>
                  </a:cubicBezTo>
                  <a:cubicBezTo>
                    <a:pt x="12124" y="4309"/>
                    <a:pt x="11928" y="3872"/>
                    <a:pt x="12035" y="3498"/>
                  </a:cubicBezTo>
                  <a:cubicBezTo>
                    <a:pt x="12169" y="3061"/>
                    <a:pt x="12731" y="2686"/>
                    <a:pt x="13114" y="2543"/>
                  </a:cubicBezTo>
                  <a:cubicBezTo>
                    <a:pt x="13328" y="2465"/>
                    <a:pt x="13554" y="2426"/>
                    <a:pt x="13779" y="2426"/>
                  </a:cubicBezTo>
                  <a:cubicBezTo>
                    <a:pt x="14120" y="2426"/>
                    <a:pt x="14461" y="2514"/>
                    <a:pt x="14756" y="2686"/>
                  </a:cubicBezTo>
                  <a:cubicBezTo>
                    <a:pt x="15014" y="2837"/>
                    <a:pt x="15246" y="3061"/>
                    <a:pt x="15344" y="3355"/>
                  </a:cubicBezTo>
                  <a:cubicBezTo>
                    <a:pt x="15478" y="3810"/>
                    <a:pt x="15246" y="4283"/>
                    <a:pt x="15095" y="4738"/>
                  </a:cubicBezTo>
                  <a:cubicBezTo>
                    <a:pt x="14970" y="5086"/>
                    <a:pt x="14889" y="5478"/>
                    <a:pt x="15005" y="5835"/>
                  </a:cubicBezTo>
                  <a:cubicBezTo>
                    <a:pt x="15107" y="6147"/>
                    <a:pt x="15393" y="6405"/>
                    <a:pt x="15701" y="6405"/>
                  </a:cubicBezTo>
                  <a:cubicBezTo>
                    <a:pt x="15746" y="6405"/>
                    <a:pt x="15790" y="6399"/>
                    <a:pt x="15835" y="6388"/>
                  </a:cubicBezTo>
                  <a:cubicBezTo>
                    <a:pt x="16210" y="6290"/>
                    <a:pt x="16397" y="5817"/>
                    <a:pt x="16388" y="5407"/>
                  </a:cubicBezTo>
                  <a:cubicBezTo>
                    <a:pt x="16388" y="4996"/>
                    <a:pt x="16272" y="4586"/>
                    <a:pt x="16317" y="4185"/>
                  </a:cubicBezTo>
                  <a:cubicBezTo>
                    <a:pt x="16379" y="3583"/>
                    <a:pt x="16671" y="3442"/>
                    <a:pt x="17037" y="3442"/>
                  </a:cubicBezTo>
                  <a:cubicBezTo>
                    <a:pt x="17360" y="3442"/>
                    <a:pt x="17739" y="3551"/>
                    <a:pt x="18068" y="3551"/>
                  </a:cubicBezTo>
                  <a:cubicBezTo>
                    <a:pt x="18119" y="3551"/>
                    <a:pt x="18169" y="3548"/>
                    <a:pt x="18217" y="3542"/>
                  </a:cubicBezTo>
                  <a:cubicBezTo>
                    <a:pt x="18654" y="3489"/>
                    <a:pt x="19020" y="3069"/>
                    <a:pt x="19038" y="2614"/>
                  </a:cubicBezTo>
                  <a:cubicBezTo>
                    <a:pt x="19038" y="2445"/>
                    <a:pt x="19011" y="2267"/>
                    <a:pt x="19091" y="2124"/>
                  </a:cubicBezTo>
                  <a:cubicBezTo>
                    <a:pt x="19145" y="2026"/>
                    <a:pt x="19243" y="1963"/>
                    <a:pt x="19323" y="1892"/>
                  </a:cubicBezTo>
                  <a:cubicBezTo>
                    <a:pt x="19662" y="1553"/>
                    <a:pt x="19537" y="902"/>
                    <a:pt x="19154" y="616"/>
                  </a:cubicBezTo>
                  <a:cubicBezTo>
                    <a:pt x="18952" y="462"/>
                    <a:pt x="18703" y="397"/>
                    <a:pt x="18449" y="397"/>
                  </a:cubicBezTo>
                  <a:cubicBezTo>
                    <a:pt x="18231" y="397"/>
                    <a:pt x="18008" y="445"/>
                    <a:pt x="17807" y="527"/>
                  </a:cubicBezTo>
                  <a:cubicBezTo>
                    <a:pt x="17672" y="577"/>
                    <a:pt x="17538" y="644"/>
                    <a:pt x="17403" y="644"/>
                  </a:cubicBezTo>
                  <a:cubicBezTo>
                    <a:pt x="17395" y="644"/>
                    <a:pt x="17387" y="643"/>
                    <a:pt x="17378" y="643"/>
                  </a:cubicBezTo>
                  <a:cubicBezTo>
                    <a:pt x="17164" y="634"/>
                    <a:pt x="16995" y="465"/>
                    <a:pt x="16825" y="340"/>
                  </a:cubicBezTo>
                  <a:cubicBezTo>
                    <a:pt x="16488" y="93"/>
                    <a:pt x="16144" y="0"/>
                    <a:pt x="157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17"/>
            <p:cNvSpPr/>
            <p:nvPr/>
          </p:nvSpPr>
          <p:spPr>
            <a:xfrm flipH="1" rot="10800000">
              <a:off x="-479330" y="4450248"/>
              <a:ext cx="3598453" cy="1378898"/>
            </a:xfrm>
            <a:custGeom>
              <a:rect b="b" l="l" r="r" t="t"/>
              <a:pathLst>
                <a:path extrusionOk="0" h="7309" w="19074">
                  <a:moveTo>
                    <a:pt x="14216" y="14"/>
                  </a:moveTo>
                  <a:cubicBezTo>
                    <a:pt x="13596" y="14"/>
                    <a:pt x="12976" y="28"/>
                    <a:pt x="12356" y="46"/>
                  </a:cubicBezTo>
                  <a:cubicBezTo>
                    <a:pt x="10259" y="90"/>
                    <a:pt x="8163" y="161"/>
                    <a:pt x="6066" y="269"/>
                  </a:cubicBezTo>
                  <a:cubicBezTo>
                    <a:pt x="5023" y="322"/>
                    <a:pt x="3970" y="376"/>
                    <a:pt x="2926" y="447"/>
                  </a:cubicBezTo>
                  <a:cubicBezTo>
                    <a:pt x="1624" y="527"/>
                    <a:pt x="0" y="545"/>
                    <a:pt x="295" y="2329"/>
                  </a:cubicBezTo>
                  <a:cubicBezTo>
                    <a:pt x="348" y="2659"/>
                    <a:pt x="571" y="2981"/>
                    <a:pt x="901" y="3052"/>
                  </a:cubicBezTo>
                  <a:cubicBezTo>
                    <a:pt x="973" y="3070"/>
                    <a:pt x="1044" y="3070"/>
                    <a:pt x="1106" y="3114"/>
                  </a:cubicBezTo>
                  <a:cubicBezTo>
                    <a:pt x="1222" y="3195"/>
                    <a:pt x="1213" y="3364"/>
                    <a:pt x="1204" y="3507"/>
                  </a:cubicBezTo>
                  <a:cubicBezTo>
                    <a:pt x="1142" y="4096"/>
                    <a:pt x="1204" y="4738"/>
                    <a:pt x="1570" y="5202"/>
                  </a:cubicBezTo>
                  <a:cubicBezTo>
                    <a:pt x="1804" y="5504"/>
                    <a:pt x="2193" y="5693"/>
                    <a:pt x="2565" y="5693"/>
                  </a:cubicBezTo>
                  <a:cubicBezTo>
                    <a:pt x="2776" y="5693"/>
                    <a:pt x="2981" y="5632"/>
                    <a:pt x="3149" y="5496"/>
                  </a:cubicBezTo>
                  <a:cubicBezTo>
                    <a:pt x="3363" y="5318"/>
                    <a:pt x="3479" y="5059"/>
                    <a:pt x="3640" y="4836"/>
                  </a:cubicBezTo>
                  <a:cubicBezTo>
                    <a:pt x="3797" y="4618"/>
                    <a:pt x="4023" y="4408"/>
                    <a:pt x="4292" y="4408"/>
                  </a:cubicBezTo>
                  <a:cubicBezTo>
                    <a:pt x="4298" y="4408"/>
                    <a:pt x="4303" y="4408"/>
                    <a:pt x="4309" y="4408"/>
                  </a:cubicBezTo>
                  <a:cubicBezTo>
                    <a:pt x="4621" y="4426"/>
                    <a:pt x="4853" y="4720"/>
                    <a:pt x="4933" y="5023"/>
                  </a:cubicBezTo>
                  <a:cubicBezTo>
                    <a:pt x="5014" y="5327"/>
                    <a:pt x="4996" y="5648"/>
                    <a:pt x="5058" y="5951"/>
                  </a:cubicBezTo>
                  <a:cubicBezTo>
                    <a:pt x="5201" y="6611"/>
                    <a:pt x="5763" y="7156"/>
                    <a:pt x="6423" y="7280"/>
                  </a:cubicBezTo>
                  <a:cubicBezTo>
                    <a:pt x="6522" y="7299"/>
                    <a:pt x="6623" y="7308"/>
                    <a:pt x="6723" y="7308"/>
                  </a:cubicBezTo>
                  <a:cubicBezTo>
                    <a:pt x="7290" y="7308"/>
                    <a:pt x="7853" y="7018"/>
                    <a:pt x="8172" y="6540"/>
                  </a:cubicBezTo>
                  <a:cubicBezTo>
                    <a:pt x="8261" y="6397"/>
                    <a:pt x="8341" y="6237"/>
                    <a:pt x="8475" y="6139"/>
                  </a:cubicBezTo>
                  <a:cubicBezTo>
                    <a:pt x="8546" y="6082"/>
                    <a:pt x="8641" y="6048"/>
                    <a:pt x="8731" y="6048"/>
                  </a:cubicBezTo>
                  <a:cubicBezTo>
                    <a:pt x="8812" y="6048"/>
                    <a:pt x="8888" y="6075"/>
                    <a:pt x="8939" y="6139"/>
                  </a:cubicBezTo>
                  <a:cubicBezTo>
                    <a:pt x="8993" y="6219"/>
                    <a:pt x="9001" y="6317"/>
                    <a:pt x="9037" y="6406"/>
                  </a:cubicBezTo>
                  <a:cubicBezTo>
                    <a:pt x="9114" y="6603"/>
                    <a:pt x="9322" y="6703"/>
                    <a:pt x="9535" y="6703"/>
                  </a:cubicBezTo>
                  <a:cubicBezTo>
                    <a:pt x="9669" y="6703"/>
                    <a:pt x="9805" y="6664"/>
                    <a:pt x="9911" y="6585"/>
                  </a:cubicBezTo>
                  <a:cubicBezTo>
                    <a:pt x="10188" y="6379"/>
                    <a:pt x="10286" y="6014"/>
                    <a:pt x="10295" y="5666"/>
                  </a:cubicBezTo>
                  <a:cubicBezTo>
                    <a:pt x="10295" y="5327"/>
                    <a:pt x="10224" y="4988"/>
                    <a:pt x="10215" y="4640"/>
                  </a:cubicBezTo>
                  <a:cubicBezTo>
                    <a:pt x="10215" y="4256"/>
                    <a:pt x="10366" y="3855"/>
                    <a:pt x="10670" y="3614"/>
                  </a:cubicBezTo>
                  <a:cubicBezTo>
                    <a:pt x="10799" y="3515"/>
                    <a:pt x="10944" y="3462"/>
                    <a:pt x="11075" y="3462"/>
                  </a:cubicBezTo>
                  <a:cubicBezTo>
                    <a:pt x="11287" y="3462"/>
                    <a:pt x="11466" y="3600"/>
                    <a:pt x="11499" y="3908"/>
                  </a:cubicBezTo>
                  <a:cubicBezTo>
                    <a:pt x="11526" y="4140"/>
                    <a:pt x="11455" y="4390"/>
                    <a:pt x="11508" y="4631"/>
                  </a:cubicBezTo>
                  <a:cubicBezTo>
                    <a:pt x="11562" y="4899"/>
                    <a:pt x="11776" y="5139"/>
                    <a:pt x="12044" y="5211"/>
                  </a:cubicBezTo>
                  <a:cubicBezTo>
                    <a:pt x="12109" y="5231"/>
                    <a:pt x="12178" y="5240"/>
                    <a:pt x="12247" y="5240"/>
                  </a:cubicBezTo>
                  <a:cubicBezTo>
                    <a:pt x="12457" y="5240"/>
                    <a:pt x="12670" y="5151"/>
                    <a:pt x="12811" y="4997"/>
                  </a:cubicBezTo>
                  <a:lnTo>
                    <a:pt x="12811" y="4997"/>
                  </a:lnTo>
                  <a:cubicBezTo>
                    <a:pt x="12748" y="5443"/>
                    <a:pt x="13034" y="5907"/>
                    <a:pt x="13453" y="6058"/>
                  </a:cubicBezTo>
                  <a:cubicBezTo>
                    <a:pt x="13552" y="6091"/>
                    <a:pt x="13656" y="6107"/>
                    <a:pt x="13760" y="6107"/>
                  </a:cubicBezTo>
                  <a:cubicBezTo>
                    <a:pt x="14102" y="6107"/>
                    <a:pt x="14444" y="5934"/>
                    <a:pt x="14622" y="5639"/>
                  </a:cubicBezTo>
                  <a:cubicBezTo>
                    <a:pt x="14943" y="5104"/>
                    <a:pt x="14729" y="4328"/>
                    <a:pt x="15148" y="3864"/>
                  </a:cubicBezTo>
                  <a:cubicBezTo>
                    <a:pt x="15225" y="3779"/>
                    <a:pt x="15336" y="3707"/>
                    <a:pt x="15452" y="3707"/>
                  </a:cubicBezTo>
                  <a:cubicBezTo>
                    <a:pt x="15469" y="3707"/>
                    <a:pt x="15487" y="3708"/>
                    <a:pt x="15505" y="3712"/>
                  </a:cubicBezTo>
                  <a:cubicBezTo>
                    <a:pt x="15737" y="3757"/>
                    <a:pt x="15790" y="4060"/>
                    <a:pt x="15781" y="4301"/>
                  </a:cubicBezTo>
                  <a:cubicBezTo>
                    <a:pt x="15746" y="4818"/>
                    <a:pt x="15639" y="5327"/>
                    <a:pt x="15683" y="5844"/>
                  </a:cubicBezTo>
                  <a:cubicBezTo>
                    <a:pt x="15728" y="6353"/>
                    <a:pt x="15978" y="6897"/>
                    <a:pt x="16451" y="7093"/>
                  </a:cubicBezTo>
                  <a:cubicBezTo>
                    <a:pt x="16566" y="7142"/>
                    <a:pt x="16687" y="7164"/>
                    <a:pt x="16808" y="7164"/>
                  </a:cubicBezTo>
                  <a:cubicBezTo>
                    <a:pt x="17329" y="7164"/>
                    <a:pt x="17850" y="6746"/>
                    <a:pt x="17958" y="6210"/>
                  </a:cubicBezTo>
                  <a:cubicBezTo>
                    <a:pt x="18038" y="5773"/>
                    <a:pt x="17896" y="5327"/>
                    <a:pt x="17807" y="4890"/>
                  </a:cubicBezTo>
                  <a:cubicBezTo>
                    <a:pt x="17717" y="4452"/>
                    <a:pt x="17691" y="3953"/>
                    <a:pt x="17967" y="3605"/>
                  </a:cubicBezTo>
                  <a:cubicBezTo>
                    <a:pt x="18190" y="3748"/>
                    <a:pt x="18146" y="4185"/>
                    <a:pt x="18413" y="4221"/>
                  </a:cubicBezTo>
                  <a:cubicBezTo>
                    <a:pt x="18421" y="4221"/>
                    <a:pt x="18428" y="4222"/>
                    <a:pt x="18436" y="4222"/>
                  </a:cubicBezTo>
                  <a:cubicBezTo>
                    <a:pt x="18501" y="4222"/>
                    <a:pt x="18571" y="4189"/>
                    <a:pt x="18627" y="4149"/>
                  </a:cubicBezTo>
                  <a:cubicBezTo>
                    <a:pt x="18877" y="3962"/>
                    <a:pt x="18939" y="3614"/>
                    <a:pt x="18913" y="3302"/>
                  </a:cubicBezTo>
                  <a:cubicBezTo>
                    <a:pt x="18886" y="2998"/>
                    <a:pt x="18797" y="2695"/>
                    <a:pt x="18806" y="2383"/>
                  </a:cubicBezTo>
                  <a:cubicBezTo>
                    <a:pt x="18806" y="2088"/>
                    <a:pt x="18904" y="1803"/>
                    <a:pt x="18931" y="1517"/>
                  </a:cubicBezTo>
                  <a:cubicBezTo>
                    <a:pt x="19073" y="1"/>
                    <a:pt x="17066" y="126"/>
                    <a:pt x="16076" y="63"/>
                  </a:cubicBezTo>
                  <a:cubicBezTo>
                    <a:pt x="15456" y="28"/>
                    <a:pt x="14836" y="14"/>
                    <a:pt x="14216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17"/>
            <p:cNvSpPr/>
            <p:nvPr/>
          </p:nvSpPr>
          <p:spPr>
            <a:xfrm flipH="1" rot="10478091">
              <a:off x="-461826" y="4948336"/>
              <a:ext cx="3976904" cy="611563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99" name="Google Shape;599;p17"/>
            <p:cNvGrpSpPr/>
            <p:nvPr/>
          </p:nvGrpSpPr>
          <p:grpSpPr>
            <a:xfrm flipH="1">
              <a:off x="621333" y="4661434"/>
              <a:ext cx="562357" cy="435715"/>
              <a:chOff x="7391961" y="34126"/>
              <a:chExt cx="545765" cy="435716"/>
            </a:xfrm>
          </p:grpSpPr>
          <p:sp>
            <p:nvSpPr>
              <p:cNvPr id="600" name="Google Shape;600;p17"/>
              <p:cNvSpPr/>
              <p:nvPr/>
            </p:nvSpPr>
            <p:spPr>
              <a:xfrm flipH="1">
                <a:off x="7787649" y="162913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" name="Google Shape;601;p17"/>
              <p:cNvSpPr/>
              <p:nvPr/>
            </p:nvSpPr>
            <p:spPr>
              <a:xfrm flipH="1">
                <a:off x="7615686" y="233783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17"/>
              <p:cNvSpPr/>
              <p:nvPr/>
            </p:nvSpPr>
            <p:spPr>
              <a:xfrm flipH="1">
                <a:off x="7729547" y="390764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17"/>
              <p:cNvSpPr/>
              <p:nvPr/>
            </p:nvSpPr>
            <p:spPr>
              <a:xfrm flipH="1">
                <a:off x="7391961" y="34126"/>
                <a:ext cx="84939" cy="66440"/>
              </a:xfrm>
              <a:custGeom>
                <a:rect b="b" l="l" r="r" t="t"/>
                <a:pathLst>
                  <a:path extrusionOk="0" h="510" w="652">
                    <a:moveTo>
                      <a:pt x="331" y="1"/>
                    </a:moveTo>
                    <a:cubicBezTo>
                      <a:pt x="0" y="1"/>
                      <a:pt x="0" y="509"/>
                      <a:pt x="331" y="509"/>
                    </a:cubicBezTo>
                    <a:cubicBezTo>
                      <a:pt x="652" y="509"/>
                      <a:pt x="652" y="1"/>
                      <a:pt x="3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4" name="Google Shape;604;p17"/>
            <p:cNvGrpSpPr/>
            <p:nvPr/>
          </p:nvGrpSpPr>
          <p:grpSpPr>
            <a:xfrm flipH="1">
              <a:off x="4135058" y="4939558"/>
              <a:ext cx="540513" cy="247904"/>
              <a:chOff x="3879826" y="107300"/>
              <a:chExt cx="524567" cy="247904"/>
            </a:xfrm>
          </p:grpSpPr>
          <p:sp>
            <p:nvSpPr>
              <p:cNvPr id="605" name="Google Shape;605;p17"/>
              <p:cNvSpPr/>
              <p:nvPr/>
            </p:nvSpPr>
            <p:spPr>
              <a:xfrm flipH="1">
                <a:off x="4188136" y="119145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17"/>
              <p:cNvSpPr/>
              <p:nvPr/>
            </p:nvSpPr>
            <p:spPr>
              <a:xfrm flipH="1">
                <a:off x="4301997" y="276127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17"/>
              <p:cNvSpPr/>
              <p:nvPr/>
            </p:nvSpPr>
            <p:spPr>
              <a:xfrm flipH="1">
                <a:off x="3879826" y="107300"/>
                <a:ext cx="62923" cy="48853"/>
              </a:xfrm>
              <a:custGeom>
                <a:rect b="b" l="l" r="r" t="t"/>
                <a:pathLst>
                  <a:path extrusionOk="0" h="375" w="483">
                    <a:moveTo>
                      <a:pt x="241" y="0"/>
                    </a:moveTo>
                    <a:cubicBezTo>
                      <a:pt x="1" y="0"/>
                      <a:pt x="1" y="375"/>
                      <a:pt x="241" y="375"/>
                    </a:cubicBezTo>
                    <a:cubicBezTo>
                      <a:pt x="482" y="375"/>
                      <a:pt x="482" y="0"/>
                      <a:pt x="2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08" name="Google Shape;608;p17"/>
            <p:cNvSpPr/>
            <p:nvPr/>
          </p:nvSpPr>
          <p:spPr>
            <a:xfrm flipH="1" rot="10800000">
              <a:off x="5889220" y="4450248"/>
              <a:ext cx="3598453" cy="1378898"/>
            </a:xfrm>
            <a:custGeom>
              <a:rect b="b" l="l" r="r" t="t"/>
              <a:pathLst>
                <a:path extrusionOk="0" h="7309" w="19074">
                  <a:moveTo>
                    <a:pt x="14216" y="14"/>
                  </a:moveTo>
                  <a:cubicBezTo>
                    <a:pt x="13596" y="14"/>
                    <a:pt x="12976" y="28"/>
                    <a:pt x="12356" y="46"/>
                  </a:cubicBezTo>
                  <a:cubicBezTo>
                    <a:pt x="10259" y="90"/>
                    <a:pt x="8163" y="161"/>
                    <a:pt x="6066" y="269"/>
                  </a:cubicBezTo>
                  <a:cubicBezTo>
                    <a:pt x="5023" y="322"/>
                    <a:pt x="3970" y="376"/>
                    <a:pt x="2926" y="447"/>
                  </a:cubicBezTo>
                  <a:cubicBezTo>
                    <a:pt x="1624" y="527"/>
                    <a:pt x="0" y="545"/>
                    <a:pt x="295" y="2329"/>
                  </a:cubicBezTo>
                  <a:cubicBezTo>
                    <a:pt x="348" y="2659"/>
                    <a:pt x="571" y="2981"/>
                    <a:pt x="901" y="3052"/>
                  </a:cubicBezTo>
                  <a:cubicBezTo>
                    <a:pt x="973" y="3070"/>
                    <a:pt x="1044" y="3070"/>
                    <a:pt x="1106" y="3114"/>
                  </a:cubicBezTo>
                  <a:cubicBezTo>
                    <a:pt x="1222" y="3195"/>
                    <a:pt x="1213" y="3364"/>
                    <a:pt x="1204" y="3507"/>
                  </a:cubicBezTo>
                  <a:cubicBezTo>
                    <a:pt x="1142" y="4096"/>
                    <a:pt x="1204" y="4738"/>
                    <a:pt x="1570" y="5202"/>
                  </a:cubicBezTo>
                  <a:cubicBezTo>
                    <a:pt x="1804" y="5504"/>
                    <a:pt x="2193" y="5693"/>
                    <a:pt x="2565" y="5693"/>
                  </a:cubicBezTo>
                  <a:cubicBezTo>
                    <a:pt x="2776" y="5693"/>
                    <a:pt x="2981" y="5632"/>
                    <a:pt x="3149" y="5496"/>
                  </a:cubicBezTo>
                  <a:cubicBezTo>
                    <a:pt x="3363" y="5318"/>
                    <a:pt x="3479" y="5059"/>
                    <a:pt x="3640" y="4836"/>
                  </a:cubicBezTo>
                  <a:cubicBezTo>
                    <a:pt x="3797" y="4618"/>
                    <a:pt x="4023" y="4408"/>
                    <a:pt x="4292" y="4408"/>
                  </a:cubicBezTo>
                  <a:cubicBezTo>
                    <a:pt x="4298" y="4408"/>
                    <a:pt x="4303" y="4408"/>
                    <a:pt x="4309" y="4408"/>
                  </a:cubicBezTo>
                  <a:cubicBezTo>
                    <a:pt x="4621" y="4426"/>
                    <a:pt x="4853" y="4720"/>
                    <a:pt x="4933" y="5023"/>
                  </a:cubicBezTo>
                  <a:cubicBezTo>
                    <a:pt x="5014" y="5327"/>
                    <a:pt x="4996" y="5648"/>
                    <a:pt x="5058" y="5951"/>
                  </a:cubicBezTo>
                  <a:cubicBezTo>
                    <a:pt x="5201" y="6611"/>
                    <a:pt x="5763" y="7156"/>
                    <a:pt x="6423" y="7280"/>
                  </a:cubicBezTo>
                  <a:cubicBezTo>
                    <a:pt x="6522" y="7299"/>
                    <a:pt x="6623" y="7308"/>
                    <a:pt x="6723" y="7308"/>
                  </a:cubicBezTo>
                  <a:cubicBezTo>
                    <a:pt x="7290" y="7308"/>
                    <a:pt x="7853" y="7018"/>
                    <a:pt x="8172" y="6540"/>
                  </a:cubicBezTo>
                  <a:cubicBezTo>
                    <a:pt x="8261" y="6397"/>
                    <a:pt x="8341" y="6237"/>
                    <a:pt x="8475" y="6139"/>
                  </a:cubicBezTo>
                  <a:cubicBezTo>
                    <a:pt x="8546" y="6082"/>
                    <a:pt x="8641" y="6048"/>
                    <a:pt x="8731" y="6048"/>
                  </a:cubicBezTo>
                  <a:cubicBezTo>
                    <a:pt x="8812" y="6048"/>
                    <a:pt x="8888" y="6075"/>
                    <a:pt x="8939" y="6139"/>
                  </a:cubicBezTo>
                  <a:cubicBezTo>
                    <a:pt x="8993" y="6219"/>
                    <a:pt x="9001" y="6317"/>
                    <a:pt x="9037" y="6406"/>
                  </a:cubicBezTo>
                  <a:cubicBezTo>
                    <a:pt x="9114" y="6603"/>
                    <a:pt x="9322" y="6703"/>
                    <a:pt x="9535" y="6703"/>
                  </a:cubicBezTo>
                  <a:cubicBezTo>
                    <a:pt x="9669" y="6703"/>
                    <a:pt x="9805" y="6664"/>
                    <a:pt x="9911" y="6585"/>
                  </a:cubicBezTo>
                  <a:cubicBezTo>
                    <a:pt x="10188" y="6379"/>
                    <a:pt x="10286" y="6014"/>
                    <a:pt x="10295" y="5666"/>
                  </a:cubicBezTo>
                  <a:cubicBezTo>
                    <a:pt x="10295" y="5327"/>
                    <a:pt x="10224" y="4988"/>
                    <a:pt x="10215" y="4640"/>
                  </a:cubicBezTo>
                  <a:cubicBezTo>
                    <a:pt x="10215" y="4256"/>
                    <a:pt x="10366" y="3855"/>
                    <a:pt x="10670" y="3614"/>
                  </a:cubicBezTo>
                  <a:cubicBezTo>
                    <a:pt x="10799" y="3515"/>
                    <a:pt x="10944" y="3462"/>
                    <a:pt x="11075" y="3462"/>
                  </a:cubicBezTo>
                  <a:cubicBezTo>
                    <a:pt x="11287" y="3462"/>
                    <a:pt x="11466" y="3600"/>
                    <a:pt x="11499" y="3908"/>
                  </a:cubicBezTo>
                  <a:cubicBezTo>
                    <a:pt x="11526" y="4140"/>
                    <a:pt x="11455" y="4390"/>
                    <a:pt x="11508" y="4631"/>
                  </a:cubicBezTo>
                  <a:cubicBezTo>
                    <a:pt x="11562" y="4899"/>
                    <a:pt x="11776" y="5139"/>
                    <a:pt x="12044" y="5211"/>
                  </a:cubicBezTo>
                  <a:cubicBezTo>
                    <a:pt x="12109" y="5231"/>
                    <a:pt x="12178" y="5240"/>
                    <a:pt x="12247" y="5240"/>
                  </a:cubicBezTo>
                  <a:cubicBezTo>
                    <a:pt x="12457" y="5240"/>
                    <a:pt x="12670" y="5151"/>
                    <a:pt x="12811" y="4997"/>
                  </a:cubicBezTo>
                  <a:lnTo>
                    <a:pt x="12811" y="4997"/>
                  </a:lnTo>
                  <a:cubicBezTo>
                    <a:pt x="12748" y="5443"/>
                    <a:pt x="13034" y="5907"/>
                    <a:pt x="13453" y="6058"/>
                  </a:cubicBezTo>
                  <a:cubicBezTo>
                    <a:pt x="13552" y="6091"/>
                    <a:pt x="13656" y="6107"/>
                    <a:pt x="13760" y="6107"/>
                  </a:cubicBezTo>
                  <a:cubicBezTo>
                    <a:pt x="14102" y="6107"/>
                    <a:pt x="14444" y="5934"/>
                    <a:pt x="14622" y="5639"/>
                  </a:cubicBezTo>
                  <a:cubicBezTo>
                    <a:pt x="14943" y="5104"/>
                    <a:pt x="14729" y="4328"/>
                    <a:pt x="15148" y="3864"/>
                  </a:cubicBezTo>
                  <a:cubicBezTo>
                    <a:pt x="15225" y="3779"/>
                    <a:pt x="15336" y="3707"/>
                    <a:pt x="15452" y="3707"/>
                  </a:cubicBezTo>
                  <a:cubicBezTo>
                    <a:pt x="15469" y="3707"/>
                    <a:pt x="15487" y="3708"/>
                    <a:pt x="15505" y="3712"/>
                  </a:cubicBezTo>
                  <a:cubicBezTo>
                    <a:pt x="15737" y="3757"/>
                    <a:pt x="15790" y="4060"/>
                    <a:pt x="15781" y="4301"/>
                  </a:cubicBezTo>
                  <a:cubicBezTo>
                    <a:pt x="15746" y="4818"/>
                    <a:pt x="15639" y="5327"/>
                    <a:pt x="15683" y="5844"/>
                  </a:cubicBezTo>
                  <a:cubicBezTo>
                    <a:pt x="15728" y="6353"/>
                    <a:pt x="15978" y="6897"/>
                    <a:pt x="16451" y="7093"/>
                  </a:cubicBezTo>
                  <a:cubicBezTo>
                    <a:pt x="16566" y="7142"/>
                    <a:pt x="16687" y="7164"/>
                    <a:pt x="16808" y="7164"/>
                  </a:cubicBezTo>
                  <a:cubicBezTo>
                    <a:pt x="17329" y="7164"/>
                    <a:pt x="17850" y="6746"/>
                    <a:pt x="17958" y="6210"/>
                  </a:cubicBezTo>
                  <a:cubicBezTo>
                    <a:pt x="18038" y="5773"/>
                    <a:pt x="17896" y="5327"/>
                    <a:pt x="17807" y="4890"/>
                  </a:cubicBezTo>
                  <a:cubicBezTo>
                    <a:pt x="17717" y="4452"/>
                    <a:pt x="17691" y="3953"/>
                    <a:pt x="17967" y="3605"/>
                  </a:cubicBezTo>
                  <a:cubicBezTo>
                    <a:pt x="18190" y="3748"/>
                    <a:pt x="18146" y="4185"/>
                    <a:pt x="18413" y="4221"/>
                  </a:cubicBezTo>
                  <a:cubicBezTo>
                    <a:pt x="18421" y="4221"/>
                    <a:pt x="18428" y="4222"/>
                    <a:pt x="18436" y="4222"/>
                  </a:cubicBezTo>
                  <a:cubicBezTo>
                    <a:pt x="18501" y="4222"/>
                    <a:pt x="18571" y="4189"/>
                    <a:pt x="18627" y="4149"/>
                  </a:cubicBezTo>
                  <a:cubicBezTo>
                    <a:pt x="18877" y="3962"/>
                    <a:pt x="18939" y="3614"/>
                    <a:pt x="18913" y="3302"/>
                  </a:cubicBezTo>
                  <a:cubicBezTo>
                    <a:pt x="18886" y="2998"/>
                    <a:pt x="18797" y="2695"/>
                    <a:pt x="18806" y="2383"/>
                  </a:cubicBezTo>
                  <a:cubicBezTo>
                    <a:pt x="18806" y="2088"/>
                    <a:pt x="18904" y="1803"/>
                    <a:pt x="18931" y="1517"/>
                  </a:cubicBezTo>
                  <a:cubicBezTo>
                    <a:pt x="19073" y="1"/>
                    <a:pt x="17066" y="126"/>
                    <a:pt x="16076" y="63"/>
                  </a:cubicBezTo>
                  <a:cubicBezTo>
                    <a:pt x="15456" y="28"/>
                    <a:pt x="14836" y="14"/>
                    <a:pt x="14216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17"/>
            <p:cNvSpPr/>
            <p:nvPr/>
          </p:nvSpPr>
          <p:spPr>
            <a:xfrm flipH="1" rot="-10479876">
              <a:off x="5943130" y="4983840"/>
              <a:ext cx="3362701" cy="611558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0" name="Google Shape;610;p17"/>
            <p:cNvGrpSpPr/>
            <p:nvPr/>
          </p:nvGrpSpPr>
          <p:grpSpPr>
            <a:xfrm flipH="1">
              <a:off x="7109108" y="4795059"/>
              <a:ext cx="562357" cy="435715"/>
              <a:chOff x="7391961" y="34126"/>
              <a:chExt cx="545765" cy="435716"/>
            </a:xfrm>
          </p:grpSpPr>
          <p:sp>
            <p:nvSpPr>
              <p:cNvPr id="611" name="Google Shape;611;p17"/>
              <p:cNvSpPr/>
              <p:nvPr/>
            </p:nvSpPr>
            <p:spPr>
              <a:xfrm flipH="1">
                <a:off x="7787649" y="162913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17"/>
              <p:cNvSpPr/>
              <p:nvPr/>
            </p:nvSpPr>
            <p:spPr>
              <a:xfrm flipH="1">
                <a:off x="7615686" y="233783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17"/>
              <p:cNvSpPr/>
              <p:nvPr/>
            </p:nvSpPr>
            <p:spPr>
              <a:xfrm flipH="1">
                <a:off x="7729547" y="390764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17"/>
              <p:cNvSpPr/>
              <p:nvPr/>
            </p:nvSpPr>
            <p:spPr>
              <a:xfrm flipH="1">
                <a:off x="7391961" y="34126"/>
                <a:ext cx="84939" cy="66440"/>
              </a:xfrm>
              <a:custGeom>
                <a:rect b="b" l="l" r="r" t="t"/>
                <a:pathLst>
                  <a:path extrusionOk="0" h="510" w="652">
                    <a:moveTo>
                      <a:pt x="331" y="1"/>
                    </a:moveTo>
                    <a:cubicBezTo>
                      <a:pt x="0" y="1"/>
                      <a:pt x="0" y="509"/>
                      <a:pt x="331" y="509"/>
                    </a:cubicBezTo>
                    <a:cubicBezTo>
                      <a:pt x="652" y="509"/>
                      <a:pt x="652" y="1"/>
                      <a:pt x="3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15" name="Google Shape;615;p17"/>
          <p:cNvSpPr txBox="1"/>
          <p:nvPr>
            <p:ph type="title"/>
          </p:nvPr>
        </p:nvSpPr>
        <p:spPr>
          <a:xfrm flipH="1">
            <a:off x="5571312" y="2314050"/>
            <a:ext cx="2859600" cy="841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616" name="Google Shape;616;p17"/>
          <p:cNvSpPr txBox="1"/>
          <p:nvPr>
            <p:ph hasCustomPrompt="1" idx="2" type="title"/>
          </p:nvPr>
        </p:nvSpPr>
        <p:spPr>
          <a:xfrm flipH="1">
            <a:off x="7109112" y="1472250"/>
            <a:ext cx="1321800" cy="84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617" name="Google Shape;617;p17"/>
          <p:cNvSpPr txBox="1"/>
          <p:nvPr>
            <p:ph idx="1" type="subTitle"/>
          </p:nvPr>
        </p:nvSpPr>
        <p:spPr>
          <a:xfrm flipH="1">
            <a:off x="5571299" y="3155850"/>
            <a:ext cx="2859600" cy="797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CUSTOM_11_1_1">
    <p:spTree>
      <p:nvGrpSpPr>
        <p:cNvPr id="618" name="Shape 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9" name="Google Shape;619;p18"/>
          <p:cNvGrpSpPr/>
          <p:nvPr/>
        </p:nvGrpSpPr>
        <p:grpSpPr>
          <a:xfrm>
            <a:off x="-1235653" y="2314144"/>
            <a:ext cx="6627251" cy="3484383"/>
            <a:chOff x="-1235653" y="2314144"/>
            <a:chExt cx="6627251" cy="3484383"/>
          </a:xfrm>
        </p:grpSpPr>
        <p:grpSp>
          <p:nvGrpSpPr>
            <p:cNvPr id="620" name="Google Shape;620;p18"/>
            <p:cNvGrpSpPr/>
            <p:nvPr/>
          </p:nvGrpSpPr>
          <p:grpSpPr>
            <a:xfrm flipH="1">
              <a:off x="-1235653" y="2314144"/>
              <a:ext cx="3718620" cy="3484383"/>
              <a:chOff x="6933327" y="2690869"/>
              <a:chExt cx="3316347" cy="3107450"/>
            </a:xfrm>
          </p:grpSpPr>
          <p:sp>
            <p:nvSpPr>
              <p:cNvPr id="621" name="Google Shape;621;p18"/>
              <p:cNvSpPr/>
              <p:nvPr/>
            </p:nvSpPr>
            <p:spPr>
              <a:xfrm flipH="1" rot="10800000">
                <a:off x="6933327" y="2690869"/>
                <a:ext cx="3316347" cy="3107450"/>
              </a:xfrm>
              <a:custGeom>
                <a:rect b="b" l="l" r="r" t="t"/>
                <a:pathLst>
                  <a:path extrusionOk="0" h="23853" w="23133">
                    <a:moveTo>
                      <a:pt x="9957" y="1"/>
                    </a:moveTo>
                    <a:cubicBezTo>
                      <a:pt x="8344" y="1"/>
                      <a:pt x="5686" y="285"/>
                      <a:pt x="3917" y="622"/>
                    </a:cubicBezTo>
                    <a:cubicBezTo>
                      <a:pt x="2579" y="881"/>
                      <a:pt x="3239" y="2050"/>
                      <a:pt x="2668" y="2755"/>
                    </a:cubicBezTo>
                    <a:cubicBezTo>
                      <a:pt x="2106" y="3459"/>
                      <a:pt x="1339" y="3477"/>
                      <a:pt x="848" y="4235"/>
                    </a:cubicBezTo>
                    <a:cubicBezTo>
                      <a:pt x="116" y="5377"/>
                      <a:pt x="63" y="6805"/>
                      <a:pt x="27" y="8161"/>
                    </a:cubicBezTo>
                    <a:cubicBezTo>
                      <a:pt x="0" y="8928"/>
                      <a:pt x="224" y="9972"/>
                      <a:pt x="991" y="9981"/>
                    </a:cubicBezTo>
                    <a:cubicBezTo>
                      <a:pt x="994" y="9981"/>
                      <a:pt x="998" y="9981"/>
                      <a:pt x="1001" y="9981"/>
                    </a:cubicBezTo>
                    <a:cubicBezTo>
                      <a:pt x="1725" y="9981"/>
                      <a:pt x="1999" y="9058"/>
                      <a:pt x="2106" y="8339"/>
                    </a:cubicBezTo>
                    <a:cubicBezTo>
                      <a:pt x="2204" y="7684"/>
                      <a:pt x="2588" y="6864"/>
                      <a:pt x="3188" y="6864"/>
                    </a:cubicBezTo>
                    <a:cubicBezTo>
                      <a:pt x="3242" y="6864"/>
                      <a:pt x="3297" y="6871"/>
                      <a:pt x="3355" y="6885"/>
                    </a:cubicBezTo>
                    <a:cubicBezTo>
                      <a:pt x="3970" y="7037"/>
                      <a:pt x="4060" y="7840"/>
                      <a:pt x="4095" y="8464"/>
                    </a:cubicBezTo>
                    <a:cubicBezTo>
                      <a:pt x="4120" y="9048"/>
                      <a:pt x="4426" y="9795"/>
                      <a:pt x="4962" y="9795"/>
                    </a:cubicBezTo>
                    <a:cubicBezTo>
                      <a:pt x="4999" y="9795"/>
                      <a:pt x="5037" y="9792"/>
                      <a:pt x="5077" y="9784"/>
                    </a:cubicBezTo>
                    <a:cubicBezTo>
                      <a:pt x="5371" y="9731"/>
                      <a:pt x="5576" y="9463"/>
                      <a:pt x="5844" y="9320"/>
                    </a:cubicBezTo>
                    <a:cubicBezTo>
                      <a:pt x="5986" y="9246"/>
                      <a:pt x="6140" y="9212"/>
                      <a:pt x="6296" y="9212"/>
                    </a:cubicBezTo>
                    <a:cubicBezTo>
                      <a:pt x="6718" y="9212"/>
                      <a:pt x="7156" y="9457"/>
                      <a:pt x="7423" y="9802"/>
                    </a:cubicBezTo>
                    <a:cubicBezTo>
                      <a:pt x="7789" y="10275"/>
                      <a:pt x="7913" y="10882"/>
                      <a:pt x="8021" y="11470"/>
                    </a:cubicBezTo>
                    <a:cubicBezTo>
                      <a:pt x="8208" y="12416"/>
                      <a:pt x="8395" y="13362"/>
                      <a:pt x="8574" y="14307"/>
                    </a:cubicBezTo>
                    <a:cubicBezTo>
                      <a:pt x="8663" y="14771"/>
                      <a:pt x="8788" y="15280"/>
                      <a:pt x="9189" y="15512"/>
                    </a:cubicBezTo>
                    <a:cubicBezTo>
                      <a:pt x="9323" y="15590"/>
                      <a:pt x="9462" y="15625"/>
                      <a:pt x="9602" y="15625"/>
                    </a:cubicBezTo>
                    <a:cubicBezTo>
                      <a:pt x="10161" y="15625"/>
                      <a:pt x="10725" y="15064"/>
                      <a:pt x="10947" y="14486"/>
                    </a:cubicBezTo>
                    <a:cubicBezTo>
                      <a:pt x="11214" y="13763"/>
                      <a:pt x="11036" y="12532"/>
                      <a:pt x="11785" y="12345"/>
                    </a:cubicBezTo>
                    <a:cubicBezTo>
                      <a:pt x="11840" y="12331"/>
                      <a:pt x="11893" y="12325"/>
                      <a:pt x="11944" y="12325"/>
                    </a:cubicBezTo>
                    <a:cubicBezTo>
                      <a:pt x="12752" y="12325"/>
                      <a:pt x="13183" y="13899"/>
                      <a:pt x="13141" y="14780"/>
                    </a:cubicBezTo>
                    <a:cubicBezTo>
                      <a:pt x="12990" y="17589"/>
                      <a:pt x="12414" y="23853"/>
                      <a:pt x="14299" y="23853"/>
                    </a:cubicBezTo>
                    <a:cubicBezTo>
                      <a:pt x="14305" y="23853"/>
                      <a:pt x="14312" y="23853"/>
                      <a:pt x="14319" y="23853"/>
                    </a:cubicBezTo>
                    <a:cubicBezTo>
                      <a:pt x="16692" y="23781"/>
                      <a:pt x="13730" y="15717"/>
                      <a:pt x="15773" y="12354"/>
                    </a:cubicBezTo>
                    <a:cubicBezTo>
                      <a:pt x="15951" y="12050"/>
                      <a:pt x="16647" y="11444"/>
                      <a:pt x="16986" y="11337"/>
                    </a:cubicBezTo>
                    <a:cubicBezTo>
                      <a:pt x="17032" y="11323"/>
                      <a:pt x="17074" y="11316"/>
                      <a:pt x="17113" y="11316"/>
                    </a:cubicBezTo>
                    <a:cubicBezTo>
                      <a:pt x="17549" y="11316"/>
                      <a:pt x="17621" y="12116"/>
                      <a:pt x="18128" y="12247"/>
                    </a:cubicBezTo>
                    <a:cubicBezTo>
                      <a:pt x="18163" y="12255"/>
                      <a:pt x="18196" y="12259"/>
                      <a:pt x="18226" y="12259"/>
                    </a:cubicBezTo>
                    <a:cubicBezTo>
                      <a:pt x="18779" y="12259"/>
                      <a:pt x="18706" y="10953"/>
                      <a:pt x="19145" y="10480"/>
                    </a:cubicBezTo>
                    <a:cubicBezTo>
                      <a:pt x="19545" y="10050"/>
                      <a:pt x="20110" y="9732"/>
                      <a:pt x="20686" y="9732"/>
                    </a:cubicBezTo>
                    <a:cubicBezTo>
                      <a:pt x="20779" y="9732"/>
                      <a:pt x="20872" y="9740"/>
                      <a:pt x="20965" y="9758"/>
                    </a:cubicBezTo>
                    <a:cubicBezTo>
                      <a:pt x="21313" y="9815"/>
                      <a:pt x="21705" y="9983"/>
                      <a:pt x="22036" y="9983"/>
                    </a:cubicBezTo>
                    <a:cubicBezTo>
                      <a:pt x="22214" y="9983"/>
                      <a:pt x="22374" y="9934"/>
                      <a:pt x="22499" y="9793"/>
                    </a:cubicBezTo>
                    <a:cubicBezTo>
                      <a:pt x="22606" y="9668"/>
                      <a:pt x="22660" y="9508"/>
                      <a:pt x="22696" y="9347"/>
                    </a:cubicBezTo>
                    <a:cubicBezTo>
                      <a:pt x="23133" y="7349"/>
                      <a:pt x="22027" y="5119"/>
                      <a:pt x="20171" y="4262"/>
                    </a:cubicBezTo>
                    <a:cubicBezTo>
                      <a:pt x="19493" y="3950"/>
                      <a:pt x="18672" y="3754"/>
                      <a:pt x="18324" y="3094"/>
                    </a:cubicBezTo>
                    <a:cubicBezTo>
                      <a:pt x="18066" y="2612"/>
                      <a:pt x="18155" y="2023"/>
                      <a:pt x="18083" y="1479"/>
                    </a:cubicBezTo>
                    <a:cubicBezTo>
                      <a:pt x="18009" y="971"/>
                      <a:pt x="17654" y="408"/>
                      <a:pt x="17164" y="408"/>
                    </a:cubicBezTo>
                    <a:cubicBezTo>
                      <a:pt x="17129" y="408"/>
                      <a:pt x="17094" y="411"/>
                      <a:pt x="17058" y="417"/>
                    </a:cubicBezTo>
                    <a:cubicBezTo>
                      <a:pt x="17058" y="417"/>
                      <a:pt x="11892" y="60"/>
                      <a:pt x="10340" y="7"/>
                    </a:cubicBezTo>
                    <a:cubicBezTo>
                      <a:pt x="10220" y="3"/>
                      <a:pt x="10092" y="1"/>
                      <a:pt x="99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18"/>
              <p:cNvSpPr/>
              <p:nvPr/>
            </p:nvSpPr>
            <p:spPr>
              <a:xfrm flipH="1" rot="10800000">
                <a:off x="6946086" y="4518618"/>
                <a:ext cx="3104174" cy="830503"/>
              </a:xfrm>
              <a:custGeom>
                <a:rect b="b" l="l" r="r" t="t"/>
                <a:pathLst>
                  <a:path extrusionOk="0" h="6375" w="21653">
                    <a:moveTo>
                      <a:pt x="3331" y="0"/>
                    </a:moveTo>
                    <a:cubicBezTo>
                      <a:pt x="2868" y="0"/>
                      <a:pt x="2391" y="178"/>
                      <a:pt x="2035" y="470"/>
                    </a:cubicBezTo>
                    <a:cubicBezTo>
                      <a:pt x="1499" y="907"/>
                      <a:pt x="1241" y="1514"/>
                      <a:pt x="920" y="2112"/>
                    </a:cubicBezTo>
                    <a:cubicBezTo>
                      <a:pt x="857" y="2236"/>
                      <a:pt x="786" y="2451"/>
                      <a:pt x="670" y="2522"/>
                    </a:cubicBezTo>
                    <a:lnTo>
                      <a:pt x="152" y="2504"/>
                    </a:lnTo>
                    <a:cubicBezTo>
                      <a:pt x="117" y="2451"/>
                      <a:pt x="81" y="2406"/>
                      <a:pt x="45" y="2352"/>
                    </a:cubicBezTo>
                    <a:cubicBezTo>
                      <a:pt x="27" y="2504"/>
                      <a:pt x="10" y="2665"/>
                      <a:pt x="1" y="2825"/>
                    </a:cubicBezTo>
                    <a:cubicBezTo>
                      <a:pt x="81" y="2879"/>
                      <a:pt x="170" y="2914"/>
                      <a:pt x="286" y="2941"/>
                    </a:cubicBezTo>
                    <a:cubicBezTo>
                      <a:pt x="341" y="2955"/>
                      <a:pt x="394" y="2961"/>
                      <a:pt x="444" y="2961"/>
                    </a:cubicBezTo>
                    <a:cubicBezTo>
                      <a:pt x="760" y="2961"/>
                      <a:pt x="982" y="2712"/>
                      <a:pt x="1152" y="2451"/>
                    </a:cubicBezTo>
                    <a:cubicBezTo>
                      <a:pt x="1606" y="1719"/>
                      <a:pt x="1865" y="827"/>
                      <a:pt x="2739" y="488"/>
                    </a:cubicBezTo>
                    <a:cubicBezTo>
                      <a:pt x="2926" y="417"/>
                      <a:pt x="3116" y="378"/>
                      <a:pt x="3301" y="378"/>
                    </a:cubicBezTo>
                    <a:cubicBezTo>
                      <a:pt x="3602" y="378"/>
                      <a:pt x="3890" y="482"/>
                      <a:pt x="4122" y="720"/>
                    </a:cubicBezTo>
                    <a:cubicBezTo>
                      <a:pt x="4408" y="1023"/>
                      <a:pt x="4452" y="1416"/>
                      <a:pt x="4559" y="1799"/>
                    </a:cubicBezTo>
                    <a:cubicBezTo>
                      <a:pt x="4684" y="2290"/>
                      <a:pt x="4836" y="2798"/>
                      <a:pt x="5327" y="3030"/>
                    </a:cubicBezTo>
                    <a:cubicBezTo>
                      <a:pt x="5500" y="3117"/>
                      <a:pt x="5689" y="3156"/>
                      <a:pt x="5879" y="3156"/>
                    </a:cubicBezTo>
                    <a:cubicBezTo>
                      <a:pt x="6156" y="3156"/>
                      <a:pt x="6435" y="3074"/>
                      <a:pt x="6674" y="2941"/>
                    </a:cubicBezTo>
                    <a:cubicBezTo>
                      <a:pt x="6959" y="2790"/>
                      <a:pt x="7200" y="2558"/>
                      <a:pt x="7423" y="2326"/>
                    </a:cubicBezTo>
                    <a:cubicBezTo>
                      <a:pt x="7708" y="2022"/>
                      <a:pt x="7655" y="1978"/>
                      <a:pt x="8128" y="1942"/>
                    </a:cubicBezTo>
                    <a:cubicBezTo>
                      <a:pt x="8175" y="1937"/>
                      <a:pt x="8219" y="1935"/>
                      <a:pt x="8260" y="1935"/>
                    </a:cubicBezTo>
                    <a:cubicBezTo>
                      <a:pt x="8676" y="1935"/>
                      <a:pt x="8790" y="2178"/>
                      <a:pt x="8993" y="2584"/>
                    </a:cubicBezTo>
                    <a:cubicBezTo>
                      <a:pt x="9484" y="3601"/>
                      <a:pt x="9314" y="5725"/>
                      <a:pt x="10519" y="6269"/>
                    </a:cubicBezTo>
                    <a:cubicBezTo>
                      <a:pt x="10682" y="6342"/>
                      <a:pt x="10829" y="6374"/>
                      <a:pt x="10963" y="6374"/>
                    </a:cubicBezTo>
                    <a:cubicBezTo>
                      <a:pt x="11962" y="6374"/>
                      <a:pt x="12243" y="4566"/>
                      <a:pt x="12856" y="4047"/>
                    </a:cubicBezTo>
                    <a:cubicBezTo>
                      <a:pt x="13079" y="3861"/>
                      <a:pt x="13289" y="3784"/>
                      <a:pt x="13489" y="3784"/>
                    </a:cubicBezTo>
                    <a:cubicBezTo>
                      <a:pt x="14450" y="3784"/>
                      <a:pt x="15201" y="5552"/>
                      <a:pt x="16197" y="5552"/>
                    </a:cubicBezTo>
                    <a:cubicBezTo>
                      <a:pt x="16398" y="5552"/>
                      <a:pt x="16610" y="5479"/>
                      <a:pt x="16835" y="5305"/>
                    </a:cubicBezTo>
                    <a:cubicBezTo>
                      <a:pt x="17227" y="5002"/>
                      <a:pt x="17218" y="4502"/>
                      <a:pt x="17325" y="4065"/>
                    </a:cubicBezTo>
                    <a:cubicBezTo>
                      <a:pt x="17450" y="3557"/>
                      <a:pt x="17718" y="3173"/>
                      <a:pt x="18244" y="3030"/>
                    </a:cubicBezTo>
                    <a:cubicBezTo>
                      <a:pt x="18349" y="3002"/>
                      <a:pt x="18448" y="2989"/>
                      <a:pt x="18544" y="2989"/>
                    </a:cubicBezTo>
                    <a:cubicBezTo>
                      <a:pt x="18954" y="2989"/>
                      <a:pt x="19294" y="3224"/>
                      <a:pt x="19663" y="3441"/>
                    </a:cubicBezTo>
                    <a:cubicBezTo>
                      <a:pt x="19945" y="3607"/>
                      <a:pt x="20306" y="3773"/>
                      <a:pt x="20650" y="3773"/>
                    </a:cubicBezTo>
                    <a:cubicBezTo>
                      <a:pt x="20861" y="3773"/>
                      <a:pt x="21066" y="3710"/>
                      <a:pt x="21242" y="3548"/>
                    </a:cubicBezTo>
                    <a:cubicBezTo>
                      <a:pt x="21652" y="3182"/>
                      <a:pt x="21500" y="2486"/>
                      <a:pt x="21429" y="2013"/>
                    </a:cubicBezTo>
                    <a:cubicBezTo>
                      <a:pt x="21376" y="1666"/>
                      <a:pt x="21304" y="1327"/>
                      <a:pt x="21206" y="996"/>
                    </a:cubicBezTo>
                    <a:cubicBezTo>
                      <a:pt x="21028" y="827"/>
                      <a:pt x="20840" y="684"/>
                      <a:pt x="20635" y="541"/>
                    </a:cubicBezTo>
                    <a:lnTo>
                      <a:pt x="20635" y="541"/>
                    </a:lnTo>
                    <a:cubicBezTo>
                      <a:pt x="20778" y="898"/>
                      <a:pt x="20894" y="1273"/>
                      <a:pt x="20974" y="1657"/>
                    </a:cubicBezTo>
                    <a:cubicBezTo>
                      <a:pt x="21045" y="1969"/>
                      <a:pt x="21188" y="2433"/>
                      <a:pt x="21117" y="2754"/>
                    </a:cubicBezTo>
                    <a:cubicBezTo>
                      <a:pt x="21027" y="3192"/>
                      <a:pt x="20815" y="3353"/>
                      <a:pt x="20549" y="3353"/>
                    </a:cubicBezTo>
                    <a:cubicBezTo>
                      <a:pt x="20338" y="3353"/>
                      <a:pt x="20094" y="3252"/>
                      <a:pt x="19850" y="3111"/>
                    </a:cubicBezTo>
                    <a:cubicBezTo>
                      <a:pt x="19436" y="2871"/>
                      <a:pt x="19061" y="2615"/>
                      <a:pt x="18581" y="2615"/>
                    </a:cubicBezTo>
                    <a:cubicBezTo>
                      <a:pt x="18544" y="2615"/>
                      <a:pt x="18506" y="2617"/>
                      <a:pt x="18467" y="2620"/>
                    </a:cubicBezTo>
                    <a:cubicBezTo>
                      <a:pt x="18084" y="2647"/>
                      <a:pt x="17709" y="2816"/>
                      <a:pt x="17432" y="3075"/>
                    </a:cubicBezTo>
                    <a:cubicBezTo>
                      <a:pt x="17004" y="3485"/>
                      <a:pt x="17058" y="3931"/>
                      <a:pt x="16888" y="4449"/>
                    </a:cubicBezTo>
                    <a:cubicBezTo>
                      <a:pt x="16720" y="4958"/>
                      <a:pt x="16482" y="5142"/>
                      <a:pt x="16221" y="5142"/>
                    </a:cubicBezTo>
                    <a:cubicBezTo>
                      <a:pt x="15697" y="5142"/>
                      <a:pt x="15078" y="4396"/>
                      <a:pt x="14738" y="4056"/>
                    </a:cubicBezTo>
                    <a:cubicBezTo>
                      <a:pt x="14399" y="3726"/>
                      <a:pt x="13989" y="3405"/>
                      <a:pt x="13489" y="3405"/>
                    </a:cubicBezTo>
                    <a:cubicBezTo>
                      <a:pt x="13034" y="3405"/>
                      <a:pt x="12651" y="3691"/>
                      <a:pt x="12374" y="4030"/>
                    </a:cubicBezTo>
                    <a:cubicBezTo>
                      <a:pt x="12029" y="4455"/>
                      <a:pt x="11648" y="5954"/>
                      <a:pt x="10894" y="5954"/>
                    </a:cubicBezTo>
                    <a:cubicBezTo>
                      <a:pt x="10810" y="5954"/>
                      <a:pt x="10720" y="5935"/>
                      <a:pt x="10626" y="5894"/>
                    </a:cubicBezTo>
                    <a:cubicBezTo>
                      <a:pt x="10019" y="5626"/>
                      <a:pt x="9921" y="4485"/>
                      <a:pt x="9796" y="3923"/>
                    </a:cubicBezTo>
                    <a:cubicBezTo>
                      <a:pt x="9671" y="3334"/>
                      <a:pt x="9528" y="2727"/>
                      <a:pt x="9225" y="2192"/>
                    </a:cubicBezTo>
                    <a:cubicBezTo>
                      <a:pt x="9002" y="1826"/>
                      <a:pt x="8654" y="1327"/>
                      <a:pt x="8181" y="1309"/>
                    </a:cubicBezTo>
                    <a:cubicBezTo>
                      <a:pt x="8172" y="1308"/>
                      <a:pt x="8164" y="1308"/>
                      <a:pt x="8155" y="1308"/>
                    </a:cubicBezTo>
                    <a:cubicBezTo>
                      <a:pt x="7698" y="1308"/>
                      <a:pt x="7427" y="1760"/>
                      <a:pt x="7155" y="2049"/>
                    </a:cubicBezTo>
                    <a:cubicBezTo>
                      <a:pt x="6797" y="2427"/>
                      <a:pt x="6302" y="2720"/>
                      <a:pt x="5864" y="2720"/>
                    </a:cubicBezTo>
                    <a:cubicBezTo>
                      <a:pt x="5493" y="2720"/>
                      <a:pt x="5163" y="2512"/>
                      <a:pt x="4988" y="1969"/>
                    </a:cubicBezTo>
                    <a:cubicBezTo>
                      <a:pt x="4836" y="1487"/>
                      <a:pt x="4818" y="961"/>
                      <a:pt x="4497" y="541"/>
                    </a:cubicBezTo>
                    <a:cubicBezTo>
                      <a:pt x="4201" y="162"/>
                      <a:pt x="3772" y="0"/>
                      <a:pt x="333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3" name="Google Shape;623;p18"/>
            <p:cNvGrpSpPr/>
            <p:nvPr/>
          </p:nvGrpSpPr>
          <p:grpSpPr>
            <a:xfrm>
              <a:off x="1682027" y="4235977"/>
              <a:ext cx="3709572" cy="1208351"/>
              <a:chOff x="3093402" y="4235977"/>
              <a:chExt cx="3709572" cy="1208351"/>
            </a:xfrm>
          </p:grpSpPr>
          <p:sp>
            <p:nvSpPr>
              <p:cNvPr id="624" name="Google Shape;624;p18"/>
              <p:cNvSpPr/>
              <p:nvPr/>
            </p:nvSpPr>
            <p:spPr>
              <a:xfrm rot="10800000">
                <a:off x="3093402" y="4235977"/>
                <a:ext cx="3709572" cy="1208351"/>
              </a:xfrm>
              <a:custGeom>
                <a:rect b="b" l="l" r="r" t="t"/>
                <a:pathLst>
                  <a:path extrusionOk="0" h="6405" w="19663">
                    <a:moveTo>
                      <a:pt x="15799" y="0"/>
                    </a:moveTo>
                    <a:cubicBezTo>
                      <a:pt x="14930" y="0"/>
                      <a:pt x="14048" y="589"/>
                      <a:pt x="13212" y="812"/>
                    </a:cubicBezTo>
                    <a:cubicBezTo>
                      <a:pt x="12864" y="905"/>
                      <a:pt x="12513" y="943"/>
                      <a:pt x="12160" y="943"/>
                    </a:cubicBezTo>
                    <a:cubicBezTo>
                      <a:pt x="10715" y="943"/>
                      <a:pt x="9235" y="318"/>
                      <a:pt x="7772" y="318"/>
                    </a:cubicBezTo>
                    <a:cubicBezTo>
                      <a:pt x="7530" y="318"/>
                      <a:pt x="7289" y="336"/>
                      <a:pt x="7048" y="375"/>
                    </a:cubicBezTo>
                    <a:cubicBezTo>
                      <a:pt x="6660" y="444"/>
                      <a:pt x="6281" y="563"/>
                      <a:pt x="5886" y="563"/>
                    </a:cubicBezTo>
                    <a:cubicBezTo>
                      <a:pt x="5872" y="563"/>
                      <a:pt x="5858" y="563"/>
                      <a:pt x="5844" y="563"/>
                    </a:cubicBezTo>
                    <a:cubicBezTo>
                      <a:pt x="5288" y="550"/>
                      <a:pt x="4709" y="284"/>
                      <a:pt x="4175" y="284"/>
                    </a:cubicBezTo>
                    <a:cubicBezTo>
                      <a:pt x="3971" y="284"/>
                      <a:pt x="3774" y="323"/>
                      <a:pt x="3587" y="429"/>
                    </a:cubicBezTo>
                    <a:cubicBezTo>
                      <a:pt x="3444" y="509"/>
                      <a:pt x="3319" y="616"/>
                      <a:pt x="3167" y="661"/>
                    </a:cubicBezTo>
                    <a:cubicBezTo>
                      <a:pt x="3094" y="682"/>
                      <a:pt x="3019" y="690"/>
                      <a:pt x="2941" y="690"/>
                    </a:cubicBezTo>
                    <a:cubicBezTo>
                      <a:pt x="2593" y="690"/>
                      <a:pt x="2206" y="519"/>
                      <a:pt x="1846" y="519"/>
                    </a:cubicBezTo>
                    <a:cubicBezTo>
                      <a:pt x="1668" y="519"/>
                      <a:pt x="1496" y="561"/>
                      <a:pt x="1338" y="688"/>
                    </a:cubicBezTo>
                    <a:cubicBezTo>
                      <a:pt x="1187" y="812"/>
                      <a:pt x="1071" y="991"/>
                      <a:pt x="883" y="1044"/>
                    </a:cubicBezTo>
                    <a:cubicBezTo>
                      <a:pt x="842" y="1055"/>
                      <a:pt x="799" y="1057"/>
                      <a:pt x="756" y="1057"/>
                    </a:cubicBezTo>
                    <a:cubicBezTo>
                      <a:pt x="721" y="1057"/>
                      <a:pt x="686" y="1056"/>
                      <a:pt x="651" y="1056"/>
                    </a:cubicBezTo>
                    <a:cubicBezTo>
                      <a:pt x="618" y="1056"/>
                      <a:pt x="585" y="1057"/>
                      <a:pt x="553" y="1062"/>
                    </a:cubicBezTo>
                    <a:cubicBezTo>
                      <a:pt x="268" y="1098"/>
                      <a:pt x="63" y="1392"/>
                      <a:pt x="27" y="1687"/>
                    </a:cubicBezTo>
                    <a:cubicBezTo>
                      <a:pt x="0" y="1981"/>
                      <a:pt x="107" y="2275"/>
                      <a:pt x="250" y="2534"/>
                    </a:cubicBezTo>
                    <a:cubicBezTo>
                      <a:pt x="535" y="3080"/>
                      <a:pt x="1051" y="3574"/>
                      <a:pt x="1628" y="3574"/>
                    </a:cubicBezTo>
                    <a:cubicBezTo>
                      <a:pt x="1682" y="3574"/>
                      <a:pt x="1738" y="3569"/>
                      <a:pt x="1793" y="3560"/>
                    </a:cubicBezTo>
                    <a:cubicBezTo>
                      <a:pt x="2025" y="3524"/>
                      <a:pt x="2239" y="3408"/>
                      <a:pt x="2462" y="3337"/>
                    </a:cubicBezTo>
                    <a:cubicBezTo>
                      <a:pt x="2635" y="3288"/>
                      <a:pt x="2809" y="3268"/>
                      <a:pt x="2985" y="3268"/>
                    </a:cubicBezTo>
                    <a:cubicBezTo>
                      <a:pt x="3537" y="3268"/>
                      <a:pt x="4102" y="3459"/>
                      <a:pt x="4657" y="3507"/>
                    </a:cubicBezTo>
                    <a:cubicBezTo>
                      <a:pt x="4746" y="3514"/>
                      <a:pt x="4836" y="3517"/>
                      <a:pt x="4925" y="3517"/>
                    </a:cubicBezTo>
                    <a:cubicBezTo>
                      <a:pt x="6130" y="3517"/>
                      <a:pt x="7329" y="2921"/>
                      <a:pt x="8502" y="2921"/>
                    </a:cubicBezTo>
                    <a:cubicBezTo>
                      <a:pt x="8786" y="2921"/>
                      <a:pt x="9069" y="2956"/>
                      <a:pt x="9350" y="3043"/>
                    </a:cubicBezTo>
                    <a:cubicBezTo>
                      <a:pt x="9813" y="3185"/>
                      <a:pt x="10393" y="3373"/>
                      <a:pt x="10822" y="3551"/>
                    </a:cubicBezTo>
                    <a:cubicBezTo>
                      <a:pt x="11294" y="3756"/>
                      <a:pt x="11384" y="4086"/>
                      <a:pt x="11223" y="4595"/>
                    </a:cubicBezTo>
                    <a:cubicBezTo>
                      <a:pt x="11143" y="4871"/>
                      <a:pt x="11036" y="5157"/>
                      <a:pt x="11125" y="5434"/>
                    </a:cubicBezTo>
                    <a:cubicBezTo>
                      <a:pt x="11204" y="5665"/>
                      <a:pt x="11444" y="5804"/>
                      <a:pt x="11680" y="5804"/>
                    </a:cubicBezTo>
                    <a:cubicBezTo>
                      <a:pt x="11817" y="5804"/>
                      <a:pt x="11951" y="5758"/>
                      <a:pt x="12053" y="5657"/>
                    </a:cubicBezTo>
                    <a:cubicBezTo>
                      <a:pt x="12293" y="5416"/>
                      <a:pt x="12276" y="5023"/>
                      <a:pt x="12204" y="4684"/>
                    </a:cubicBezTo>
                    <a:cubicBezTo>
                      <a:pt x="12124" y="4309"/>
                      <a:pt x="11928" y="3872"/>
                      <a:pt x="12035" y="3498"/>
                    </a:cubicBezTo>
                    <a:cubicBezTo>
                      <a:pt x="12169" y="3061"/>
                      <a:pt x="12731" y="2686"/>
                      <a:pt x="13114" y="2543"/>
                    </a:cubicBezTo>
                    <a:cubicBezTo>
                      <a:pt x="13328" y="2465"/>
                      <a:pt x="13554" y="2426"/>
                      <a:pt x="13779" y="2426"/>
                    </a:cubicBezTo>
                    <a:cubicBezTo>
                      <a:pt x="14120" y="2426"/>
                      <a:pt x="14461" y="2514"/>
                      <a:pt x="14756" y="2686"/>
                    </a:cubicBezTo>
                    <a:cubicBezTo>
                      <a:pt x="15014" y="2837"/>
                      <a:pt x="15246" y="3061"/>
                      <a:pt x="15344" y="3355"/>
                    </a:cubicBezTo>
                    <a:cubicBezTo>
                      <a:pt x="15478" y="3810"/>
                      <a:pt x="15246" y="4283"/>
                      <a:pt x="15095" y="4738"/>
                    </a:cubicBezTo>
                    <a:cubicBezTo>
                      <a:pt x="14970" y="5086"/>
                      <a:pt x="14889" y="5478"/>
                      <a:pt x="15005" y="5835"/>
                    </a:cubicBezTo>
                    <a:cubicBezTo>
                      <a:pt x="15107" y="6147"/>
                      <a:pt x="15393" y="6405"/>
                      <a:pt x="15701" y="6405"/>
                    </a:cubicBezTo>
                    <a:cubicBezTo>
                      <a:pt x="15746" y="6405"/>
                      <a:pt x="15790" y="6399"/>
                      <a:pt x="15835" y="6388"/>
                    </a:cubicBezTo>
                    <a:cubicBezTo>
                      <a:pt x="16210" y="6290"/>
                      <a:pt x="16397" y="5817"/>
                      <a:pt x="16388" y="5407"/>
                    </a:cubicBezTo>
                    <a:cubicBezTo>
                      <a:pt x="16388" y="4996"/>
                      <a:pt x="16272" y="4586"/>
                      <a:pt x="16317" y="4185"/>
                    </a:cubicBezTo>
                    <a:cubicBezTo>
                      <a:pt x="16379" y="3583"/>
                      <a:pt x="16671" y="3442"/>
                      <a:pt x="17037" y="3442"/>
                    </a:cubicBezTo>
                    <a:cubicBezTo>
                      <a:pt x="17360" y="3442"/>
                      <a:pt x="17739" y="3551"/>
                      <a:pt x="18068" y="3551"/>
                    </a:cubicBezTo>
                    <a:cubicBezTo>
                      <a:pt x="18119" y="3551"/>
                      <a:pt x="18169" y="3548"/>
                      <a:pt x="18217" y="3542"/>
                    </a:cubicBezTo>
                    <a:cubicBezTo>
                      <a:pt x="18654" y="3489"/>
                      <a:pt x="19020" y="3069"/>
                      <a:pt x="19038" y="2614"/>
                    </a:cubicBezTo>
                    <a:cubicBezTo>
                      <a:pt x="19038" y="2445"/>
                      <a:pt x="19011" y="2267"/>
                      <a:pt x="19091" y="2124"/>
                    </a:cubicBezTo>
                    <a:cubicBezTo>
                      <a:pt x="19145" y="2026"/>
                      <a:pt x="19243" y="1963"/>
                      <a:pt x="19323" y="1892"/>
                    </a:cubicBezTo>
                    <a:cubicBezTo>
                      <a:pt x="19662" y="1553"/>
                      <a:pt x="19537" y="902"/>
                      <a:pt x="19154" y="616"/>
                    </a:cubicBezTo>
                    <a:cubicBezTo>
                      <a:pt x="18952" y="462"/>
                      <a:pt x="18703" y="397"/>
                      <a:pt x="18449" y="397"/>
                    </a:cubicBezTo>
                    <a:cubicBezTo>
                      <a:pt x="18231" y="397"/>
                      <a:pt x="18008" y="445"/>
                      <a:pt x="17807" y="527"/>
                    </a:cubicBezTo>
                    <a:cubicBezTo>
                      <a:pt x="17672" y="577"/>
                      <a:pt x="17538" y="644"/>
                      <a:pt x="17403" y="644"/>
                    </a:cubicBezTo>
                    <a:cubicBezTo>
                      <a:pt x="17395" y="644"/>
                      <a:pt x="17387" y="643"/>
                      <a:pt x="17378" y="643"/>
                    </a:cubicBezTo>
                    <a:cubicBezTo>
                      <a:pt x="17164" y="634"/>
                      <a:pt x="16995" y="465"/>
                      <a:pt x="16825" y="340"/>
                    </a:cubicBezTo>
                    <a:cubicBezTo>
                      <a:pt x="16488" y="93"/>
                      <a:pt x="16144" y="0"/>
                      <a:pt x="1579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25" name="Google Shape;625;p18"/>
              <p:cNvGrpSpPr/>
              <p:nvPr/>
            </p:nvGrpSpPr>
            <p:grpSpPr>
              <a:xfrm>
                <a:off x="4677928" y="4939558"/>
                <a:ext cx="540513" cy="247904"/>
                <a:chOff x="3879826" y="107300"/>
                <a:chExt cx="524567" cy="247904"/>
              </a:xfrm>
            </p:grpSpPr>
            <p:sp>
              <p:nvSpPr>
                <p:cNvPr id="626" name="Google Shape;626;p18"/>
                <p:cNvSpPr/>
                <p:nvPr/>
              </p:nvSpPr>
              <p:spPr>
                <a:xfrm flipH="1">
                  <a:off x="4188136" y="119145"/>
                  <a:ext cx="104741" cy="81552"/>
                </a:xfrm>
                <a:custGeom>
                  <a:rect b="b" l="l" r="r" t="t"/>
                  <a:pathLst>
                    <a:path extrusionOk="0" h="626" w="804">
                      <a:moveTo>
                        <a:pt x="402" y="1"/>
                      </a:moveTo>
                      <a:cubicBezTo>
                        <a:pt x="1" y="1"/>
                        <a:pt x="1" y="625"/>
                        <a:pt x="402" y="625"/>
                      </a:cubicBezTo>
                      <a:cubicBezTo>
                        <a:pt x="803" y="625"/>
                        <a:pt x="803" y="1"/>
                        <a:pt x="4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7" name="Google Shape;627;p18"/>
                <p:cNvSpPr/>
                <p:nvPr/>
              </p:nvSpPr>
              <p:spPr>
                <a:xfrm flipH="1">
                  <a:off x="4301997" y="276127"/>
                  <a:ext cx="102396" cy="79077"/>
                </a:xfrm>
                <a:custGeom>
                  <a:rect b="b" l="l" r="r" t="t"/>
                  <a:pathLst>
                    <a:path extrusionOk="0" h="607" w="786">
                      <a:moveTo>
                        <a:pt x="393" y="0"/>
                      </a:moveTo>
                      <a:cubicBezTo>
                        <a:pt x="0" y="0"/>
                        <a:pt x="0" y="607"/>
                        <a:pt x="393" y="607"/>
                      </a:cubicBezTo>
                      <a:cubicBezTo>
                        <a:pt x="785" y="607"/>
                        <a:pt x="785" y="0"/>
                        <a:pt x="3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8" name="Google Shape;628;p18"/>
                <p:cNvSpPr/>
                <p:nvPr/>
              </p:nvSpPr>
              <p:spPr>
                <a:xfrm flipH="1">
                  <a:off x="3879826" y="107300"/>
                  <a:ext cx="62923" cy="48853"/>
                </a:xfrm>
                <a:custGeom>
                  <a:rect b="b" l="l" r="r" t="t"/>
                  <a:pathLst>
                    <a:path extrusionOk="0" h="375" w="483">
                      <a:moveTo>
                        <a:pt x="241" y="0"/>
                      </a:moveTo>
                      <a:cubicBezTo>
                        <a:pt x="1" y="0"/>
                        <a:pt x="1" y="375"/>
                        <a:pt x="241" y="375"/>
                      </a:cubicBezTo>
                      <a:cubicBezTo>
                        <a:pt x="482" y="375"/>
                        <a:pt x="482" y="0"/>
                        <a:pt x="24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29" name="Google Shape;629;p18"/>
          <p:cNvGrpSpPr/>
          <p:nvPr/>
        </p:nvGrpSpPr>
        <p:grpSpPr>
          <a:xfrm>
            <a:off x="-262063" y="-531600"/>
            <a:ext cx="4834067" cy="1378898"/>
            <a:chOff x="-262063" y="-531600"/>
            <a:chExt cx="4834067" cy="1378898"/>
          </a:xfrm>
        </p:grpSpPr>
        <p:sp>
          <p:nvSpPr>
            <p:cNvPr id="630" name="Google Shape;630;p18"/>
            <p:cNvSpPr/>
            <p:nvPr/>
          </p:nvSpPr>
          <p:spPr>
            <a:xfrm flipH="1">
              <a:off x="-262063" y="-531600"/>
              <a:ext cx="4834067" cy="1378898"/>
            </a:xfrm>
            <a:custGeom>
              <a:rect b="b" l="l" r="r" t="t"/>
              <a:pathLst>
                <a:path extrusionOk="0" h="7309" w="19074">
                  <a:moveTo>
                    <a:pt x="14216" y="14"/>
                  </a:moveTo>
                  <a:cubicBezTo>
                    <a:pt x="13596" y="14"/>
                    <a:pt x="12976" y="28"/>
                    <a:pt x="12356" y="46"/>
                  </a:cubicBezTo>
                  <a:cubicBezTo>
                    <a:pt x="10259" y="90"/>
                    <a:pt x="8163" y="161"/>
                    <a:pt x="6066" y="269"/>
                  </a:cubicBezTo>
                  <a:cubicBezTo>
                    <a:pt x="5023" y="322"/>
                    <a:pt x="3970" y="376"/>
                    <a:pt x="2926" y="447"/>
                  </a:cubicBezTo>
                  <a:cubicBezTo>
                    <a:pt x="1624" y="527"/>
                    <a:pt x="0" y="545"/>
                    <a:pt x="295" y="2329"/>
                  </a:cubicBezTo>
                  <a:cubicBezTo>
                    <a:pt x="348" y="2659"/>
                    <a:pt x="571" y="2981"/>
                    <a:pt x="901" y="3052"/>
                  </a:cubicBezTo>
                  <a:cubicBezTo>
                    <a:pt x="973" y="3070"/>
                    <a:pt x="1044" y="3070"/>
                    <a:pt x="1106" y="3114"/>
                  </a:cubicBezTo>
                  <a:cubicBezTo>
                    <a:pt x="1222" y="3195"/>
                    <a:pt x="1213" y="3364"/>
                    <a:pt x="1204" y="3507"/>
                  </a:cubicBezTo>
                  <a:cubicBezTo>
                    <a:pt x="1142" y="4096"/>
                    <a:pt x="1204" y="4738"/>
                    <a:pt x="1570" y="5202"/>
                  </a:cubicBezTo>
                  <a:cubicBezTo>
                    <a:pt x="1804" y="5504"/>
                    <a:pt x="2193" y="5693"/>
                    <a:pt x="2565" y="5693"/>
                  </a:cubicBezTo>
                  <a:cubicBezTo>
                    <a:pt x="2776" y="5693"/>
                    <a:pt x="2981" y="5632"/>
                    <a:pt x="3149" y="5496"/>
                  </a:cubicBezTo>
                  <a:cubicBezTo>
                    <a:pt x="3363" y="5318"/>
                    <a:pt x="3479" y="5059"/>
                    <a:pt x="3640" y="4836"/>
                  </a:cubicBezTo>
                  <a:cubicBezTo>
                    <a:pt x="3797" y="4618"/>
                    <a:pt x="4023" y="4408"/>
                    <a:pt x="4292" y="4408"/>
                  </a:cubicBezTo>
                  <a:cubicBezTo>
                    <a:pt x="4298" y="4408"/>
                    <a:pt x="4303" y="4408"/>
                    <a:pt x="4309" y="4408"/>
                  </a:cubicBezTo>
                  <a:cubicBezTo>
                    <a:pt x="4621" y="4426"/>
                    <a:pt x="4853" y="4720"/>
                    <a:pt x="4933" y="5023"/>
                  </a:cubicBezTo>
                  <a:cubicBezTo>
                    <a:pt x="5014" y="5327"/>
                    <a:pt x="4996" y="5648"/>
                    <a:pt x="5058" y="5951"/>
                  </a:cubicBezTo>
                  <a:cubicBezTo>
                    <a:pt x="5201" y="6611"/>
                    <a:pt x="5763" y="7156"/>
                    <a:pt x="6423" y="7280"/>
                  </a:cubicBezTo>
                  <a:cubicBezTo>
                    <a:pt x="6522" y="7299"/>
                    <a:pt x="6623" y="7308"/>
                    <a:pt x="6723" y="7308"/>
                  </a:cubicBezTo>
                  <a:cubicBezTo>
                    <a:pt x="7290" y="7308"/>
                    <a:pt x="7853" y="7018"/>
                    <a:pt x="8172" y="6540"/>
                  </a:cubicBezTo>
                  <a:cubicBezTo>
                    <a:pt x="8261" y="6397"/>
                    <a:pt x="8341" y="6237"/>
                    <a:pt x="8475" y="6139"/>
                  </a:cubicBezTo>
                  <a:cubicBezTo>
                    <a:pt x="8546" y="6082"/>
                    <a:pt x="8641" y="6048"/>
                    <a:pt x="8731" y="6048"/>
                  </a:cubicBezTo>
                  <a:cubicBezTo>
                    <a:pt x="8812" y="6048"/>
                    <a:pt x="8888" y="6075"/>
                    <a:pt x="8939" y="6139"/>
                  </a:cubicBezTo>
                  <a:cubicBezTo>
                    <a:pt x="8993" y="6219"/>
                    <a:pt x="9001" y="6317"/>
                    <a:pt x="9037" y="6406"/>
                  </a:cubicBezTo>
                  <a:cubicBezTo>
                    <a:pt x="9114" y="6603"/>
                    <a:pt x="9322" y="6703"/>
                    <a:pt x="9535" y="6703"/>
                  </a:cubicBezTo>
                  <a:cubicBezTo>
                    <a:pt x="9669" y="6703"/>
                    <a:pt x="9805" y="6664"/>
                    <a:pt x="9911" y="6585"/>
                  </a:cubicBezTo>
                  <a:cubicBezTo>
                    <a:pt x="10188" y="6379"/>
                    <a:pt x="10286" y="6014"/>
                    <a:pt x="10295" y="5666"/>
                  </a:cubicBezTo>
                  <a:cubicBezTo>
                    <a:pt x="10295" y="5327"/>
                    <a:pt x="10224" y="4988"/>
                    <a:pt x="10215" y="4640"/>
                  </a:cubicBezTo>
                  <a:cubicBezTo>
                    <a:pt x="10215" y="4256"/>
                    <a:pt x="10366" y="3855"/>
                    <a:pt x="10670" y="3614"/>
                  </a:cubicBezTo>
                  <a:cubicBezTo>
                    <a:pt x="10799" y="3515"/>
                    <a:pt x="10944" y="3462"/>
                    <a:pt x="11075" y="3462"/>
                  </a:cubicBezTo>
                  <a:cubicBezTo>
                    <a:pt x="11287" y="3462"/>
                    <a:pt x="11466" y="3600"/>
                    <a:pt x="11499" y="3908"/>
                  </a:cubicBezTo>
                  <a:cubicBezTo>
                    <a:pt x="11526" y="4140"/>
                    <a:pt x="11455" y="4390"/>
                    <a:pt x="11508" y="4631"/>
                  </a:cubicBezTo>
                  <a:cubicBezTo>
                    <a:pt x="11562" y="4899"/>
                    <a:pt x="11776" y="5139"/>
                    <a:pt x="12044" y="5211"/>
                  </a:cubicBezTo>
                  <a:cubicBezTo>
                    <a:pt x="12109" y="5231"/>
                    <a:pt x="12178" y="5240"/>
                    <a:pt x="12247" y="5240"/>
                  </a:cubicBezTo>
                  <a:cubicBezTo>
                    <a:pt x="12457" y="5240"/>
                    <a:pt x="12670" y="5151"/>
                    <a:pt x="12811" y="4997"/>
                  </a:cubicBezTo>
                  <a:lnTo>
                    <a:pt x="12811" y="4997"/>
                  </a:lnTo>
                  <a:cubicBezTo>
                    <a:pt x="12748" y="5443"/>
                    <a:pt x="13034" y="5907"/>
                    <a:pt x="13453" y="6058"/>
                  </a:cubicBezTo>
                  <a:cubicBezTo>
                    <a:pt x="13552" y="6091"/>
                    <a:pt x="13656" y="6107"/>
                    <a:pt x="13760" y="6107"/>
                  </a:cubicBezTo>
                  <a:cubicBezTo>
                    <a:pt x="14102" y="6107"/>
                    <a:pt x="14444" y="5934"/>
                    <a:pt x="14622" y="5639"/>
                  </a:cubicBezTo>
                  <a:cubicBezTo>
                    <a:pt x="14943" y="5104"/>
                    <a:pt x="14729" y="4328"/>
                    <a:pt x="15148" y="3864"/>
                  </a:cubicBezTo>
                  <a:cubicBezTo>
                    <a:pt x="15225" y="3779"/>
                    <a:pt x="15336" y="3707"/>
                    <a:pt x="15452" y="3707"/>
                  </a:cubicBezTo>
                  <a:cubicBezTo>
                    <a:pt x="15469" y="3707"/>
                    <a:pt x="15487" y="3708"/>
                    <a:pt x="15505" y="3712"/>
                  </a:cubicBezTo>
                  <a:cubicBezTo>
                    <a:pt x="15737" y="3757"/>
                    <a:pt x="15790" y="4060"/>
                    <a:pt x="15781" y="4301"/>
                  </a:cubicBezTo>
                  <a:cubicBezTo>
                    <a:pt x="15746" y="4818"/>
                    <a:pt x="15639" y="5327"/>
                    <a:pt x="15683" y="5844"/>
                  </a:cubicBezTo>
                  <a:cubicBezTo>
                    <a:pt x="15728" y="6353"/>
                    <a:pt x="15978" y="6897"/>
                    <a:pt x="16451" y="7093"/>
                  </a:cubicBezTo>
                  <a:cubicBezTo>
                    <a:pt x="16566" y="7142"/>
                    <a:pt x="16687" y="7164"/>
                    <a:pt x="16808" y="7164"/>
                  </a:cubicBezTo>
                  <a:cubicBezTo>
                    <a:pt x="17329" y="7164"/>
                    <a:pt x="17850" y="6746"/>
                    <a:pt x="17958" y="6210"/>
                  </a:cubicBezTo>
                  <a:cubicBezTo>
                    <a:pt x="18038" y="5773"/>
                    <a:pt x="17896" y="5327"/>
                    <a:pt x="17807" y="4890"/>
                  </a:cubicBezTo>
                  <a:cubicBezTo>
                    <a:pt x="17717" y="4452"/>
                    <a:pt x="17691" y="3953"/>
                    <a:pt x="17967" y="3605"/>
                  </a:cubicBezTo>
                  <a:cubicBezTo>
                    <a:pt x="18190" y="3748"/>
                    <a:pt x="18146" y="4185"/>
                    <a:pt x="18413" y="4221"/>
                  </a:cubicBezTo>
                  <a:cubicBezTo>
                    <a:pt x="18421" y="4221"/>
                    <a:pt x="18428" y="4222"/>
                    <a:pt x="18436" y="4222"/>
                  </a:cubicBezTo>
                  <a:cubicBezTo>
                    <a:pt x="18501" y="4222"/>
                    <a:pt x="18571" y="4189"/>
                    <a:pt x="18627" y="4149"/>
                  </a:cubicBezTo>
                  <a:cubicBezTo>
                    <a:pt x="18877" y="3962"/>
                    <a:pt x="18939" y="3614"/>
                    <a:pt x="18913" y="3302"/>
                  </a:cubicBezTo>
                  <a:cubicBezTo>
                    <a:pt x="18886" y="2998"/>
                    <a:pt x="18797" y="2695"/>
                    <a:pt x="18806" y="2383"/>
                  </a:cubicBezTo>
                  <a:cubicBezTo>
                    <a:pt x="18806" y="2088"/>
                    <a:pt x="18904" y="1803"/>
                    <a:pt x="18931" y="1517"/>
                  </a:cubicBezTo>
                  <a:cubicBezTo>
                    <a:pt x="19073" y="1"/>
                    <a:pt x="17066" y="126"/>
                    <a:pt x="16076" y="63"/>
                  </a:cubicBezTo>
                  <a:cubicBezTo>
                    <a:pt x="15456" y="28"/>
                    <a:pt x="14836" y="14"/>
                    <a:pt x="14216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18"/>
            <p:cNvSpPr/>
            <p:nvPr/>
          </p:nvSpPr>
          <p:spPr>
            <a:xfrm flipH="1" rot="-184900">
              <a:off x="79038" y="-140130"/>
              <a:ext cx="4190278" cy="295688"/>
            </a:xfrm>
            <a:custGeom>
              <a:rect b="b" l="l" r="r" t="t"/>
              <a:pathLst>
                <a:path extrusionOk="0" h="11827" w="163830">
                  <a:moveTo>
                    <a:pt x="0" y="11827"/>
                  </a:moveTo>
                  <a:cubicBezTo>
                    <a:pt x="4491" y="9902"/>
                    <a:pt x="8463" y="6894"/>
                    <a:pt x="12954" y="4969"/>
                  </a:cubicBezTo>
                  <a:cubicBezTo>
                    <a:pt x="16697" y="3365"/>
                    <a:pt x="21196" y="5195"/>
                    <a:pt x="25146" y="4207"/>
                  </a:cubicBezTo>
                  <a:cubicBezTo>
                    <a:pt x="33524" y="2112"/>
                    <a:pt x="42497" y="3040"/>
                    <a:pt x="51054" y="4207"/>
                  </a:cubicBezTo>
                  <a:cubicBezTo>
                    <a:pt x="58708" y="5251"/>
                    <a:pt x="66486" y="10139"/>
                    <a:pt x="73914" y="8017"/>
                  </a:cubicBezTo>
                  <a:cubicBezTo>
                    <a:pt x="79494" y="6423"/>
                    <a:pt x="84225" y="2297"/>
                    <a:pt x="89916" y="1159"/>
                  </a:cubicBezTo>
                  <a:cubicBezTo>
                    <a:pt x="98633" y="-584"/>
                    <a:pt x="107771" y="9"/>
                    <a:pt x="116586" y="1159"/>
                  </a:cubicBezTo>
                  <a:cubicBezTo>
                    <a:pt x="125383" y="2306"/>
                    <a:pt x="134257" y="3960"/>
                    <a:pt x="142494" y="7255"/>
                  </a:cubicBezTo>
                  <a:cubicBezTo>
                    <a:pt x="146267" y="8764"/>
                    <a:pt x="150743" y="6269"/>
                    <a:pt x="154686" y="7255"/>
                  </a:cubicBezTo>
                  <a:cubicBezTo>
                    <a:pt x="157803" y="8034"/>
                    <a:pt x="160617" y="10303"/>
                    <a:pt x="163830" y="10303"/>
                  </a:cubicBezTo>
                </a:path>
              </a:pathLst>
            </a:custGeom>
            <a:noFill/>
            <a:ln cap="rnd" cmpd="sng" w="3810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sp>
        <p:grpSp>
          <p:nvGrpSpPr>
            <p:cNvPr id="632" name="Google Shape;632;p18"/>
            <p:cNvGrpSpPr/>
            <p:nvPr/>
          </p:nvGrpSpPr>
          <p:grpSpPr>
            <a:xfrm>
              <a:off x="2689650" y="286559"/>
              <a:ext cx="331830" cy="306928"/>
              <a:chOff x="7615686" y="162913"/>
              <a:chExt cx="322040" cy="306928"/>
            </a:xfrm>
          </p:grpSpPr>
          <p:sp>
            <p:nvSpPr>
              <p:cNvPr id="633" name="Google Shape;633;p18"/>
              <p:cNvSpPr/>
              <p:nvPr/>
            </p:nvSpPr>
            <p:spPr>
              <a:xfrm flipH="1">
                <a:off x="7787649" y="162913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18"/>
              <p:cNvSpPr/>
              <p:nvPr/>
            </p:nvSpPr>
            <p:spPr>
              <a:xfrm flipH="1">
                <a:off x="7615686" y="233783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18"/>
              <p:cNvSpPr/>
              <p:nvPr/>
            </p:nvSpPr>
            <p:spPr>
              <a:xfrm flipH="1">
                <a:off x="7729547" y="390764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6" name="Google Shape;636;p18"/>
          <p:cNvGrpSpPr/>
          <p:nvPr/>
        </p:nvGrpSpPr>
        <p:grpSpPr>
          <a:xfrm>
            <a:off x="355312" y="383932"/>
            <a:ext cx="8571157" cy="4449473"/>
            <a:chOff x="270336" y="383932"/>
            <a:chExt cx="8571157" cy="4449473"/>
          </a:xfrm>
        </p:grpSpPr>
        <p:sp>
          <p:nvSpPr>
            <p:cNvPr id="637" name="Google Shape;637;p18"/>
            <p:cNvSpPr/>
            <p:nvPr/>
          </p:nvSpPr>
          <p:spPr>
            <a:xfrm rot="2115196">
              <a:off x="7446434" y="524282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18"/>
            <p:cNvSpPr/>
            <p:nvPr/>
          </p:nvSpPr>
          <p:spPr>
            <a:xfrm rot="3277097">
              <a:off x="3549683" y="2293033"/>
              <a:ext cx="56744" cy="123224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18"/>
            <p:cNvSpPr/>
            <p:nvPr/>
          </p:nvSpPr>
          <p:spPr>
            <a:xfrm rot="-9378507">
              <a:off x="4432843" y="1525686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18"/>
            <p:cNvSpPr/>
            <p:nvPr/>
          </p:nvSpPr>
          <p:spPr>
            <a:xfrm rot="3574462">
              <a:off x="6037195" y="1232858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18"/>
            <p:cNvSpPr/>
            <p:nvPr/>
          </p:nvSpPr>
          <p:spPr>
            <a:xfrm rot="1625383">
              <a:off x="5036779" y="4091935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18"/>
            <p:cNvSpPr/>
            <p:nvPr/>
          </p:nvSpPr>
          <p:spPr>
            <a:xfrm rot="3522601">
              <a:off x="1717385" y="90697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18"/>
            <p:cNvSpPr/>
            <p:nvPr/>
          </p:nvSpPr>
          <p:spPr>
            <a:xfrm rot="3418413">
              <a:off x="3469687" y="930665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18"/>
            <p:cNvSpPr/>
            <p:nvPr/>
          </p:nvSpPr>
          <p:spPr>
            <a:xfrm rot="-6529139">
              <a:off x="609481" y="2360661"/>
              <a:ext cx="151480" cy="7431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18"/>
            <p:cNvSpPr/>
            <p:nvPr/>
          </p:nvSpPr>
          <p:spPr>
            <a:xfrm rot="3522601">
              <a:off x="6388622" y="46970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18"/>
            <p:cNvSpPr/>
            <p:nvPr/>
          </p:nvSpPr>
          <p:spPr>
            <a:xfrm rot="-3266906">
              <a:off x="5702610" y="377569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18"/>
            <p:cNvSpPr/>
            <p:nvPr/>
          </p:nvSpPr>
          <p:spPr>
            <a:xfrm rot="-1501670">
              <a:off x="298785" y="135532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18"/>
            <p:cNvSpPr/>
            <p:nvPr/>
          </p:nvSpPr>
          <p:spPr>
            <a:xfrm rot="1867268">
              <a:off x="8741899" y="2157689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18"/>
            <p:cNvSpPr/>
            <p:nvPr/>
          </p:nvSpPr>
          <p:spPr>
            <a:xfrm rot="-2342076">
              <a:off x="8461835" y="595077"/>
              <a:ext cx="57301" cy="147211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18"/>
            <p:cNvSpPr/>
            <p:nvPr/>
          </p:nvSpPr>
          <p:spPr>
            <a:xfrm rot="-3266906">
              <a:off x="3101257" y="3704282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18"/>
            <p:cNvSpPr/>
            <p:nvPr/>
          </p:nvSpPr>
          <p:spPr>
            <a:xfrm rot="3522601">
              <a:off x="1646172" y="398272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18"/>
            <p:cNvSpPr/>
            <p:nvPr/>
          </p:nvSpPr>
          <p:spPr>
            <a:xfrm rot="-2695393">
              <a:off x="8018073" y="42383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" name="Google Shape;653;p18"/>
          <p:cNvSpPr txBox="1"/>
          <p:nvPr>
            <p:ph type="title"/>
          </p:nvPr>
        </p:nvSpPr>
        <p:spPr>
          <a:xfrm flipH="1">
            <a:off x="4399800" y="2269325"/>
            <a:ext cx="4031100" cy="841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654" name="Google Shape;654;p18"/>
          <p:cNvSpPr txBox="1"/>
          <p:nvPr>
            <p:ph hasCustomPrompt="1" idx="2" type="title"/>
          </p:nvPr>
        </p:nvSpPr>
        <p:spPr>
          <a:xfrm flipH="1">
            <a:off x="5764500" y="1516975"/>
            <a:ext cx="1301700" cy="84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655" name="Google Shape;655;p18"/>
          <p:cNvSpPr txBox="1"/>
          <p:nvPr>
            <p:ph idx="1" type="subTitle"/>
          </p:nvPr>
        </p:nvSpPr>
        <p:spPr>
          <a:xfrm flipH="1">
            <a:off x="4399800" y="3111125"/>
            <a:ext cx="4031100" cy="515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CUSTOM_11_1_1_1">
    <p:spTree>
      <p:nvGrpSpPr>
        <p:cNvPr id="656" name="Shape 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7" name="Google Shape;657;p19"/>
          <p:cNvGrpSpPr/>
          <p:nvPr/>
        </p:nvGrpSpPr>
        <p:grpSpPr>
          <a:xfrm flipH="1">
            <a:off x="3924616" y="-793398"/>
            <a:ext cx="6203733" cy="3107450"/>
            <a:chOff x="-1104609" y="-793398"/>
            <a:chExt cx="6203733" cy="3107450"/>
          </a:xfrm>
        </p:grpSpPr>
        <p:grpSp>
          <p:nvGrpSpPr>
            <p:cNvPr id="658" name="Google Shape;658;p19"/>
            <p:cNvGrpSpPr/>
            <p:nvPr/>
          </p:nvGrpSpPr>
          <p:grpSpPr>
            <a:xfrm>
              <a:off x="-1104609" y="-793398"/>
              <a:ext cx="6203733" cy="3107450"/>
              <a:chOff x="-1104609" y="-793398"/>
              <a:chExt cx="6203733" cy="3107450"/>
            </a:xfrm>
          </p:grpSpPr>
          <p:grpSp>
            <p:nvGrpSpPr>
              <p:cNvPr id="659" name="Google Shape;659;p19"/>
              <p:cNvGrpSpPr/>
              <p:nvPr/>
            </p:nvGrpSpPr>
            <p:grpSpPr>
              <a:xfrm>
                <a:off x="1849311" y="-686275"/>
                <a:ext cx="3249813" cy="1635316"/>
                <a:chOff x="2086319" y="-686283"/>
                <a:chExt cx="3153934" cy="1635316"/>
              </a:xfrm>
            </p:grpSpPr>
            <p:sp>
              <p:nvSpPr>
                <p:cNvPr id="660" name="Google Shape;660;p19"/>
                <p:cNvSpPr/>
                <p:nvPr/>
              </p:nvSpPr>
              <p:spPr>
                <a:xfrm flipH="1">
                  <a:off x="2086319" y="-686283"/>
                  <a:ext cx="3153934" cy="1635316"/>
                </a:xfrm>
                <a:custGeom>
                  <a:rect b="b" l="l" r="r" t="t"/>
                  <a:pathLst>
                    <a:path extrusionOk="0" h="11958" w="21055">
                      <a:moveTo>
                        <a:pt x="16827" y="1"/>
                      </a:moveTo>
                      <a:cubicBezTo>
                        <a:pt x="16033" y="1"/>
                        <a:pt x="15235" y="124"/>
                        <a:pt x="14444" y="243"/>
                      </a:cubicBezTo>
                      <a:cubicBezTo>
                        <a:pt x="14444" y="252"/>
                        <a:pt x="14435" y="252"/>
                        <a:pt x="14426" y="252"/>
                      </a:cubicBezTo>
                      <a:lnTo>
                        <a:pt x="446" y="3392"/>
                      </a:lnTo>
                      <a:cubicBezTo>
                        <a:pt x="304" y="3419"/>
                        <a:pt x="197" y="3535"/>
                        <a:pt x="161" y="3677"/>
                      </a:cubicBezTo>
                      <a:cubicBezTo>
                        <a:pt x="0" y="4355"/>
                        <a:pt x="18" y="5087"/>
                        <a:pt x="206" y="5765"/>
                      </a:cubicBezTo>
                      <a:cubicBezTo>
                        <a:pt x="249" y="5934"/>
                        <a:pt x="403" y="6030"/>
                        <a:pt x="560" y="6030"/>
                      </a:cubicBezTo>
                      <a:cubicBezTo>
                        <a:pt x="661" y="6030"/>
                        <a:pt x="763" y="5991"/>
                        <a:pt x="839" y="5908"/>
                      </a:cubicBezTo>
                      <a:cubicBezTo>
                        <a:pt x="839" y="5908"/>
                        <a:pt x="839" y="5908"/>
                        <a:pt x="839" y="5899"/>
                      </a:cubicBezTo>
                      <a:cubicBezTo>
                        <a:pt x="917" y="5821"/>
                        <a:pt x="1014" y="5785"/>
                        <a:pt x="1110" y="5785"/>
                      </a:cubicBezTo>
                      <a:cubicBezTo>
                        <a:pt x="1288" y="5785"/>
                        <a:pt x="1461" y="5909"/>
                        <a:pt x="1490" y="6113"/>
                      </a:cubicBezTo>
                      <a:cubicBezTo>
                        <a:pt x="1535" y="6425"/>
                        <a:pt x="1481" y="6782"/>
                        <a:pt x="1472" y="7112"/>
                      </a:cubicBezTo>
                      <a:cubicBezTo>
                        <a:pt x="1448" y="7622"/>
                        <a:pt x="1734" y="8277"/>
                        <a:pt x="2213" y="8277"/>
                      </a:cubicBezTo>
                      <a:cubicBezTo>
                        <a:pt x="2253" y="8277"/>
                        <a:pt x="2295" y="8272"/>
                        <a:pt x="2338" y="8263"/>
                      </a:cubicBezTo>
                      <a:cubicBezTo>
                        <a:pt x="2721" y="8173"/>
                        <a:pt x="2882" y="7718"/>
                        <a:pt x="3203" y="7478"/>
                      </a:cubicBezTo>
                      <a:cubicBezTo>
                        <a:pt x="3357" y="7360"/>
                        <a:pt x="3532" y="7309"/>
                        <a:pt x="3712" y="7309"/>
                      </a:cubicBezTo>
                      <a:cubicBezTo>
                        <a:pt x="4232" y="7309"/>
                        <a:pt x="4793" y="7737"/>
                        <a:pt x="5005" y="8254"/>
                      </a:cubicBezTo>
                      <a:cubicBezTo>
                        <a:pt x="5299" y="8950"/>
                        <a:pt x="5210" y="9735"/>
                        <a:pt x="5362" y="10475"/>
                      </a:cubicBezTo>
                      <a:cubicBezTo>
                        <a:pt x="5501" y="11195"/>
                        <a:pt x="6028" y="11958"/>
                        <a:pt x="6754" y="11958"/>
                      </a:cubicBezTo>
                      <a:cubicBezTo>
                        <a:pt x="6775" y="11958"/>
                        <a:pt x="6795" y="11957"/>
                        <a:pt x="6816" y="11956"/>
                      </a:cubicBezTo>
                      <a:cubicBezTo>
                        <a:pt x="7646" y="11902"/>
                        <a:pt x="8074" y="10903"/>
                        <a:pt x="8083" y="10074"/>
                      </a:cubicBezTo>
                      <a:cubicBezTo>
                        <a:pt x="8101" y="9244"/>
                        <a:pt x="7922" y="8352"/>
                        <a:pt x="8342" y="7638"/>
                      </a:cubicBezTo>
                      <a:cubicBezTo>
                        <a:pt x="8501" y="7373"/>
                        <a:pt x="8783" y="7133"/>
                        <a:pt x="9077" y="7133"/>
                      </a:cubicBezTo>
                      <a:cubicBezTo>
                        <a:pt x="9129" y="7133"/>
                        <a:pt x="9182" y="7140"/>
                        <a:pt x="9234" y="7156"/>
                      </a:cubicBezTo>
                      <a:cubicBezTo>
                        <a:pt x="9698" y="7290"/>
                        <a:pt x="9814" y="7950"/>
                        <a:pt x="10268" y="8111"/>
                      </a:cubicBezTo>
                      <a:cubicBezTo>
                        <a:pt x="10333" y="8133"/>
                        <a:pt x="10396" y="8143"/>
                        <a:pt x="10457" y="8143"/>
                      </a:cubicBezTo>
                      <a:cubicBezTo>
                        <a:pt x="10897" y="8143"/>
                        <a:pt x="11257" y="7623"/>
                        <a:pt x="11500" y="7192"/>
                      </a:cubicBezTo>
                      <a:cubicBezTo>
                        <a:pt x="11702" y="6827"/>
                        <a:pt x="12110" y="6447"/>
                        <a:pt x="12474" y="6447"/>
                      </a:cubicBezTo>
                      <a:cubicBezTo>
                        <a:pt x="12591" y="6447"/>
                        <a:pt x="12703" y="6486"/>
                        <a:pt x="12802" y="6577"/>
                      </a:cubicBezTo>
                      <a:cubicBezTo>
                        <a:pt x="13061" y="6817"/>
                        <a:pt x="13034" y="7290"/>
                        <a:pt x="13346" y="7460"/>
                      </a:cubicBezTo>
                      <a:cubicBezTo>
                        <a:pt x="13413" y="7496"/>
                        <a:pt x="13481" y="7511"/>
                        <a:pt x="13551" y="7511"/>
                      </a:cubicBezTo>
                      <a:cubicBezTo>
                        <a:pt x="13950" y="7511"/>
                        <a:pt x="14389" y="7006"/>
                        <a:pt x="14772" y="7006"/>
                      </a:cubicBezTo>
                      <a:cubicBezTo>
                        <a:pt x="14849" y="7006"/>
                        <a:pt x="14925" y="7026"/>
                        <a:pt x="14997" y="7076"/>
                      </a:cubicBezTo>
                      <a:cubicBezTo>
                        <a:pt x="15104" y="7156"/>
                        <a:pt x="15166" y="7281"/>
                        <a:pt x="15211" y="7415"/>
                      </a:cubicBezTo>
                      <a:cubicBezTo>
                        <a:pt x="15648" y="8602"/>
                        <a:pt x="15273" y="10065"/>
                        <a:pt x="16040" y="11073"/>
                      </a:cubicBezTo>
                      <a:cubicBezTo>
                        <a:pt x="16156" y="11216"/>
                        <a:pt x="16290" y="11349"/>
                        <a:pt x="16460" y="11421"/>
                      </a:cubicBezTo>
                      <a:cubicBezTo>
                        <a:pt x="16543" y="11452"/>
                        <a:pt x="16631" y="11466"/>
                        <a:pt x="16720" y="11466"/>
                      </a:cubicBezTo>
                      <a:cubicBezTo>
                        <a:pt x="16908" y="11466"/>
                        <a:pt x="17102" y="11404"/>
                        <a:pt x="17272" y="11314"/>
                      </a:cubicBezTo>
                      <a:cubicBezTo>
                        <a:pt x="18262" y="10761"/>
                        <a:pt x="18360" y="9387"/>
                        <a:pt x="18244" y="8263"/>
                      </a:cubicBezTo>
                      <a:cubicBezTo>
                        <a:pt x="18217" y="7959"/>
                        <a:pt x="18208" y="7594"/>
                        <a:pt x="18476" y="7442"/>
                      </a:cubicBezTo>
                      <a:cubicBezTo>
                        <a:pt x="18538" y="7406"/>
                        <a:pt x="18606" y="7390"/>
                        <a:pt x="18675" y="7390"/>
                      </a:cubicBezTo>
                      <a:cubicBezTo>
                        <a:pt x="18866" y="7390"/>
                        <a:pt x="19067" y="7513"/>
                        <a:pt x="19172" y="7683"/>
                      </a:cubicBezTo>
                      <a:cubicBezTo>
                        <a:pt x="19243" y="7808"/>
                        <a:pt x="19288" y="7950"/>
                        <a:pt x="19306" y="8102"/>
                      </a:cubicBezTo>
                      <a:cubicBezTo>
                        <a:pt x="19335" y="8293"/>
                        <a:pt x="19492" y="8424"/>
                        <a:pt x="19671" y="8424"/>
                      </a:cubicBezTo>
                      <a:cubicBezTo>
                        <a:pt x="19709" y="8424"/>
                        <a:pt x="19748" y="8418"/>
                        <a:pt x="19787" y="8405"/>
                      </a:cubicBezTo>
                      <a:cubicBezTo>
                        <a:pt x="20251" y="8272"/>
                        <a:pt x="20635" y="7861"/>
                        <a:pt x="20813" y="7406"/>
                      </a:cubicBezTo>
                      <a:cubicBezTo>
                        <a:pt x="21054" y="6809"/>
                        <a:pt x="21018" y="6139"/>
                        <a:pt x="20983" y="5497"/>
                      </a:cubicBezTo>
                      <a:cubicBezTo>
                        <a:pt x="20947" y="4819"/>
                        <a:pt x="20911" y="4141"/>
                        <a:pt x="20867" y="3463"/>
                      </a:cubicBezTo>
                      <a:cubicBezTo>
                        <a:pt x="20849" y="3044"/>
                        <a:pt x="20822" y="2616"/>
                        <a:pt x="20697" y="2214"/>
                      </a:cubicBezTo>
                      <a:cubicBezTo>
                        <a:pt x="20331" y="1081"/>
                        <a:pt x="19181" y="341"/>
                        <a:pt x="18012" y="109"/>
                      </a:cubicBezTo>
                      <a:cubicBezTo>
                        <a:pt x="17619" y="32"/>
                        <a:pt x="17224" y="1"/>
                        <a:pt x="1682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" name="Google Shape;661;p19"/>
                <p:cNvSpPr/>
                <p:nvPr/>
              </p:nvSpPr>
              <p:spPr>
                <a:xfrm flipH="1">
                  <a:off x="2615551" y="-470265"/>
                  <a:ext cx="1760908" cy="370395"/>
                </a:xfrm>
                <a:custGeom>
                  <a:rect b="b" l="l" r="r" t="t"/>
                  <a:pathLst>
                    <a:path extrusionOk="0" h="2965" w="14096">
                      <a:moveTo>
                        <a:pt x="7233" y="0"/>
                      </a:moveTo>
                      <a:cubicBezTo>
                        <a:pt x="7160" y="0"/>
                        <a:pt x="7087" y="4"/>
                        <a:pt x="7012" y="12"/>
                      </a:cubicBezTo>
                      <a:cubicBezTo>
                        <a:pt x="5977" y="119"/>
                        <a:pt x="5272" y="931"/>
                        <a:pt x="4487" y="1510"/>
                      </a:cubicBezTo>
                      <a:cubicBezTo>
                        <a:pt x="3718" y="2084"/>
                        <a:pt x="2849" y="2352"/>
                        <a:pt x="1954" y="2352"/>
                      </a:cubicBezTo>
                      <a:cubicBezTo>
                        <a:pt x="1428" y="2352"/>
                        <a:pt x="894" y="2260"/>
                        <a:pt x="366" y="2081"/>
                      </a:cubicBezTo>
                      <a:cubicBezTo>
                        <a:pt x="338" y="2072"/>
                        <a:pt x="312" y="2067"/>
                        <a:pt x="288" y="2067"/>
                      </a:cubicBezTo>
                      <a:cubicBezTo>
                        <a:pt x="70" y="2067"/>
                        <a:pt x="1" y="2430"/>
                        <a:pt x="250" y="2518"/>
                      </a:cubicBezTo>
                      <a:cubicBezTo>
                        <a:pt x="830" y="2716"/>
                        <a:pt x="1422" y="2827"/>
                        <a:pt x="2014" y="2827"/>
                      </a:cubicBezTo>
                      <a:cubicBezTo>
                        <a:pt x="2569" y="2827"/>
                        <a:pt x="3123" y="2730"/>
                        <a:pt x="3667" y="2518"/>
                      </a:cubicBezTo>
                      <a:cubicBezTo>
                        <a:pt x="4737" y="2099"/>
                        <a:pt x="5415" y="1162"/>
                        <a:pt x="6423" y="690"/>
                      </a:cubicBezTo>
                      <a:cubicBezTo>
                        <a:pt x="6688" y="567"/>
                        <a:pt x="6945" y="515"/>
                        <a:pt x="7196" y="515"/>
                      </a:cubicBezTo>
                      <a:cubicBezTo>
                        <a:pt x="8317" y="515"/>
                        <a:pt x="9317" y="1559"/>
                        <a:pt x="10286" y="2055"/>
                      </a:cubicBezTo>
                      <a:cubicBezTo>
                        <a:pt x="11366" y="2608"/>
                        <a:pt x="12552" y="2893"/>
                        <a:pt x="13774" y="2965"/>
                      </a:cubicBezTo>
                      <a:cubicBezTo>
                        <a:pt x="13780" y="2965"/>
                        <a:pt x="13785" y="2965"/>
                        <a:pt x="13791" y="2965"/>
                      </a:cubicBezTo>
                      <a:cubicBezTo>
                        <a:pt x="14095" y="2965"/>
                        <a:pt x="14090" y="2482"/>
                        <a:pt x="13774" y="2456"/>
                      </a:cubicBezTo>
                      <a:cubicBezTo>
                        <a:pt x="12293" y="2367"/>
                        <a:pt x="10928" y="1930"/>
                        <a:pt x="9697" y="1109"/>
                      </a:cubicBezTo>
                      <a:cubicBezTo>
                        <a:pt x="8944" y="612"/>
                        <a:pt x="8168" y="0"/>
                        <a:pt x="723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" name="Google Shape;662;p19"/>
                <p:cNvSpPr/>
                <p:nvPr/>
              </p:nvSpPr>
              <p:spPr>
                <a:xfrm flipH="1">
                  <a:off x="4188136" y="119145"/>
                  <a:ext cx="104741" cy="81552"/>
                </a:xfrm>
                <a:custGeom>
                  <a:rect b="b" l="l" r="r" t="t"/>
                  <a:pathLst>
                    <a:path extrusionOk="0" h="626" w="804">
                      <a:moveTo>
                        <a:pt x="402" y="1"/>
                      </a:moveTo>
                      <a:cubicBezTo>
                        <a:pt x="1" y="1"/>
                        <a:pt x="1" y="625"/>
                        <a:pt x="402" y="625"/>
                      </a:cubicBezTo>
                      <a:cubicBezTo>
                        <a:pt x="803" y="625"/>
                        <a:pt x="803" y="1"/>
                        <a:pt x="4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" name="Google Shape;663;p19"/>
                <p:cNvSpPr/>
                <p:nvPr/>
              </p:nvSpPr>
              <p:spPr>
                <a:xfrm flipH="1">
                  <a:off x="4301997" y="276127"/>
                  <a:ext cx="102396" cy="79077"/>
                </a:xfrm>
                <a:custGeom>
                  <a:rect b="b" l="l" r="r" t="t"/>
                  <a:pathLst>
                    <a:path extrusionOk="0" h="607" w="786">
                      <a:moveTo>
                        <a:pt x="393" y="0"/>
                      </a:moveTo>
                      <a:cubicBezTo>
                        <a:pt x="0" y="0"/>
                        <a:pt x="0" y="607"/>
                        <a:pt x="393" y="607"/>
                      </a:cubicBezTo>
                      <a:cubicBezTo>
                        <a:pt x="785" y="607"/>
                        <a:pt x="785" y="0"/>
                        <a:pt x="3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" name="Google Shape;664;p19"/>
                <p:cNvSpPr/>
                <p:nvPr/>
              </p:nvSpPr>
              <p:spPr>
                <a:xfrm flipH="1">
                  <a:off x="3879826" y="107300"/>
                  <a:ext cx="62923" cy="48853"/>
                </a:xfrm>
                <a:custGeom>
                  <a:rect b="b" l="l" r="r" t="t"/>
                  <a:pathLst>
                    <a:path extrusionOk="0" h="375" w="483">
                      <a:moveTo>
                        <a:pt x="241" y="0"/>
                      </a:moveTo>
                      <a:cubicBezTo>
                        <a:pt x="1" y="0"/>
                        <a:pt x="1" y="375"/>
                        <a:pt x="241" y="375"/>
                      </a:cubicBezTo>
                      <a:cubicBezTo>
                        <a:pt x="482" y="375"/>
                        <a:pt x="482" y="0"/>
                        <a:pt x="24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65" name="Google Shape;665;p19"/>
              <p:cNvSpPr/>
              <p:nvPr/>
            </p:nvSpPr>
            <p:spPr>
              <a:xfrm flipH="1">
                <a:off x="-1104609" y="-793398"/>
                <a:ext cx="3105258" cy="3107450"/>
              </a:xfrm>
              <a:custGeom>
                <a:rect b="b" l="l" r="r" t="t"/>
                <a:pathLst>
                  <a:path extrusionOk="0" h="23853" w="23133">
                    <a:moveTo>
                      <a:pt x="9957" y="1"/>
                    </a:moveTo>
                    <a:cubicBezTo>
                      <a:pt x="8344" y="1"/>
                      <a:pt x="5686" y="285"/>
                      <a:pt x="3917" y="622"/>
                    </a:cubicBezTo>
                    <a:cubicBezTo>
                      <a:pt x="2579" y="881"/>
                      <a:pt x="3239" y="2050"/>
                      <a:pt x="2668" y="2755"/>
                    </a:cubicBezTo>
                    <a:cubicBezTo>
                      <a:pt x="2106" y="3459"/>
                      <a:pt x="1339" y="3477"/>
                      <a:pt x="848" y="4235"/>
                    </a:cubicBezTo>
                    <a:cubicBezTo>
                      <a:pt x="116" y="5377"/>
                      <a:pt x="63" y="6805"/>
                      <a:pt x="27" y="8161"/>
                    </a:cubicBezTo>
                    <a:cubicBezTo>
                      <a:pt x="0" y="8928"/>
                      <a:pt x="224" y="9972"/>
                      <a:pt x="991" y="9981"/>
                    </a:cubicBezTo>
                    <a:cubicBezTo>
                      <a:pt x="994" y="9981"/>
                      <a:pt x="998" y="9981"/>
                      <a:pt x="1001" y="9981"/>
                    </a:cubicBezTo>
                    <a:cubicBezTo>
                      <a:pt x="1725" y="9981"/>
                      <a:pt x="1999" y="9058"/>
                      <a:pt x="2106" y="8339"/>
                    </a:cubicBezTo>
                    <a:cubicBezTo>
                      <a:pt x="2204" y="7684"/>
                      <a:pt x="2588" y="6864"/>
                      <a:pt x="3188" y="6864"/>
                    </a:cubicBezTo>
                    <a:cubicBezTo>
                      <a:pt x="3242" y="6864"/>
                      <a:pt x="3297" y="6871"/>
                      <a:pt x="3355" y="6885"/>
                    </a:cubicBezTo>
                    <a:cubicBezTo>
                      <a:pt x="3970" y="7037"/>
                      <a:pt x="4060" y="7840"/>
                      <a:pt x="4095" y="8464"/>
                    </a:cubicBezTo>
                    <a:cubicBezTo>
                      <a:pt x="4120" y="9048"/>
                      <a:pt x="4426" y="9795"/>
                      <a:pt x="4962" y="9795"/>
                    </a:cubicBezTo>
                    <a:cubicBezTo>
                      <a:pt x="4999" y="9795"/>
                      <a:pt x="5037" y="9792"/>
                      <a:pt x="5077" y="9784"/>
                    </a:cubicBezTo>
                    <a:cubicBezTo>
                      <a:pt x="5371" y="9731"/>
                      <a:pt x="5576" y="9463"/>
                      <a:pt x="5844" y="9320"/>
                    </a:cubicBezTo>
                    <a:cubicBezTo>
                      <a:pt x="5986" y="9246"/>
                      <a:pt x="6140" y="9212"/>
                      <a:pt x="6296" y="9212"/>
                    </a:cubicBezTo>
                    <a:cubicBezTo>
                      <a:pt x="6718" y="9212"/>
                      <a:pt x="7156" y="9457"/>
                      <a:pt x="7423" y="9802"/>
                    </a:cubicBezTo>
                    <a:cubicBezTo>
                      <a:pt x="7789" y="10275"/>
                      <a:pt x="7913" y="10882"/>
                      <a:pt x="8021" y="11470"/>
                    </a:cubicBezTo>
                    <a:cubicBezTo>
                      <a:pt x="8208" y="12416"/>
                      <a:pt x="8395" y="13362"/>
                      <a:pt x="8574" y="14307"/>
                    </a:cubicBezTo>
                    <a:cubicBezTo>
                      <a:pt x="8663" y="14771"/>
                      <a:pt x="8788" y="15280"/>
                      <a:pt x="9189" y="15512"/>
                    </a:cubicBezTo>
                    <a:cubicBezTo>
                      <a:pt x="9323" y="15590"/>
                      <a:pt x="9462" y="15625"/>
                      <a:pt x="9602" y="15625"/>
                    </a:cubicBezTo>
                    <a:cubicBezTo>
                      <a:pt x="10161" y="15625"/>
                      <a:pt x="10725" y="15064"/>
                      <a:pt x="10947" y="14486"/>
                    </a:cubicBezTo>
                    <a:cubicBezTo>
                      <a:pt x="11214" y="13763"/>
                      <a:pt x="11036" y="12532"/>
                      <a:pt x="11785" y="12345"/>
                    </a:cubicBezTo>
                    <a:cubicBezTo>
                      <a:pt x="11840" y="12331"/>
                      <a:pt x="11893" y="12325"/>
                      <a:pt x="11944" y="12325"/>
                    </a:cubicBezTo>
                    <a:cubicBezTo>
                      <a:pt x="12752" y="12325"/>
                      <a:pt x="13183" y="13899"/>
                      <a:pt x="13141" y="14780"/>
                    </a:cubicBezTo>
                    <a:cubicBezTo>
                      <a:pt x="12990" y="17589"/>
                      <a:pt x="12414" y="23853"/>
                      <a:pt x="14299" y="23853"/>
                    </a:cubicBezTo>
                    <a:cubicBezTo>
                      <a:pt x="14305" y="23853"/>
                      <a:pt x="14312" y="23853"/>
                      <a:pt x="14319" y="23853"/>
                    </a:cubicBezTo>
                    <a:cubicBezTo>
                      <a:pt x="16692" y="23781"/>
                      <a:pt x="13730" y="15717"/>
                      <a:pt x="15773" y="12354"/>
                    </a:cubicBezTo>
                    <a:cubicBezTo>
                      <a:pt x="15951" y="12050"/>
                      <a:pt x="16647" y="11444"/>
                      <a:pt x="16986" y="11337"/>
                    </a:cubicBezTo>
                    <a:cubicBezTo>
                      <a:pt x="17032" y="11323"/>
                      <a:pt x="17074" y="11316"/>
                      <a:pt x="17113" y="11316"/>
                    </a:cubicBezTo>
                    <a:cubicBezTo>
                      <a:pt x="17549" y="11316"/>
                      <a:pt x="17621" y="12116"/>
                      <a:pt x="18128" y="12247"/>
                    </a:cubicBezTo>
                    <a:cubicBezTo>
                      <a:pt x="18163" y="12255"/>
                      <a:pt x="18196" y="12259"/>
                      <a:pt x="18226" y="12259"/>
                    </a:cubicBezTo>
                    <a:cubicBezTo>
                      <a:pt x="18779" y="12259"/>
                      <a:pt x="18706" y="10953"/>
                      <a:pt x="19145" y="10480"/>
                    </a:cubicBezTo>
                    <a:cubicBezTo>
                      <a:pt x="19545" y="10050"/>
                      <a:pt x="20110" y="9732"/>
                      <a:pt x="20686" y="9732"/>
                    </a:cubicBezTo>
                    <a:cubicBezTo>
                      <a:pt x="20779" y="9732"/>
                      <a:pt x="20872" y="9740"/>
                      <a:pt x="20965" y="9758"/>
                    </a:cubicBezTo>
                    <a:cubicBezTo>
                      <a:pt x="21313" y="9815"/>
                      <a:pt x="21705" y="9983"/>
                      <a:pt x="22036" y="9983"/>
                    </a:cubicBezTo>
                    <a:cubicBezTo>
                      <a:pt x="22214" y="9983"/>
                      <a:pt x="22374" y="9934"/>
                      <a:pt x="22499" y="9793"/>
                    </a:cubicBezTo>
                    <a:cubicBezTo>
                      <a:pt x="22606" y="9668"/>
                      <a:pt x="22660" y="9508"/>
                      <a:pt x="22696" y="9347"/>
                    </a:cubicBezTo>
                    <a:cubicBezTo>
                      <a:pt x="23133" y="7349"/>
                      <a:pt x="22027" y="5119"/>
                      <a:pt x="20171" y="4262"/>
                    </a:cubicBezTo>
                    <a:cubicBezTo>
                      <a:pt x="19493" y="3950"/>
                      <a:pt x="18672" y="3754"/>
                      <a:pt x="18324" y="3094"/>
                    </a:cubicBezTo>
                    <a:cubicBezTo>
                      <a:pt x="18066" y="2612"/>
                      <a:pt x="18155" y="2023"/>
                      <a:pt x="18083" y="1479"/>
                    </a:cubicBezTo>
                    <a:cubicBezTo>
                      <a:pt x="18009" y="971"/>
                      <a:pt x="17654" y="408"/>
                      <a:pt x="17164" y="408"/>
                    </a:cubicBezTo>
                    <a:cubicBezTo>
                      <a:pt x="17129" y="408"/>
                      <a:pt x="17094" y="411"/>
                      <a:pt x="17058" y="417"/>
                    </a:cubicBezTo>
                    <a:cubicBezTo>
                      <a:pt x="17058" y="417"/>
                      <a:pt x="11892" y="60"/>
                      <a:pt x="10340" y="7"/>
                    </a:cubicBezTo>
                    <a:cubicBezTo>
                      <a:pt x="10220" y="3"/>
                      <a:pt x="10092" y="1"/>
                      <a:pt x="99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66" name="Google Shape;666;p19"/>
            <p:cNvSpPr/>
            <p:nvPr/>
          </p:nvSpPr>
          <p:spPr>
            <a:xfrm flipH="1">
              <a:off x="1209232" y="-153704"/>
              <a:ext cx="154639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19"/>
            <p:cNvSpPr/>
            <p:nvPr/>
          </p:nvSpPr>
          <p:spPr>
            <a:xfrm flipH="1">
              <a:off x="1032041" y="-82834"/>
              <a:ext cx="107925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19"/>
            <p:cNvSpPr/>
            <p:nvPr/>
          </p:nvSpPr>
          <p:spPr>
            <a:xfrm flipH="1">
              <a:off x="1149363" y="74147"/>
              <a:ext cx="105509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19"/>
            <p:cNvSpPr/>
            <p:nvPr/>
          </p:nvSpPr>
          <p:spPr>
            <a:xfrm flipH="1">
              <a:off x="1429646" y="98509"/>
              <a:ext cx="87521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19"/>
            <p:cNvSpPr/>
            <p:nvPr/>
          </p:nvSpPr>
          <p:spPr>
            <a:xfrm flipH="1">
              <a:off x="868005" y="284411"/>
              <a:ext cx="101884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19"/>
            <p:cNvSpPr/>
            <p:nvPr/>
          </p:nvSpPr>
          <p:spPr>
            <a:xfrm rot="-763273">
              <a:off x="-365036" y="-328393"/>
              <a:ext cx="2614881" cy="573109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" name="Google Shape;672;p19"/>
          <p:cNvGrpSpPr/>
          <p:nvPr/>
        </p:nvGrpSpPr>
        <p:grpSpPr>
          <a:xfrm>
            <a:off x="272341" y="153589"/>
            <a:ext cx="7742048" cy="4553821"/>
            <a:chOff x="59455" y="164939"/>
            <a:chExt cx="7742048" cy="4553821"/>
          </a:xfrm>
        </p:grpSpPr>
        <p:sp>
          <p:nvSpPr>
            <p:cNvPr id="673" name="Google Shape;673;p19"/>
            <p:cNvSpPr/>
            <p:nvPr/>
          </p:nvSpPr>
          <p:spPr>
            <a:xfrm rot="-3266906">
              <a:off x="5330860" y="716994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19"/>
            <p:cNvSpPr/>
            <p:nvPr/>
          </p:nvSpPr>
          <p:spPr>
            <a:xfrm rot="-3266906">
              <a:off x="7706507" y="9425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19"/>
            <p:cNvSpPr/>
            <p:nvPr/>
          </p:nvSpPr>
          <p:spPr>
            <a:xfrm rot="-3266906">
              <a:off x="97707" y="39505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19"/>
            <p:cNvSpPr/>
            <p:nvPr/>
          </p:nvSpPr>
          <p:spPr>
            <a:xfrm rot="1625383">
              <a:off x="1377854" y="4629897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19"/>
            <p:cNvSpPr/>
            <p:nvPr/>
          </p:nvSpPr>
          <p:spPr>
            <a:xfrm rot="3522601">
              <a:off x="1918735" y="93056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19"/>
            <p:cNvSpPr/>
            <p:nvPr/>
          </p:nvSpPr>
          <p:spPr>
            <a:xfrm rot="-2695393">
              <a:off x="1030961" y="249614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19"/>
            <p:cNvSpPr/>
            <p:nvPr/>
          </p:nvSpPr>
          <p:spPr>
            <a:xfrm rot="-1828995">
              <a:off x="2887183" y="4341799"/>
              <a:ext cx="151477" cy="74314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19"/>
            <p:cNvSpPr/>
            <p:nvPr/>
          </p:nvSpPr>
          <p:spPr>
            <a:xfrm rot="-2695393">
              <a:off x="3840936" y="931539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19"/>
            <p:cNvSpPr/>
            <p:nvPr/>
          </p:nvSpPr>
          <p:spPr>
            <a:xfrm rot="-3266906">
              <a:off x="278457" y="112829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19"/>
            <p:cNvSpPr/>
            <p:nvPr/>
          </p:nvSpPr>
          <p:spPr>
            <a:xfrm rot="-2695393">
              <a:off x="2772111" y="16735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" name="Google Shape;683;p19"/>
          <p:cNvSpPr txBox="1"/>
          <p:nvPr>
            <p:ph type="title"/>
          </p:nvPr>
        </p:nvSpPr>
        <p:spPr>
          <a:xfrm>
            <a:off x="713100" y="2173050"/>
            <a:ext cx="3687000" cy="84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>
                <a:solidFill>
                  <a:schemeClr val="accen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684" name="Google Shape;684;p19"/>
          <p:cNvSpPr txBox="1"/>
          <p:nvPr>
            <p:ph hasCustomPrompt="1" idx="2" type="title"/>
          </p:nvPr>
        </p:nvSpPr>
        <p:spPr>
          <a:xfrm>
            <a:off x="1895688" y="1331250"/>
            <a:ext cx="1321800" cy="84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685" name="Google Shape;685;p19"/>
          <p:cNvSpPr txBox="1"/>
          <p:nvPr>
            <p:ph idx="1" type="subTitle"/>
          </p:nvPr>
        </p:nvSpPr>
        <p:spPr>
          <a:xfrm>
            <a:off x="1257138" y="3014850"/>
            <a:ext cx="2598900" cy="797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2">
    <p:spTree>
      <p:nvGrpSpPr>
        <p:cNvPr id="686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7" name="Google Shape;687;p20"/>
          <p:cNvGrpSpPr/>
          <p:nvPr/>
        </p:nvGrpSpPr>
        <p:grpSpPr>
          <a:xfrm>
            <a:off x="6133975" y="-686275"/>
            <a:ext cx="3679553" cy="1635316"/>
            <a:chOff x="0" y="-686275"/>
            <a:chExt cx="3679553" cy="1635316"/>
          </a:xfrm>
        </p:grpSpPr>
        <p:sp>
          <p:nvSpPr>
            <p:cNvPr id="688" name="Google Shape;688;p20"/>
            <p:cNvSpPr/>
            <p:nvPr/>
          </p:nvSpPr>
          <p:spPr>
            <a:xfrm>
              <a:off x="0" y="-686275"/>
              <a:ext cx="3588298" cy="1635316"/>
            </a:xfrm>
            <a:custGeom>
              <a:rect b="b" l="l" r="r" t="t"/>
              <a:pathLst>
                <a:path extrusionOk="0" h="11958" w="21055">
                  <a:moveTo>
                    <a:pt x="16827" y="1"/>
                  </a:moveTo>
                  <a:cubicBezTo>
                    <a:pt x="16033" y="1"/>
                    <a:pt x="15235" y="124"/>
                    <a:pt x="14444" y="243"/>
                  </a:cubicBezTo>
                  <a:cubicBezTo>
                    <a:pt x="14444" y="252"/>
                    <a:pt x="14435" y="252"/>
                    <a:pt x="14426" y="252"/>
                  </a:cubicBezTo>
                  <a:lnTo>
                    <a:pt x="446" y="3392"/>
                  </a:lnTo>
                  <a:cubicBezTo>
                    <a:pt x="304" y="3419"/>
                    <a:pt x="197" y="3535"/>
                    <a:pt x="161" y="3677"/>
                  </a:cubicBezTo>
                  <a:cubicBezTo>
                    <a:pt x="0" y="4355"/>
                    <a:pt x="18" y="5087"/>
                    <a:pt x="206" y="5765"/>
                  </a:cubicBezTo>
                  <a:cubicBezTo>
                    <a:pt x="249" y="5934"/>
                    <a:pt x="403" y="6030"/>
                    <a:pt x="560" y="6030"/>
                  </a:cubicBezTo>
                  <a:cubicBezTo>
                    <a:pt x="661" y="6030"/>
                    <a:pt x="763" y="5991"/>
                    <a:pt x="839" y="5908"/>
                  </a:cubicBezTo>
                  <a:cubicBezTo>
                    <a:pt x="839" y="5908"/>
                    <a:pt x="839" y="5908"/>
                    <a:pt x="839" y="5899"/>
                  </a:cubicBezTo>
                  <a:cubicBezTo>
                    <a:pt x="917" y="5821"/>
                    <a:pt x="1014" y="5785"/>
                    <a:pt x="1110" y="5785"/>
                  </a:cubicBezTo>
                  <a:cubicBezTo>
                    <a:pt x="1288" y="5785"/>
                    <a:pt x="1461" y="5909"/>
                    <a:pt x="1490" y="6113"/>
                  </a:cubicBezTo>
                  <a:cubicBezTo>
                    <a:pt x="1535" y="6425"/>
                    <a:pt x="1481" y="6782"/>
                    <a:pt x="1472" y="7112"/>
                  </a:cubicBezTo>
                  <a:cubicBezTo>
                    <a:pt x="1448" y="7622"/>
                    <a:pt x="1734" y="8277"/>
                    <a:pt x="2213" y="8277"/>
                  </a:cubicBezTo>
                  <a:cubicBezTo>
                    <a:pt x="2253" y="8277"/>
                    <a:pt x="2295" y="8272"/>
                    <a:pt x="2338" y="8263"/>
                  </a:cubicBezTo>
                  <a:cubicBezTo>
                    <a:pt x="2721" y="8173"/>
                    <a:pt x="2882" y="7718"/>
                    <a:pt x="3203" y="7478"/>
                  </a:cubicBezTo>
                  <a:cubicBezTo>
                    <a:pt x="3357" y="7360"/>
                    <a:pt x="3532" y="7309"/>
                    <a:pt x="3712" y="7309"/>
                  </a:cubicBezTo>
                  <a:cubicBezTo>
                    <a:pt x="4232" y="7309"/>
                    <a:pt x="4793" y="7737"/>
                    <a:pt x="5005" y="8254"/>
                  </a:cubicBezTo>
                  <a:cubicBezTo>
                    <a:pt x="5299" y="8950"/>
                    <a:pt x="5210" y="9735"/>
                    <a:pt x="5362" y="10475"/>
                  </a:cubicBezTo>
                  <a:cubicBezTo>
                    <a:pt x="5501" y="11195"/>
                    <a:pt x="6028" y="11958"/>
                    <a:pt x="6754" y="11958"/>
                  </a:cubicBezTo>
                  <a:cubicBezTo>
                    <a:pt x="6775" y="11958"/>
                    <a:pt x="6795" y="11957"/>
                    <a:pt x="6816" y="11956"/>
                  </a:cubicBezTo>
                  <a:cubicBezTo>
                    <a:pt x="7646" y="11902"/>
                    <a:pt x="8074" y="10903"/>
                    <a:pt x="8083" y="10074"/>
                  </a:cubicBezTo>
                  <a:cubicBezTo>
                    <a:pt x="8101" y="9244"/>
                    <a:pt x="7922" y="8352"/>
                    <a:pt x="8342" y="7638"/>
                  </a:cubicBezTo>
                  <a:cubicBezTo>
                    <a:pt x="8501" y="7373"/>
                    <a:pt x="8783" y="7133"/>
                    <a:pt x="9077" y="7133"/>
                  </a:cubicBezTo>
                  <a:cubicBezTo>
                    <a:pt x="9129" y="7133"/>
                    <a:pt x="9182" y="7140"/>
                    <a:pt x="9234" y="7156"/>
                  </a:cubicBezTo>
                  <a:cubicBezTo>
                    <a:pt x="9698" y="7290"/>
                    <a:pt x="9814" y="7950"/>
                    <a:pt x="10268" y="8111"/>
                  </a:cubicBezTo>
                  <a:cubicBezTo>
                    <a:pt x="10333" y="8133"/>
                    <a:pt x="10396" y="8143"/>
                    <a:pt x="10457" y="8143"/>
                  </a:cubicBezTo>
                  <a:cubicBezTo>
                    <a:pt x="10897" y="8143"/>
                    <a:pt x="11257" y="7623"/>
                    <a:pt x="11500" y="7192"/>
                  </a:cubicBezTo>
                  <a:cubicBezTo>
                    <a:pt x="11702" y="6827"/>
                    <a:pt x="12110" y="6447"/>
                    <a:pt x="12474" y="6447"/>
                  </a:cubicBezTo>
                  <a:cubicBezTo>
                    <a:pt x="12591" y="6447"/>
                    <a:pt x="12703" y="6486"/>
                    <a:pt x="12802" y="6577"/>
                  </a:cubicBezTo>
                  <a:cubicBezTo>
                    <a:pt x="13061" y="6817"/>
                    <a:pt x="13034" y="7290"/>
                    <a:pt x="13346" y="7460"/>
                  </a:cubicBezTo>
                  <a:cubicBezTo>
                    <a:pt x="13413" y="7496"/>
                    <a:pt x="13481" y="7511"/>
                    <a:pt x="13551" y="7511"/>
                  </a:cubicBezTo>
                  <a:cubicBezTo>
                    <a:pt x="13950" y="7511"/>
                    <a:pt x="14389" y="7006"/>
                    <a:pt x="14772" y="7006"/>
                  </a:cubicBezTo>
                  <a:cubicBezTo>
                    <a:pt x="14849" y="7006"/>
                    <a:pt x="14925" y="7026"/>
                    <a:pt x="14997" y="7076"/>
                  </a:cubicBezTo>
                  <a:cubicBezTo>
                    <a:pt x="15104" y="7156"/>
                    <a:pt x="15166" y="7281"/>
                    <a:pt x="15211" y="7415"/>
                  </a:cubicBezTo>
                  <a:cubicBezTo>
                    <a:pt x="15648" y="8602"/>
                    <a:pt x="15273" y="10065"/>
                    <a:pt x="16040" y="11073"/>
                  </a:cubicBezTo>
                  <a:cubicBezTo>
                    <a:pt x="16156" y="11216"/>
                    <a:pt x="16290" y="11349"/>
                    <a:pt x="16460" y="11421"/>
                  </a:cubicBezTo>
                  <a:cubicBezTo>
                    <a:pt x="16543" y="11452"/>
                    <a:pt x="16631" y="11466"/>
                    <a:pt x="16720" y="11466"/>
                  </a:cubicBezTo>
                  <a:cubicBezTo>
                    <a:pt x="16908" y="11466"/>
                    <a:pt x="17102" y="11404"/>
                    <a:pt x="17272" y="11314"/>
                  </a:cubicBezTo>
                  <a:cubicBezTo>
                    <a:pt x="18262" y="10761"/>
                    <a:pt x="18360" y="9387"/>
                    <a:pt x="18244" y="8263"/>
                  </a:cubicBezTo>
                  <a:cubicBezTo>
                    <a:pt x="18217" y="7959"/>
                    <a:pt x="18208" y="7594"/>
                    <a:pt x="18476" y="7442"/>
                  </a:cubicBezTo>
                  <a:cubicBezTo>
                    <a:pt x="18538" y="7406"/>
                    <a:pt x="18606" y="7390"/>
                    <a:pt x="18675" y="7390"/>
                  </a:cubicBezTo>
                  <a:cubicBezTo>
                    <a:pt x="18866" y="7390"/>
                    <a:pt x="19067" y="7513"/>
                    <a:pt x="19172" y="7683"/>
                  </a:cubicBezTo>
                  <a:cubicBezTo>
                    <a:pt x="19243" y="7808"/>
                    <a:pt x="19288" y="7950"/>
                    <a:pt x="19306" y="8102"/>
                  </a:cubicBezTo>
                  <a:cubicBezTo>
                    <a:pt x="19335" y="8293"/>
                    <a:pt x="19492" y="8424"/>
                    <a:pt x="19671" y="8424"/>
                  </a:cubicBezTo>
                  <a:cubicBezTo>
                    <a:pt x="19709" y="8424"/>
                    <a:pt x="19748" y="8418"/>
                    <a:pt x="19787" y="8405"/>
                  </a:cubicBezTo>
                  <a:cubicBezTo>
                    <a:pt x="20251" y="8272"/>
                    <a:pt x="20635" y="7861"/>
                    <a:pt x="20813" y="7406"/>
                  </a:cubicBezTo>
                  <a:cubicBezTo>
                    <a:pt x="21054" y="6809"/>
                    <a:pt x="21018" y="6139"/>
                    <a:pt x="20983" y="5497"/>
                  </a:cubicBezTo>
                  <a:cubicBezTo>
                    <a:pt x="20947" y="4819"/>
                    <a:pt x="20911" y="4141"/>
                    <a:pt x="20867" y="3463"/>
                  </a:cubicBezTo>
                  <a:cubicBezTo>
                    <a:pt x="20849" y="3044"/>
                    <a:pt x="20822" y="2616"/>
                    <a:pt x="20697" y="2214"/>
                  </a:cubicBezTo>
                  <a:cubicBezTo>
                    <a:pt x="20331" y="1081"/>
                    <a:pt x="19181" y="341"/>
                    <a:pt x="18012" y="109"/>
                  </a:cubicBezTo>
                  <a:cubicBezTo>
                    <a:pt x="17619" y="32"/>
                    <a:pt x="17224" y="1"/>
                    <a:pt x="168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20"/>
            <p:cNvSpPr/>
            <p:nvPr/>
          </p:nvSpPr>
          <p:spPr>
            <a:xfrm rot="10800000">
              <a:off x="1865116" y="-156544"/>
              <a:ext cx="1814437" cy="370395"/>
            </a:xfrm>
            <a:custGeom>
              <a:rect b="b" l="l" r="r" t="t"/>
              <a:pathLst>
                <a:path extrusionOk="0" h="2965" w="14096">
                  <a:moveTo>
                    <a:pt x="7233" y="0"/>
                  </a:moveTo>
                  <a:cubicBezTo>
                    <a:pt x="7160" y="0"/>
                    <a:pt x="7087" y="4"/>
                    <a:pt x="7012" y="12"/>
                  </a:cubicBezTo>
                  <a:cubicBezTo>
                    <a:pt x="5977" y="119"/>
                    <a:pt x="5272" y="931"/>
                    <a:pt x="4487" y="1510"/>
                  </a:cubicBezTo>
                  <a:cubicBezTo>
                    <a:pt x="3718" y="2084"/>
                    <a:pt x="2849" y="2352"/>
                    <a:pt x="1954" y="2352"/>
                  </a:cubicBezTo>
                  <a:cubicBezTo>
                    <a:pt x="1428" y="2352"/>
                    <a:pt x="894" y="2260"/>
                    <a:pt x="366" y="2081"/>
                  </a:cubicBezTo>
                  <a:cubicBezTo>
                    <a:pt x="338" y="2072"/>
                    <a:pt x="312" y="2067"/>
                    <a:pt x="288" y="2067"/>
                  </a:cubicBezTo>
                  <a:cubicBezTo>
                    <a:pt x="70" y="2067"/>
                    <a:pt x="1" y="2430"/>
                    <a:pt x="250" y="2518"/>
                  </a:cubicBezTo>
                  <a:cubicBezTo>
                    <a:pt x="830" y="2716"/>
                    <a:pt x="1422" y="2827"/>
                    <a:pt x="2014" y="2827"/>
                  </a:cubicBezTo>
                  <a:cubicBezTo>
                    <a:pt x="2569" y="2827"/>
                    <a:pt x="3123" y="2730"/>
                    <a:pt x="3667" y="2518"/>
                  </a:cubicBezTo>
                  <a:cubicBezTo>
                    <a:pt x="4737" y="2099"/>
                    <a:pt x="5415" y="1162"/>
                    <a:pt x="6423" y="690"/>
                  </a:cubicBezTo>
                  <a:cubicBezTo>
                    <a:pt x="6688" y="567"/>
                    <a:pt x="6945" y="515"/>
                    <a:pt x="7196" y="515"/>
                  </a:cubicBezTo>
                  <a:cubicBezTo>
                    <a:pt x="8317" y="515"/>
                    <a:pt x="9317" y="1559"/>
                    <a:pt x="10286" y="2055"/>
                  </a:cubicBezTo>
                  <a:cubicBezTo>
                    <a:pt x="11366" y="2608"/>
                    <a:pt x="12552" y="2893"/>
                    <a:pt x="13774" y="2965"/>
                  </a:cubicBezTo>
                  <a:cubicBezTo>
                    <a:pt x="13780" y="2965"/>
                    <a:pt x="13785" y="2965"/>
                    <a:pt x="13791" y="2965"/>
                  </a:cubicBezTo>
                  <a:cubicBezTo>
                    <a:pt x="14095" y="2965"/>
                    <a:pt x="14090" y="2482"/>
                    <a:pt x="13774" y="2456"/>
                  </a:cubicBezTo>
                  <a:cubicBezTo>
                    <a:pt x="12293" y="2367"/>
                    <a:pt x="10928" y="1930"/>
                    <a:pt x="9697" y="1109"/>
                  </a:cubicBezTo>
                  <a:cubicBezTo>
                    <a:pt x="8944" y="612"/>
                    <a:pt x="8168" y="0"/>
                    <a:pt x="72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20"/>
            <p:cNvSpPr/>
            <p:nvPr/>
          </p:nvSpPr>
          <p:spPr>
            <a:xfrm>
              <a:off x="976176" y="119154"/>
              <a:ext cx="107925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20"/>
            <p:cNvSpPr/>
            <p:nvPr/>
          </p:nvSpPr>
          <p:spPr>
            <a:xfrm>
              <a:off x="861270" y="276135"/>
              <a:ext cx="105509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20"/>
            <p:cNvSpPr/>
            <p:nvPr/>
          </p:nvSpPr>
          <p:spPr>
            <a:xfrm>
              <a:off x="1336948" y="107308"/>
              <a:ext cx="64836" cy="48853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" name="Google Shape;693;p20"/>
          <p:cNvGrpSpPr/>
          <p:nvPr/>
        </p:nvGrpSpPr>
        <p:grpSpPr>
          <a:xfrm flipH="1">
            <a:off x="282149" y="131414"/>
            <a:ext cx="8642964" cy="4916404"/>
            <a:chOff x="215499" y="131414"/>
            <a:chExt cx="8642964" cy="4916404"/>
          </a:xfrm>
        </p:grpSpPr>
        <p:sp>
          <p:nvSpPr>
            <p:cNvPr id="694" name="Google Shape;694;p20"/>
            <p:cNvSpPr/>
            <p:nvPr/>
          </p:nvSpPr>
          <p:spPr>
            <a:xfrm rot="-3266906">
              <a:off x="8006135" y="231469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20"/>
            <p:cNvSpPr/>
            <p:nvPr/>
          </p:nvSpPr>
          <p:spPr>
            <a:xfrm rot="-3266906">
              <a:off x="8752307" y="14863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20"/>
            <p:cNvSpPr/>
            <p:nvPr/>
          </p:nvSpPr>
          <p:spPr>
            <a:xfrm rot="10386262">
              <a:off x="7158440" y="262396"/>
              <a:ext cx="128531" cy="63057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20"/>
            <p:cNvSpPr/>
            <p:nvPr/>
          </p:nvSpPr>
          <p:spPr>
            <a:xfrm rot="-3266906">
              <a:off x="480007" y="417959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20"/>
            <p:cNvSpPr/>
            <p:nvPr/>
          </p:nvSpPr>
          <p:spPr>
            <a:xfrm rot="1625383">
              <a:off x="1814254" y="4953572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20"/>
            <p:cNvSpPr/>
            <p:nvPr/>
          </p:nvSpPr>
          <p:spPr>
            <a:xfrm rot="3522601">
              <a:off x="3178860" y="14516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20"/>
            <p:cNvSpPr/>
            <p:nvPr/>
          </p:nvSpPr>
          <p:spPr>
            <a:xfrm rot="-2695393">
              <a:off x="1133423" y="82025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20"/>
            <p:cNvSpPr/>
            <p:nvPr/>
          </p:nvSpPr>
          <p:spPr>
            <a:xfrm rot="-2695393">
              <a:off x="5503982" y="256761"/>
              <a:ext cx="151480" cy="74315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20"/>
            <p:cNvSpPr/>
            <p:nvPr/>
          </p:nvSpPr>
          <p:spPr>
            <a:xfrm rot="-1866820">
              <a:off x="8752036" y="2949940"/>
              <a:ext cx="57301" cy="147211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20"/>
            <p:cNvSpPr/>
            <p:nvPr/>
          </p:nvSpPr>
          <p:spPr>
            <a:xfrm rot="-3266906">
              <a:off x="256135" y="2982832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20"/>
            <p:cNvSpPr/>
            <p:nvPr/>
          </p:nvSpPr>
          <p:spPr>
            <a:xfrm rot="3522601">
              <a:off x="8752035" y="420977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20"/>
            <p:cNvSpPr/>
            <p:nvPr/>
          </p:nvSpPr>
          <p:spPr>
            <a:xfrm rot="-2695393">
              <a:off x="4219811" y="1338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20"/>
            <p:cNvSpPr/>
            <p:nvPr/>
          </p:nvSpPr>
          <p:spPr>
            <a:xfrm rot="3522601">
              <a:off x="316710" y="147436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20"/>
            <p:cNvSpPr/>
            <p:nvPr/>
          </p:nvSpPr>
          <p:spPr>
            <a:xfrm rot="-3266906">
              <a:off x="3983744" y="48072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20"/>
            <p:cNvSpPr/>
            <p:nvPr/>
          </p:nvSpPr>
          <p:spPr>
            <a:xfrm rot="3522601">
              <a:off x="6054085" y="4911503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20"/>
            <p:cNvSpPr/>
            <p:nvPr/>
          </p:nvSpPr>
          <p:spPr>
            <a:xfrm rot="-2695393">
              <a:off x="7808111" y="481235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" name="Google Shape;710;p2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">
    <p:spTree>
      <p:nvGrpSpPr>
        <p:cNvPr id="711" name="Shape 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2" name="Google Shape;712;p21"/>
          <p:cNvGrpSpPr/>
          <p:nvPr/>
        </p:nvGrpSpPr>
        <p:grpSpPr>
          <a:xfrm>
            <a:off x="0" y="-686275"/>
            <a:ext cx="9448800" cy="1747511"/>
            <a:chOff x="0" y="-686275"/>
            <a:chExt cx="9448800" cy="1747511"/>
          </a:xfrm>
        </p:grpSpPr>
        <p:sp>
          <p:nvSpPr>
            <p:cNvPr id="713" name="Google Shape;713;p21"/>
            <p:cNvSpPr/>
            <p:nvPr/>
          </p:nvSpPr>
          <p:spPr>
            <a:xfrm flipH="1">
              <a:off x="3377406" y="-337744"/>
              <a:ext cx="6071394" cy="1398980"/>
            </a:xfrm>
            <a:custGeom>
              <a:rect b="b" l="l" r="r" t="t"/>
              <a:pathLst>
                <a:path extrusionOk="0" h="6405" w="19663">
                  <a:moveTo>
                    <a:pt x="15799" y="0"/>
                  </a:moveTo>
                  <a:cubicBezTo>
                    <a:pt x="14930" y="0"/>
                    <a:pt x="14048" y="589"/>
                    <a:pt x="13212" y="812"/>
                  </a:cubicBezTo>
                  <a:cubicBezTo>
                    <a:pt x="12864" y="905"/>
                    <a:pt x="12513" y="943"/>
                    <a:pt x="12160" y="943"/>
                  </a:cubicBezTo>
                  <a:cubicBezTo>
                    <a:pt x="10715" y="943"/>
                    <a:pt x="9235" y="318"/>
                    <a:pt x="7772" y="318"/>
                  </a:cubicBezTo>
                  <a:cubicBezTo>
                    <a:pt x="7530" y="318"/>
                    <a:pt x="7289" y="336"/>
                    <a:pt x="7048" y="375"/>
                  </a:cubicBezTo>
                  <a:cubicBezTo>
                    <a:pt x="6660" y="444"/>
                    <a:pt x="6281" y="563"/>
                    <a:pt x="5886" y="563"/>
                  </a:cubicBezTo>
                  <a:cubicBezTo>
                    <a:pt x="5872" y="563"/>
                    <a:pt x="5858" y="563"/>
                    <a:pt x="5844" y="563"/>
                  </a:cubicBezTo>
                  <a:cubicBezTo>
                    <a:pt x="5288" y="550"/>
                    <a:pt x="4709" y="284"/>
                    <a:pt x="4175" y="284"/>
                  </a:cubicBezTo>
                  <a:cubicBezTo>
                    <a:pt x="3971" y="284"/>
                    <a:pt x="3774" y="323"/>
                    <a:pt x="3587" y="429"/>
                  </a:cubicBezTo>
                  <a:cubicBezTo>
                    <a:pt x="3444" y="509"/>
                    <a:pt x="3319" y="616"/>
                    <a:pt x="3167" y="661"/>
                  </a:cubicBezTo>
                  <a:cubicBezTo>
                    <a:pt x="3094" y="682"/>
                    <a:pt x="3019" y="690"/>
                    <a:pt x="2941" y="690"/>
                  </a:cubicBezTo>
                  <a:cubicBezTo>
                    <a:pt x="2593" y="690"/>
                    <a:pt x="2206" y="519"/>
                    <a:pt x="1846" y="519"/>
                  </a:cubicBezTo>
                  <a:cubicBezTo>
                    <a:pt x="1668" y="519"/>
                    <a:pt x="1496" y="561"/>
                    <a:pt x="1338" y="688"/>
                  </a:cubicBezTo>
                  <a:cubicBezTo>
                    <a:pt x="1187" y="812"/>
                    <a:pt x="1071" y="991"/>
                    <a:pt x="883" y="1044"/>
                  </a:cubicBezTo>
                  <a:cubicBezTo>
                    <a:pt x="842" y="1055"/>
                    <a:pt x="799" y="1057"/>
                    <a:pt x="756" y="1057"/>
                  </a:cubicBezTo>
                  <a:cubicBezTo>
                    <a:pt x="721" y="1057"/>
                    <a:pt x="686" y="1056"/>
                    <a:pt x="651" y="1056"/>
                  </a:cubicBezTo>
                  <a:cubicBezTo>
                    <a:pt x="618" y="1056"/>
                    <a:pt x="585" y="1057"/>
                    <a:pt x="553" y="1062"/>
                  </a:cubicBezTo>
                  <a:cubicBezTo>
                    <a:pt x="268" y="1098"/>
                    <a:pt x="63" y="1392"/>
                    <a:pt x="27" y="1687"/>
                  </a:cubicBezTo>
                  <a:cubicBezTo>
                    <a:pt x="0" y="1981"/>
                    <a:pt x="107" y="2275"/>
                    <a:pt x="250" y="2534"/>
                  </a:cubicBezTo>
                  <a:cubicBezTo>
                    <a:pt x="535" y="3080"/>
                    <a:pt x="1051" y="3574"/>
                    <a:pt x="1628" y="3574"/>
                  </a:cubicBezTo>
                  <a:cubicBezTo>
                    <a:pt x="1682" y="3574"/>
                    <a:pt x="1738" y="3569"/>
                    <a:pt x="1793" y="3560"/>
                  </a:cubicBezTo>
                  <a:cubicBezTo>
                    <a:pt x="2025" y="3524"/>
                    <a:pt x="2239" y="3408"/>
                    <a:pt x="2462" y="3337"/>
                  </a:cubicBezTo>
                  <a:cubicBezTo>
                    <a:pt x="2635" y="3288"/>
                    <a:pt x="2809" y="3268"/>
                    <a:pt x="2985" y="3268"/>
                  </a:cubicBezTo>
                  <a:cubicBezTo>
                    <a:pt x="3537" y="3268"/>
                    <a:pt x="4102" y="3459"/>
                    <a:pt x="4657" y="3507"/>
                  </a:cubicBezTo>
                  <a:cubicBezTo>
                    <a:pt x="4746" y="3514"/>
                    <a:pt x="4836" y="3517"/>
                    <a:pt x="4925" y="3517"/>
                  </a:cubicBezTo>
                  <a:cubicBezTo>
                    <a:pt x="6130" y="3517"/>
                    <a:pt x="7329" y="2921"/>
                    <a:pt x="8502" y="2921"/>
                  </a:cubicBezTo>
                  <a:cubicBezTo>
                    <a:pt x="8786" y="2921"/>
                    <a:pt x="9069" y="2956"/>
                    <a:pt x="9350" y="3043"/>
                  </a:cubicBezTo>
                  <a:cubicBezTo>
                    <a:pt x="9813" y="3185"/>
                    <a:pt x="10393" y="3373"/>
                    <a:pt x="10822" y="3551"/>
                  </a:cubicBezTo>
                  <a:cubicBezTo>
                    <a:pt x="11294" y="3756"/>
                    <a:pt x="11384" y="4086"/>
                    <a:pt x="11223" y="4595"/>
                  </a:cubicBezTo>
                  <a:cubicBezTo>
                    <a:pt x="11143" y="4871"/>
                    <a:pt x="11036" y="5157"/>
                    <a:pt x="11125" y="5434"/>
                  </a:cubicBezTo>
                  <a:cubicBezTo>
                    <a:pt x="11204" y="5665"/>
                    <a:pt x="11444" y="5804"/>
                    <a:pt x="11680" y="5804"/>
                  </a:cubicBezTo>
                  <a:cubicBezTo>
                    <a:pt x="11817" y="5804"/>
                    <a:pt x="11951" y="5758"/>
                    <a:pt x="12053" y="5657"/>
                  </a:cubicBezTo>
                  <a:cubicBezTo>
                    <a:pt x="12293" y="5416"/>
                    <a:pt x="12276" y="5023"/>
                    <a:pt x="12204" y="4684"/>
                  </a:cubicBezTo>
                  <a:cubicBezTo>
                    <a:pt x="12124" y="4309"/>
                    <a:pt x="11928" y="3872"/>
                    <a:pt x="12035" y="3498"/>
                  </a:cubicBezTo>
                  <a:cubicBezTo>
                    <a:pt x="12169" y="3061"/>
                    <a:pt x="12731" y="2686"/>
                    <a:pt x="13114" y="2543"/>
                  </a:cubicBezTo>
                  <a:cubicBezTo>
                    <a:pt x="13328" y="2465"/>
                    <a:pt x="13554" y="2426"/>
                    <a:pt x="13779" y="2426"/>
                  </a:cubicBezTo>
                  <a:cubicBezTo>
                    <a:pt x="14120" y="2426"/>
                    <a:pt x="14461" y="2514"/>
                    <a:pt x="14756" y="2686"/>
                  </a:cubicBezTo>
                  <a:cubicBezTo>
                    <a:pt x="15014" y="2837"/>
                    <a:pt x="15246" y="3061"/>
                    <a:pt x="15344" y="3355"/>
                  </a:cubicBezTo>
                  <a:cubicBezTo>
                    <a:pt x="15478" y="3810"/>
                    <a:pt x="15246" y="4283"/>
                    <a:pt x="15095" y="4738"/>
                  </a:cubicBezTo>
                  <a:cubicBezTo>
                    <a:pt x="14970" y="5086"/>
                    <a:pt x="14889" y="5478"/>
                    <a:pt x="15005" y="5835"/>
                  </a:cubicBezTo>
                  <a:cubicBezTo>
                    <a:pt x="15107" y="6147"/>
                    <a:pt x="15393" y="6405"/>
                    <a:pt x="15701" y="6405"/>
                  </a:cubicBezTo>
                  <a:cubicBezTo>
                    <a:pt x="15746" y="6405"/>
                    <a:pt x="15790" y="6399"/>
                    <a:pt x="15835" y="6388"/>
                  </a:cubicBezTo>
                  <a:cubicBezTo>
                    <a:pt x="16210" y="6290"/>
                    <a:pt x="16397" y="5817"/>
                    <a:pt x="16388" y="5407"/>
                  </a:cubicBezTo>
                  <a:cubicBezTo>
                    <a:pt x="16388" y="4996"/>
                    <a:pt x="16272" y="4586"/>
                    <a:pt x="16317" y="4185"/>
                  </a:cubicBezTo>
                  <a:cubicBezTo>
                    <a:pt x="16379" y="3583"/>
                    <a:pt x="16671" y="3442"/>
                    <a:pt x="17037" y="3442"/>
                  </a:cubicBezTo>
                  <a:cubicBezTo>
                    <a:pt x="17360" y="3442"/>
                    <a:pt x="17739" y="3551"/>
                    <a:pt x="18068" y="3551"/>
                  </a:cubicBezTo>
                  <a:cubicBezTo>
                    <a:pt x="18119" y="3551"/>
                    <a:pt x="18169" y="3548"/>
                    <a:pt x="18217" y="3542"/>
                  </a:cubicBezTo>
                  <a:cubicBezTo>
                    <a:pt x="18654" y="3489"/>
                    <a:pt x="19020" y="3069"/>
                    <a:pt x="19038" y="2614"/>
                  </a:cubicBezTo>
                  <a:cubicBezTo>
                    <a:pt x="19038" y="2445"/>
                    <a:pt x="19011" y="2267"/>
                    <a:pt x="19091" y="2124"/>
                  </a:cubicBezTo>
                  <a:cubicBezTo>
                    <a:pt x="19145" y="2026"/>
                    <a:pt x="19243" y="1963"/>
                    <a:pt x="19323" y="1892"/>
                  </a:cubicBezTo>
                  <a:cubicBezTo>
                    <a:pt x="19662" y="1553"/>
                    <a:pt x="19537" y="902"/>
                    <a:pt x="19154" y="616"/>
                  </a:cubicBezTo>
                  <a:cubicBezTo>
                    <a:pt x="18952" y="462"/>
                    <a:pt x="18703" y="397"/>
                    <a:pt x="18449" y="397"/>
                  </a:cubicBezTo>
                  <a:cubicBezTo>
                    <a:pt x="18231" y="397"/>
                    <a:pt x="18008" y="445"/>
                    <a:pt x="17807" y="527"/>
                  </a:cubicBezTo>
                  <a:cubicBezTo>
                    <a:pt x="17672" y="577"/>
                    <a:pt x="17538" y="644"/>
                    <a:pt x="17403" y="644"/>
                  </a:cubicBezTo>
                  <a:cubicBezTo>
                    <a:pt x="17395" y="644"/>
                    <a:pt x="17387" y="643"/>
                    <a:pt x="17378" y="643"/>
                  </a:cubicBezTo>
                  <a:cubicBezTo>
                    <a:pt x="17164" y="634"/>
                    <a:pt x="16995" y="465"/>
                    <a:pt x="16825" y="340"/>
                  </a:cubicBezTo>
                  <a:cubicBezTo>
                    <a:pt x="16488" y="93"/>
                    <a:pt x="16144" y="0"/>
                    <a:pt x="15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4" name="Google Shape;714;p21"/>
            <p:cNvGrpSpPr/>
            <p:nvPr/>
          </p:nvGrpSpPr>
          <p:grpSpPr>
            <a:xfrm flipH="1">
              <a:off x="4460582" y="47546"/>
              <a:ext cx="3429432" cy="338703"/>
              <a:chOff x="4387885" y="218763"/>
              <a:chExt cx="3328253" cy="338703"/>
            </a:xfrm>
          </p:grpSpPr>
          <p:sp>
            <p:nvSpPr>
              <p:cNvPr id="715" name="Google Shape;715;p21"/>
              <p:cNvSpPr/>
              <p:nvPr/>
            </p:nvSpPr>
            <p:spPr>
              <a:xfrm flipH="1">
                <a:off x="4693099" y="315338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21"/>
              <p:cNvSpPr/>
              <p:nvPr/>
            </p:nvSpPr>
            <p:spPr>
              <a:xfrm flipH="1">
                <a:off x="7499882" y="321408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21"/>
              <p:cNvSpPr/>
              <p:nvPr/>
            </p:nvSpPr>
            <p:spPr>
              <a:xfrm flipH="1">
                <a:off x="7613742" y="478389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21"/>
              <p:cNvSpPr/>
              <p:nvPr/>
            </p:nvSpPr>
            <p:spPr>
              <a:xfrm flipH="1">
                <a:off x="4387885" y="218763"/>
                <a:ext cx="84939" cy="66440"/>
              </a:xfrm>
              <a:custGeom>
                <a:rect b="b" l="l" r="r" t="t"/>
                <a:pathLst>
                  <a:path extrusionOk="0" h="510" w="652">
                    <a:moveTo>
                      <a:pt x="331" y="1"/>
                    </a:moveTo>
                    <a:cubicBezTo>
                      <a:pt x="0" y="1"/>
                      <a:pt x="0" y="509"/>
                      <a:pt x="331" y="509"/>
                    </a:cubicBezTo>
                    <a:cubicBezTo>
                      <a:pt x="652" y="509"/>
                      <a:pt x="652" y="1"/>
                      <a:pt x="3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9" name="Google Shape;719;p21"/>
            <p:cNvSpPr/>
            <p:nvPr/>
          </p:nvSpPr>
          <p:spPr>
            <a:xfrm rot="350023">
              <a:off x="3796789" y="-119171"/>
              <a:ext cx="5556812" cy="295671"/>
            </a:xfrm>
            <a:custGeom>
              <a:rect b="b" l="l" r="r" t="t"/>
              <a:pathLst>
                <a:path extrusionOk="0" h="11827" w="163830">
                  <a:moveTo>
                    <a:pt x="0" y="11827"/>
                  </a:moveTo>
                  <a:cubicBezTo>
                    <a:pt x="4491" y="9902"/>
                    <a:pt x="8463" y="6894"/>
                    <a:pt x="12954" y="4969"/>
                  </a:cubicBezTo>
                  <a:cubicBezTo>
                    <a:pt x="16697" y="3365"/>
                    <a:pt x="21196" y="5195"/>
                    <a:pt x="25146" y="4207"/>
                  </a:cubicBezTo>
                  <a:cubicBezTo>
                    <a:pt x="33524" y="2112"/>
                    <a:pt x="42497" y="3040"/>
                    <a:pt x="51054" y="4207"/>
                  </a:cubicBezTo>
                  <a:cubicBezTo>
                    <a:pt x="58708" y="5251"/>
                    <a:pt x="66486" y="10139"/>
                    <a:pt x="73914" y="8017"/>
                  </a:cubicBezTo>
                  <a:cubicBezTo>
                    <a:pt x="79494" y="6423"/>
                    <a:pt x="84225" y="2297"/>
                    <a:pt x="89916" y="1159"/>
                  </a:cubicBezTo>
                  <a:cubicBezTo>
                    <a:pt x="98633" y="-584"/>
                    <a:pt x="107771" y="9"/>
                    <a:pt x="116586" y="1159"/>
                  </a:cubicBezTo>
                  <a:cubicBezTo>
                    <a:pt x="125383" y="2306"/>
                    <a:pt x="134257" y="3960"/>
                    <a:pt x="142494" y="7255"/>
                  </a:cubicBezTo>
                  <a:cubicBezTo>
                    <a:pt x="146267" y="8764"/>
                    <a:pt x="150743" y="6269"/>
                    <a:pt x="154686" y="7255"/>
                  </a:cubicBezTo>
                  <a:cubicBezTo>
                    <a:pt x="157803" y="8034"/>
                    <a:pt x="160617" y="10303"/>
                    <a:pt x="163830" y="10303"/>
                  </a:cubicBezTo>
                </a:path>
              </a:pathLst>
            </a:custGeom>
            <a:noFill/>
            <a:ln cap="rnd" cmpd="sng" w="3810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sp>
        <p:sp>
          <p:nvSpPr>
            <p:cNvPr id="720" name="Google Shape;720;p21"/>
            <p:cNvSpPr/>
            <p:nvPr/>
          </p:nvSpPr>
          <p:spPr>
            <a:xfrm>
              <a:off x="0" y="-686275"/>
              <a:ext cx="3588298" cy="1635316"/>
            </a:xfrm>
            <a:custGeom>
              <a:rect b="b" l="l" r="r" t="t"/>
              <a:pathLst>
                <a:path extrusionOk="0" h="11958" w="21055">
                  <a:moveTo>
                    <a:pt x="16827" y="1"/>
                  </a:moveTo>
                  <a:cubicBezTo>
                    <a:pt x="16033" y="1"/>
                    <a:pt x="15235" y="124"/>
                    <a:pt x="14444" y="243"/>
                  </a:cubicBezTo>
                  <a:cubicBezTo>
                    <a:pt x="14444" y="252"/>
                    <a:pt x="14435" y="252"/>
                    <a:pt x="14426" y="252"/>
                  </a:cubicBezTo>
                  <a:lnTo>
                    <a:pt x="446" y="3392"/>
                  </a:lnTo>
                  <a:cubicBezTo>
                    <a:pt x="304" y="3419"/>
                    <a:pt x="197" y="3535"/>
                    <a:pt x="161" y="3677"/>
                  </a:cubicBezTo>
                  <a:cubicBezTo>
                    <a:pt x="0" y="4355"/>
                    <a:pt x="18" y="5087"/>
                    <a:pt x="206" y="5765"/>
                  </a:cubicBezTo>
                  <a:cubicBezTo>
                    <a:pt x="249" y="5934"/>
                    <a:pt x="403" y="6030"/>
                    <a:pt x="560" y="6030"/>
                  </a:cubicBezTo>
                  <a:cubicBezTo>
                    <a:pt x="661" y="6030"/>
                    <a:pt x="763" y="5991"/>
                    <a:pt x="839" y="5908"/>
                  </a:cubicBezTo>
                  <a:cubicBezTo>
                    <a:pt x="839" y="5908"/>
                    <a:pt x="839" y="5908"/>
                    <a:pt x="839" y="5899"/>
                  </a:cubicBezTo>
                  <a:cubicBezTo>
                    <a:pt x="917" y="5821"/>
                    <a:pt x="1014" y="5785"/>
                    <a:pt x="1110" y="5785"/>
                  </a:cubicBezTo>
                  <a:cubicBezTo>
                    <a:pt x="1288" y="5785"/>
                    <a:pt x="1461" y="5909"/>
                    <a:pt x="1490" y="6113"/>
                  </a:cubicBezTo>
                  <a:cubicBezTo>
                    <a:pt x="1535" y="6425"/>
                    <a:pt x="1481" y="6782"/>
                    <a:pt x="1472" y="7112"/>
                  </a:cubicBezTo>
                  <a:cubicBezTo>
                    <a:pt x="1448" y="7622"/>
                    <a:pt x="1734" y="8277"/>
                    <a:pt x="2213" y="8277"/>
                  </a:cubicBezTo>
                  <a:cubicBezTo>
                    <a:pt x="2253" y="8277"/>
                    <a:pt x="2295" y="8272"/>
                    <a:pt x="2338" y="8263"/>
                  </a:cubicBezTo>
                  <a:cubicBezTo>
                    <a:pt x="2721" y="8173"/>
                    <a:pt x="2882" y="7718"/>
                    <a:pt x="3203" y="7478"/>
                  </a:cubicBezTo>
                  <a:cubicBezTo>
                    <a:pt x="3357" y="7360"/>
                    <a:pt x="3532" y="7309"/>
                    <a:pt x="3712" y="7309"/>
                  </a:cubicBezTo>
                  <a:cubicBezTo>
                    <a:pt x="4232" y="7309"/>
                    <a:pt x="4793" y="7737"/>
                    <a:pt x="5005" y="8254"/>
                  </a:cubicBezTo>
                  <a:cubicBezTo>
                    <a:pt x="5299" y="8950"/>
                    <a:pt x="5210" y="9735"/>
                    <a:pt x="5362" y="10475"/>
                  </a:cubicBezTo>
                  <a:cubicBezTo>
                    <a:pt x="5501" y="11195"/>
                    <a:pt x="6028" y="11958"/>
                    <a:pt x="6754" y="11958"/>
                  </a:cubicBezTo>
                  <a:cubicBezTo>
                    <a:pt x="6775" y="11958"/>
                    <a:pt x="6795" y="11957"/>
                    <a:pt x="6816" y="11956"/>
                  </a:cubicBezTo>
                  <a:cubicBezTo>
                    <a:pt x="7646" y="11902"/>
                    <a:pt x="8074" y="10903"/>
                    <a:pt x="8083" y="10074"/>
                  </a:cubicBezTo>
                  <a:cubicBezTo>
                    <a:pt x="8101" y="9244"/>
                    <a:pt x="7922" y="8352"/>
                    <a:pt x="8342" y="7638"/>
                  </a:cubicBezTo>
                  <a:cubicBezTo>
                    <a:pt x="8501" y="7373"/>
                    <a:pt x="8783" y="7133"/>
                    <a:pt x="9077" y="7133"/>
                  </a:cubicBezTo>
                  <a:cubicBezTo>
                    <a:pt x="9129" y="7133"/>
                    <a:pt x="9182" y="7140"/>
                    <a:pt x="9234" y="7156"/>
                  </a:cubicBezTo>
                  <a:cubicBezTo>
                    <a:pt x="9698" y="7290"/>
                    <a:pt x="9814" y="7950"/>
                    <a:pt x="10268" y="8111"/>
                  </a:cubicBezTo>
                  <a:cubicBezTo>
                    <a:pt x="10333" y="8133"/>
                    <a:pt x="10396" y="8143"/>
                    <a:pt x="10457" y="8143"/>
                  </a:cubicBezTo>
                  <a:cubicBezTo>
                    <a:pt x="10897" y="8143"/>
                    <a:pt x="11257" y="7623"/>
                    <a:pt x="11500" y="7192"/>
                  </a:cubicBezTo>
                  <a:cubicBezTo>
                    <a:pt x="11702" y="6827"/>
                    <a:pt x="12110" y="6447"/>
                    <a:pt x="12474" y="6447"/>
                  </a:cubicBezTo>
                  <a:cubicBezTo>
                    <a:pt x="12591" y="6447"/>
                    <a:pt x="12703" y="6486"/>
                    <a:pt x="12802" y="6577"/>
                  </a:cubicBezTo>
                  <a:cubicBezTo>
                    <a:pt x="13061" y="6817"/>
                    <a:pt x="13034" y="7290"/>
                    <a:pt x="13346" y="7460"/>
                  </a:cubicBezTo>
                  <a:cubicBezTo>
                    <a:pt x="13413" y="7496"/>
                    <a:pt x="13481" y="7511"/>
                    <a:pt x="13551" y="7511"/>
                  </a:cubicBezTo>
                  <a:cubicBezTo>
                    <a:pt x="13950" y="7511"/>
                    <a:pt x="14389" y="7006"/>
                    <a:pt x="14772" y="7006"/>
                  </a:cubicBezTo>
                  <a:cubicBezTo>
                    <a:pt x="14849" y="7006"/>
                    <a:pt x="14925" y="7026"/>
                    <a:pt x="14997" y="7076"/>
                  </a:cubicBezTo>
                  <a:cubicBezTo>
                    <a:pt x="15104" y="7156"/>
                    <a:pt x="15166" y="7281"/>
                    <a:pt x="15211" y="7415"/>
                  </a:cubicBezTo>
                  <a:cubicBezTo>
                    <a:pt x="15648" y="8602"/>
                    <a:pt x="15273" y="10065"/>
                    <a:pt x="16040" y="11073"/>
                  </a:cubicBezTo>
                  <a:cubicBezTo>
                    <a:pt x="16156" y="11216"/>
                    <a:pt x="16290" y="11349"/>
                    <a:pt x="16460" y="11421"/>
                  </a:cubicBezTo>
                  <a:cubicBezTo>
                    <a:pt x="16543" y="11452"/>
                    <a:pt x="16631" y="11466"/>
                    <a:pt x="16720" y="11466"/>
                  </a:cubicBezTo>
                  <a:cubicBezTo>
                    <a:pt x="16908" y="11466"/>
                    <a:pt x="17102" y="11404"/>
                    <a:pt x="17272" y="11314"/>
                  </a:cubicBezTo>
                  <a:cubicBezTo>
                    <a:pt x="18262" y="10761"/>
                    <a:pt x="18360" y="9387"/>
                    <a:pt x="18244" y="8263"/>
                  </a:cubicBezTo>
                  <a:cubicBezTo>
                    <a:pt x="18217" y="7959"/>
                    <a:pt x="18208" y="7594"/>
                    <a:pt x="18476" y="7442"/>
                  </a:cubicBezTo>
                  <a:cubicBezTo>
                    <a:pt x="18538" y="7406"/>
                    <a:pt x="18606" y="7390"/>
                    <a:pt x="18675" y="7390"/>
                  </a:cubicBezTo>
                  <a:cubicBezTo>
                    <a:pt x="18866" y="7390"/>
                    <a:pt x="19067" y="7513"/>
                    <a:pt x="19172" y="7683"/>
                  </a:cubicBezTo>
                  <a:cubicBezTo>
                    <a:pt x="19243" y="7808"/>
                    <a:pt x="19288" y="7950"/>
                    <a:pt x="19306" y="8102"/>
                  </a:cubicBezTo>
                  <a:cubicBezTo>
                    <a:pt x="19335" y="8293"/>
                    <a:pt x="19492" y="8424"/>
                    <a:pt x="19671" y="8424"/>
                  </a:cubicBezTo>
                  <a:cubicBezTo>
                    <a:pt x="19709" y="8424"/>
                    <a:pt x="19748" y="8418"/>
                    <a:pt x="19787" y="8405"/>
                  </a:cubicBezTo>
                  <a:cubicBezTo>
                    <a:pt x="20251" y="8272"/>
                    <a:pt x="20635" y="7861"/>
                    <a:pt x="20813" y="7406"/>
                  </a:cubicBezTo>
                  <a:cubicBezTo>
                    <a:pt x="21054" y="6809"/>
                    <a:pt x="21018" y="6139"/>
                    <a:pt x="20983" y="5497"/>
                  </a:cubicBezTo>
                  <a:cubicBezTo>
                    <a:pt x="20947" y="4819"/>
                    <a:pt x="20911" y="4141"/>
                    <a:pt x="20867" y="3463"/>
                  </a:cubicBezTo>
                  <a:cubicBezTo>
                    <a:pt x="20849" y="3044"/>
                    <a:pt x="20822" y="2616"/>
                    <a:pt x="20697" y="2214"/>
                  </a:cubicBezTo>
                  <a:cubicBezTo>
                    <a:pt x="20331" y="1081"/>
                    <a:pt x="19181" y="341"/>
                    <a:pt x="18012" y="109"/>
                  </a:cubicBezTo>
                  <a:cubicBezTo>
                    <a:pt x="17619" y="32"/>
                    <a:pt x="17224" y="1"/>
                    <a:pt x="168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21"/>
            <p:cNvSpPr/>
            <p:nvPr/>
          </p:nvSpPr>
          <p:spPr>
            <a:xfrm rot="10800000">
              <a:off x="1865116" y="-156544"/>
              <a:ext cx="1814437" cy="370395"/>
            </a:xfrm>
            <a:custGeom>
              <a:rect b="b" l="l" r="r" t="t"/>
              <a:pathLst>
                <a:path extrusionOk="0" h="2965" w="14096">
                  <a:moveTo>
                    <a:pt x="7233" y="0"/>
                  </a:moveTo>
                  <a:cubicBezTo>
                    <a:pt x="7160" y="0"/>
                    <a:pt x="7087" y="4"/>
                    <a:pt x="7012" y="12"/>
                  </a:cubicBezTo>
                  <a:cubicBezTo>
                    <a:pt x="5977" y="119"/>
                    <a:pt x="5272" y="931"/>
                    <a:pt x="4487" y="1510"/>
                  </a:cubicBezTo>
                  <a:cubicBezTo>
                    <a:pt x="3718" y="2084"/>
                    <a:pt x="2849" y="2352"/>
                    <a:pt x="1954" y="2352"/>
                  </a:cubicBezTo>
                  <a:cubicBezTo>
                    <a:pt x="1428" y="2352"/>
                    <a:pt x="894" y="2260"/>
                    <a:pt x="366" y="2081"/>
                  </a:cubicBezTo>
                  <a:cubicBezTo>
                    <a:pt x="338" y="2072"/>
                    <a:pt x="312" y="2067"/>
                    <a:pt x="288" y="2067"/>
                  </a:cubicBezTo>
                  <a:cubicBezTo>
                    <a:pt x="70" y="2067"/>
                    <a:pt x="1" y="2430"/>
                    <a:pt x="250" y="2518"/>
                  </a:cubicBezTo>
                  <a:cubicBezTo>
                    <a:pt x="830" y="2716"/>
                    <a:pt x="1422" y="2827"/>
                    <a:pt x="2014" y="2827"/>
                  </a:cubicBezTo>
                  <a:cubicBezTo>
                    <a:pt x="2569" y="2827"/>
                    <a:pt x="3123" y="2730"/>
                    <a:pt x="3667" y="2518"/>
                  </a:cubicBezTo>
                  <a:cubicBezTo>
                    <a:pt x="4737" y="2099"/>
                    <a:pt x="5415" y="1162"/>
                    <a:pt x="6423" y="690"/>
                  </a:cubicBezTo>
                  <a:cubicBezTo>
                    <a:pt x="6688" y="567"/>
                    <a:pt x="6945" y="515"/>
                    <a:pt x="7196" y="515"/>
                  </a:cubicBezTo>
                  <a:cubicBezTo>
                    <a:pt x="8317" y="515"/>
                    <a:pt x="9317" y="1559"/>
                    <a:pt x="10286" y="2055"/>
                  </a:cubicBezTo>
                  <a:cubicBezTo>
                    <a:pt x="11366" y="2608"/>
                    <a:pt x="12552" y="2893"/>
                    <a:pt x="13774" y="2965"/>
                  </a:cubicBezTo>
                  <a:cubicBezTo>
                    <a:pt x="13780" y="2965"/>
                    <a:pt x="13785" y="2965"/>
                    <a:pt x="13791" y="2965"/>
                  </a:cubicBezTo>
                  <a:cubicBezTo>
                    <a:pt x="14095" y="2965"/>
                    <a:pt x="14090" y="2482"/>
                    <a:pt x="13774" y="2456"/>
                  </a:cubicBezTo>
                  <a:cubicBezTo>
                    <a:pt x="12293" y="2367"/>
                    <a:pt x="10928" y="1930"/>
                    <a:pt x="9697" y="1109"/>
                  </a:cubicBezTo>
                  <a:cubicBezTo>
                    <a:pt x="8944" y="612"/>
                    <a:pt x="8168" y="0"/>
                    <a:pt x="72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21"/>
            <p:cNvSpPr/>
            <p:nvPr/>
          </p:nvSpPr>
          <p:spPr>
            <a:xfrm>
              <a:off x="976176" y="119154"/>
              <a:ext cx="107925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21"/>
            <p:cNvSpPr/>
            <p:nvPr/>
          </p:nvSpPr>
          <p:spPr>
            <a:xfrm>
              <a:off x="861270" y="276135"/>
              <a:ext cx="105509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21"/>
            <p:cNvSpPr/>
            <p:nvPr/>
          </p:nvSpPr>
          <p:spPr>
            <a:xfrm>
              <a:off x="1336948" y="107308"/>
              <a:ext cx="64836" cy="48853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" name="Google Shape;725;p21"/>
          <p:cNvGrpSpPr/>
          <p:nvPr/>
        </p:nvGrpSpPr>
        <p:grpSpPr>
          <a:xfrm flipH="1">
            <a:off x="324915" y="493421"/>
            <a:ext cx="8522867" cy="4443296"/>
            <a:chOff x="292830" y="493421"/>
            <a:chExt cx="8522867" cy="4443296"/>
          </a:xfrm>
        </p:grpSpPr>
        <p:sp>
          <p:nvSpPr>
            <p:cNvPr id="726" name="Google Shape;726;p21"/>
            <p:cNvSpPr/>
            <p:nvPr/>
          </p:nvSpPr>
          <p:spPr>
            <a:xfrm rot="2115196">
              <a:off x="7446434" y="524282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21"/>
            <p:cNvSpPr/>
            <p:nvPr/>
          </p:nvSpPr>
          <p:spPr>
            <a:xfrm rot="3277097">
              <a:off x="8583483" y="3054495"/>
              <a:ext cx="56744" cy="123224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21"/>
            <p:cNvSpPr/>
            <p:nvPr/>
          </p:nvSpPr>
          <p:spPr>
            <a:xfrm rot="-9378507">
              <a:off x="3771268" y="1743061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21"/>
            <p:cNvSpPr/>
            <p:nvPr/>
          </p:nvSpPr>
          <p:spPr>
            <a:xfrm rot="3574462">
              <a:off x="8583470" y="4434208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21"/>
            <p:cNvSpPr/>
            <p:nvPr/>
          </p:nvSpPr>
          <p:spPr>
            <a:xfrm rot="1625383">
              <a:off x="5937929" y="4635285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21"/>
            <p:cNvSpPr/>
            <p:nvPr/>
          </p:nvSpPr>
          <p:spPr>
            <a:xfrm rot="3522601">
              <a:off x="2724635" y="6637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21"/>
            <p:cNvSpPr/>
            <p:nvPr/>
          </p:nvSpPr>
          <p:spPr>
            <a:xfrm rot="3418413">
              <a:off x="1608837" y="534390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21"/>
            <p:cNvSpPr/>
            <p:nvPr/>
          </p:nvSpPr>
          <p:spPr>
            <a:xfrm rot="-6529139">
              <a:off x="276694" y="3221536"/>
              <a:ext cx="151480" cy="7431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21"/>
            <p:cNvSpPr/>
            <p:nvPr/>
          </p:nvSpPr>
          <p:spPr>
            <a:xfrm rot="3522601">
              <a:off x="3657572" y="31641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21"/>
            <p:cNvSpPr/>
            <p:nvPr/>
          </p:nvSpPr>
          <p:spPr>
            <a:xfrm rot="-3266906">
              <a:off x="5424310" y="781269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21"/>
            <p:cNvSpPr/>
            <p:nvPr/>
          </p:nvSpPr>
          <p:spPr>
            <a:xfrm rot="3522601">
              <a:off x="681060" y="48252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21"/>
            <p:cNvSpPr/>
            <p:nvPr/>
          </p:nvSpPr>
          <p:spPr>
            <a:xfrm rot="1867268">
              <a:off x="749324" y="4531489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21"/>
            <p:cNvSpPr/>
            <p:nvPr/>
          </p:nvSpPr>
          <p:spPr>
            <a:xfrm rot="-2342076">
              <a:off x="8718435" y="1416552"/>
              <a:ext cx="57301" cy="147211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21"/>
            <p:cNvSpPr/>
            <p:nvPr/>
          </p:nvSpPr>
          <p:spPr>
            <a:xfrm rot="-3266906">
              <a:off x="2724907" y="46661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21"/>
            <p:cNvSpPr/>
            <p:nvPr/>
          </p:nvSpPr>
          <p:spPr>
            <a:xfrm rot="3522601">
              <a:off x="4253260" y="44222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21"/>
            <p:cNvSpPr/>
            <p:nvPr/>
          </p:nvSpPr>
          <p:spPr>
            <a:xfrm rot="-2695393">
              <a:off x="7233123" y="47890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" name="Google Shape;742;p21"/>
          <p:cNvSpPr txBox="1"/>
          <p:nvPr>
            <p:ph type="title"/>
          </p:nvPr>
        </p:nvSpPr>
        <p:spPr>
          <a:xfrm>
            <a:off x="720000" y="1391775"/>
            <a:ext cx="3893400" cy="18123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743" name="Google Shape;743;p21"/>
          <p:cNvSpPr txBox="1"/>
          <p:nvPr>
            <p:ph idx="1" type="subTitle"/>
          </p:nvPr>
        </p:nvSpPr>
        <p:spPr>
          <a:xfrm>
            <a:off x="720000" y="3204225"/>
            <a:ext cx="3893400" cy="1004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">
    <p:spTree>
      <p:nvGrpSpPr>
        <p:cNvPr id="744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5" name="Google Shape;745;p22"/>
          <p:cNvGrpSpPr/>
          <p:nvPr/>
        </p:nvGrpSpPr>
        <p:grpSpPr>
          <a:xfrm flipH="1">
            <a:off x="6708516" y="-869598"/>
            <a:ext cx="3389150" cy="3107450"/>
            <a:chOff x="-1180809" y="-869598"/>
            <a:chExt cx="3389150" cy="3107450"/>
          </a:xfrm>
        </p:grpSpPr>
        <p:sp>
          <p:nvSpPr>
            <p:cNvPr id="746" name="Google Shape;746;p22"/>
            <p:cNvSpPr/>
            <p:nvPr/>
          </p:nvSpPr>
          <p:spPr>
            <a:xfrm flipH="1">
              <a:off x="-1180809" y="-869598"/>
              <a:ext cx="3105258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22"/>
            <p:cNvSpPr/>
            <p:nvPr/>
          </p:nvSpPr>
          <p:spPr>
            <a:xfrm flipH="1">
              <a:off x="1133032" y="-229904"/>
              <a:ext cx="154639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22"/>
            <p:cNvSpPr/>
            <p:nvPr/>
          </p:nvSpPr>
          <p:spPr>
            <a:xfrm flipH="1">
              <a:off x="955841" y="-159034"/>
              <a:ext cx="107925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22"/>
            <p:cNvSpPr/>
            <p:nvPr/>
          </p:nvSpPr>
          <p:spPr>
            <a:xfrm flipH="1">
              <a:off x="1073163" y="-2053"/>
              <a:ext cx="105509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22"/>
            <p:cNvSpPr/>
            <p:nvPr/>
          </p:nvSpPr>
          <p:spPr>
            <a:xfrm flipH="1">
              <a:off x="1353446" y="22309"/>
              <a:ext cx="87521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22"/>
            <p:cNvSpPr/>
            <p:nvPr/>
          </p:nvSpPr>
          <p:spPr>
            <a:xfrm flipH="1">
              <a:off x="791805" y="208211"/>
              <a:ext cx="101884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22"/>
            <p:cNvSpPr/>
            <p:nvPr/>
          </p:nvSpPr>
          <p:spPr>
            <a:xfrm rot="-763273">
              <a:off x="-441236" y="-404593"/>
              <a:ext cx="2614881" cy="573109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" name="Google Shape;753;p22"/>
          <p:cNvGrpSpPr/>
          <p:nvPr/>
        </p:nvGrpSpPr>
        <p:grpSpPr>
          <a:xfrm>
            <a:off x="272341" y="164939"/>
            <a:ext cx="8497923" cy="4519991"/>
            <a:chOff x="59455" y="164939"/>
            <a:chExt cx="8497923" cy="4519991"/>
          </a:xfrm>
        </p:grpSpPr>
        <p:sp>
          <p:nvSpPr>
            <p:cNvPr id="754" name="Google Shape;754;p22"/>
            <p:cNvSpPr/>
            <p:nvPr/>
          </p:nvSpPr>
          <p:spPr>
            <a:xfrm rot="-3266906">
              <a:off x="6025935" y="621682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22"/>
            <p:cNvSpPr/>
            <p:nvPr/>
          </p:nvSpPr>
          <p:spPr>
            <a:xfrm rot="-3266906">
              <a:off x="8462382" y="12649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22"/>
            <p:cNvSpPr/>
            <p:nvPr/>
          </p:nvSpPr>
          <p:spPr>
            <a:xfrm rot="-3266906">
              <a:off x="7005941" y="4572572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22"/>
            <p:cNvSpPr/>
            <p:nvPr/>
          </p:nvSpPr>
          <p:spPr>
            <a:xfrm rot="-3266906">
              <a:off x="97707" y="39505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22"/>
            <p:cNvSpPr/>
            <p:nvPr/>
          </p:nvSpPr>
          <p:spPr>
            <a:xfrm rot="1625383">
              <a:off x="2849454" y="4347435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22"/>
            <p:cNvSpPr/>
            <p:nvPr/>
          </p:nvSpPr>
          <p:spPr>
            <a:xfrm rot="3522601">
              <a:off x="2972285" y="3068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22"/>
            <p:cNvSpPr/>
            <p:nvPr/>
          </p:nvSpPr>
          <p:spPr>
            <a:xfrm rot="-2695393">
              <a:off x="1537861" y="9091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22"/>
            <p:cNvSpPr/>
            <p:nvPr/>
          </p:nvSpPr>
          <p:spPr>
            <a:xfrm rot="-8488450">
              <a:off x="7205083" y="578475"/>
              <a:ext cx="151478" cy="74314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22"/>
            <p:cNvSpPr/>
            <p:nvPr/>
          </p:nvSpPr>
          <p:spPr>
            <a:xfrm rot="-1982461">
              <a:off x="8462109" y="3311291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22"/>
            <p:cNvSpPr/>
            <p:nvPr/>
          </p:nvSpPr>
          <p:spPr>
            <a:xfrm rot="2821290">
              <a:off x="4612135" y="714757"/>
              <a:ext cx="48619" cy="124905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22"/>
            <p:cNvSpPr/>
            <p:nvPr/>
          </p:nvSpPr>
          <p:spPr>
            <a:xfrm rot="3522601">
              <a:off x="8223985" y="4305353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22"/>
            <p:cNvSpPr/>
            <p:nvPr/>
          </p:nvSpPr>
          <p:spPr>
            <a:xfrm rot="-2695393">
              <a:off x="245048" y="36435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22"/>
            <p:cNvSpPr/>
            <p:nvPr/>
          </p:nvSpPr>
          <p:spPr>
            <a:xfrm rot="3522601">
              <a:off x="1163910" y="409966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22"/>
            <p:cNvSpPr/>
            <p:nvPr/>
          </p:nvSpPr>
          <p:spPr>
            <a:xfrm rot="-3266906">
              <a:off x="4222232" y="3119620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22"/>
            <p:cNvSpPr/>
            <p:nvPr/>
          </p:nvSpPr>
          <p:spPr>
            <a:xfrm rot="3522601">
              <a:off x="5276535" y="45486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22"/>
            <p:cNvSpPr/>
            <p:nvPr/>
          </p:nvSpPr>
          <p:spPr>
            <a:xfrm rot="-2695393">
              <a:off x="8407611" y="16735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" name="Google Shape;770;p22"/>
          <p:cNvSpPr txBox="1"/>
          <p:nvPr>
            <p:ph type="title"/>
          </p:nvPr>
        </p:nvSpPr>
        <p:spPr>
          <a:xfrm>
            <a:off x="5070300" y="1267650"/>
            <a:ext cx="2202000" cy="13041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771" name="Google Shape;771;p22"/>
          <p:cNvSpPr txBox="1"/>
          <p:nvPr>
            <p:ph idx="1" type="subTitle"/>
          </p:nvPr>
        </p:nvSpPr>
        <p:spPr>
          <a:xfrm>
            <a:off x="5070300" y="2571750"/>
            <a:ext cx="3360600" cy="13041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4_1">
    <p:spTree>
      <p:nvGrpSpPr>
        <p:cNvPr id="772" name="Shape 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3" name="Google Shape;773;p23"/>
          <p:cNvGrpSpPr/>
          <p:nvPr/>
        </p:nvGrpSpPr>
        <p:grpSpPr>
          <a:xfrm flipH="1">
            <a:off x="-1138771" y="-869598"/>
            <a:ext cx="3389150" cy="3107450"/>
            <a:chOff x="6748479" y="-869598"/>
            <a:chExt cx="3389150" cy="3107450"/>
          </a:xfrm>
        </p:grpSpPr>
        <p:sp>
          <p:nvSpPr>
            <p:cNvPr id="774" name="Google Shape;774;p23"/>
            <p:cNvSpPr/>
            <p:nvPr/>
          </p:nvSpPr>
          <p:spPr>
            <a:xfrm>
              <a:off x="7032370" y="-869598"/>
              <a:ext cx="3105258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23"/>
            <p:cNvSpPr/>
            <p:nvPr/>
          </p:nvSpPr>
          <p:spPr>
            <a:xfrm>
              <a:off x="7669149" y="-229904"/>
              <a:ext cx="154639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23"/>
            <p:cNvSpPr/>
            <p:nvPr/>
          </p:nvSpPr>
          <p:spPr>
            <a:xfrm>
              <a:off x="7893054" y="-159034"/>
              <a:ext cx="107925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23"/>
            <p:cNvSpPr/>
            <p:nvPr/>
          </p:nvSpPr>
          <p:spPr>
            <a:xfrm>
              <a:off x="7778148" y="-2053"/>
              <a:ext cx="105509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23"/>
            <p:cNvSpPr/>
            <p:nvPr/>
          </p:nvSpPr>
          <p:spPr>
            <a:xfrm>
              <a:off x="7515852" y="22309"/>
              <a:ext cx="87521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23"/>
            <p:cNvSpPr/>
            <p:nvPr/>
          </p:nvSpPr>
          <p:spPr>
            <a:xfrm>
              <a:off x="8063130" y="208211"/>
              <a:ext cx="101884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23"/>
            <p:cNvSpPr/>
            <p:nvPr/>
          </p:nvSpPr>
          <p:spPr>
            <a:xfrm flipH="1" rot="763273">
              <a:off x="6783175" y="-404593"/>
              <a:ext cx="2614881" cy="573109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" name="Google Shape;781;p23"/>
          <p:cNvGrpSpPr/>
          <p:nvPr/>
        </p:nvGrpSpPr>
        <p:grpSpPr>
          <a:xfrm flipH="1">
            <a:off x="189025" y="164939"/>
            <a:ext cx="8688354" cy="4675691"/>
            <a:chOff x="-133445" y="164939"/>
            <a:chExt cx="8688354" cy="4675691"/>
          </a:xfrm>
        </p:grpSpPr>
        <p:sp>
          <p:nvSpPr>
            <p:cNvPr id="782" name="Google Shape;782;p23"/>
            <p:cNvSpPr/>
            <p:nvPr/>
          </p:nvSpPr>
          <p:spPr>
            <a:xfrm rot="-3266906">
              <a:off x="6025935" y="621682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23"/>
            <p:cNvSpPr/>
            <p:nvPr/>
          </p:nvSpPr>
          <p:spPr>
            <a:xfrm rot="-3266906">
              <a:off x="-95193" y="71559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23"/>
            <p:cNvSpPr/>
            <p:nvPr/>
          </p:nvSpPr>
          <p:spPr>
            <a:xfrm rot="-3266906">
              <a:off x="7719766" y="1759022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23"/>
            <p:cNvSpPr/>
            <p:nvPr/>
          </p:nvSpPr>
          <p:spPr>
            <a:xfrm rot="-3266906">
              <a:off x="97707" y="39505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23"/>
            <p:cNvSpPr/>
            <p:nvPr/>
          </p:nvSpPr>
          <p:spPr>
            <a:xfrm rot="1625383">
              <a:off x="2849454" y="4347435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23"/>
            <p:cNvSpPr/>
            <p:nvPr/>
          </p:nvSpPr>
          <p:spPr>
            <a:xfrm rot="3522601">
              <a:off x="3131310" y="5420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23"/>
            <p:cNvSpPr/>
            <p:nvPr/>
          </p:nvSpPr>
          <p:spPr>
            <a:xfrm rot="-2695393">
              <a:off x="1448411" y="31740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23"/>
            <p:cNvSpPr/>
            <p:nvPr/>
          </p:nvSpPr>
          <p:spPr>
            <a:xfrm rot="-8488450">
              <a:off x="7205083" y="578475"/>
              <a:ext cx="151478" cy="74314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23"/>
            <p:cNvSpPr/>
            <p:nvPr/>
          </p:nvSpPr>
          <p:spPr>
            <a:xfrm rot="-1982461">
              <a:off x="8462109" y="3311291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23"/>
            <p:cNvSpPr/>
            <p:nvPr/>
          </p:nvSpPr>
          <p:spPr>
            <a:xfrm rot="2821290">
              <a:off x="4612135" y="714757"/>
              <a:ext cx="48619" cy="124905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23"/>
            <p:cNvSpPr/>
            <p:nvPr/>
          </p:nvSpPr>
          <p:spPr>
            <a:xfrm rot="3522601">
              <a:off x="7614585" y="45304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23"/>
            <p:cNvSpPr/>
            <p:nvPr/>
          </p:nvSpPr>
          <p:spPr>
            <a:xfrm rot="-2695393">
              <a:off x="92648" y="257415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23"/>
            <p:cNvSpPr/>
            <p:nvPr/>
          </p:nvSpPr>
          <p:spPr>
            <a:xfrm rot="3522601">
              <a:off x="1163910" y="409966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23"/>
            <p:cNvSpPr/>
            <p:nvPr/>
          </p:nvSpPr>
          <p:spPr>
            <a:xfrm rot="-3266906">
              <a:off x="3890782" y="29009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23"/>
            <p:cNvSpPr/>
            <p:nvPr/>
          </p:nvSpPr>
          <p:spPr>
            <a:xfrm rot="3522601">
              <a:off x="5087710" y="47043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23"/>
            <p:cNvSpPr/>
            <p:nvPr/>
          </p:nvSpPr>
          <p:spPr>
            <a:xfrm rot="-2695393">
              <a:off x="8407611" y="16735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" name="Google Shape;798;p23"/>
          <p:cNvSpPr txBox="1"/>
          <p:nvPr>
            <p:ph type="title"/>
          </p:nvPr>
        </p:nvSpPr>
        <p:spPr>
          <a:xfrm>
            <a:off x="1871700" y="1267650"/>
            <a:ext cx="2202000" cy="13041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799" name="Google Shape;799;p23"/>
          <p:cNvSpPr txBox="1"/>
          <p:nvPr>
            <p:ph idx="1" type="subTitle"/>
          </p:nvPr>
        </p:nvSpPr>
        <p:spPr>
          <a:xfrm>
            <a:off x="713100" y="2571750"/>
            <a:ext cx="3360600" cy="13041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10">
    <p:spTree>
      <p:nvGrpSpPr>
        <p:cNvPr id="800" name="Shape 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1" name="Google Shape;801;p24"/>
          <p:cNvGrpSpPr/>
          <p:nvPr/>
        </p:nvGrpSpPr>
        <p:grpSpPr>
          <a:xfrm>
            <a:off x="260515" y="121584"/>
            <a:ext cx="8750274" cy="4867726"/>
            <a:chOff x="260515" y="121584"/>
            <a:chExt cx="8750274" cy="4867726"/>
          </a:xfrm>
        </p:grpSpPr>
        <p:sp>
          <p:nvSpPr>
            <p:cNvPr id="802" name="Google Shape;802;p24"/>
            <p:cNvSpPr/>
            <p:nvPr/>
          </p:nvSpPr>
          <p:spPr>
            <a:xfrm rot="-3266906">
              <a:off x="5434410" y="197319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24"/>
            <p:cNvSpPr/>
            <p:nvPr/>
          </p:nvSpPr>
          <p:spPr>
            <a:xfrm rot="1929602">
              <a:off x="7800082" y="198145"/>
              <a:ext cx="56745" cy="123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24"/>
            <p:cNvSpPr/>
            <p:nvPr/>
          </p:nvSpPr>
          <p:spPr>
            <a:xfrm rot="-3266906">
              <a:off x="8575616" y="2049072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24"/>
            <p:cNvSpPr/>
            <p:nvPr/>
          </p:nvSpPr>
          <p:spPr>
            <a:xfrm rot="3504313">
              <a:off x="1082906" y="128945"/>
              <a:ext cx="56745" cy="123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24"/>
            <p:cNvSpPr/>
            <p:nvPr/>
          </p:nvSpPr>
          <p:spPr>
            <a:xfrm rot="1625383">
              <a:off x="2164479" y="4729710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24"/>
            <p:cNvSpPr/>
            <p:nvPr/>
          </p:nvSpPr>
          <p:spPr>
            <a:xfrm rot="3522601">
              <a:off x="3189510" y="1106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24"/>
            <p:cNvSpPr/>
            <p:nvPr/>
          </p:nvSpPr>
          <p:spPr>
            <a:xfrm rot="-2695393">
              <a:off x="8397461" y="42813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24"/>
            <p:cNvSpPr/>
            <p:nvPr/>
          </p:nvSpPr>
          <p:spPr>
            <a:xfrm rot="-2695393">
              <a:off x="288220" y="4611286"/>
              <a:ext cx="151480" cy="74315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24"/>
            <p:cNvSpPr/>
            <p:nvPr/>
          </p:nvSpPr>
          <p:spPr>
            <a:xfrm rot="-3266906">
              <a:off x="8921535" y="1106257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24"/>
            <p:cNvSpPr/>
            <p:nvPr/>
          </p:nvSpPr>
          <p:spPr>
            <a:xfrm rot="2330256">
              <a:off x="298660" y="2426727"/>
              <a:ext cx="66877" cy="145230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24"/>
            <p:cNvSpPr/>
            <p:nvPr/>
          </p:nvSpPr>
          <p:spPr>
            <a:xfrm rot="-3475107">
              <a:off x="335309" y="1128392"/>
              <a:ext cx="57300" cy="147206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24"/>
            <p:cNvSpPr/>
            <p:nvPr/>
          </p:nvSpPr>
          <p:spPr>
            <a:xfrm rot="-275899">
              <a:off x="5580609" y="4840041"/>
              <a:ext cx="57301" cy="147209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4"/>
            <p:cNvSpPr/>
            <p:nvPr/>
          </p:nvSpPr>
          <p:spPr>
            <a:xfrm rot="-8100000">
              <a:off x="6645361" y="47362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" name="Google Shape;815;p24"/>
          <p:cNvSpPr txBox="1"/>
          <p:nvPr>
            <p:ph idx="1" type="body"/>
          </p:nvPr>
        </p:nvSpPr>
        <p:spPr>
          <a:xfrm>
            <a:off x="876700" y="1329325"/>
            <a:ext cx="3577800" cy="3302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Char char="●"/>
              <a:defRPr sz="1250">
                <a:solidFill>
                  <a:srgbClr val="434343"/>
                </a:solidFill>
              </a:defRPr>
            </a:lvl1pPr>
            <a:lvl2pPr indent="-304800" lvl="1" marL="914400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>
                <a:solidFill>
                  <a:srgbClr val="434343"/>
                </a:solidFill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>
                <a:solidFill>
                  <a:srgbClr val="434343"/>
                </a:solidFill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>
                <a:solidFill>
                  <a:srgbClr val="434343"/>
                </a:solidFill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>
                <a:solidFill>
                  <a:srgbClr val="434343"/>
                </a:solidFill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>
                <a:solidFill>
                  <a:srgbClr val="434343"/>
                </a:solidFill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>
                <a:solidFill>
                  <a:srgbClr val="434343"/>
                </a:solidFill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>
                <a:solidFill>
                  <a:srgbClr val="434343"/>
                </a:solidFill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16" name="Google Shape;816;p24"/>
          <p:cNvSpPr txBox="1"/>
          <p:nvPr>
            <p:ph idx="2" type="body"/>
          </p:nvPr>
        </p:nvSpPr>
        <p:spPr>
          <a:xfrm>
            <a:off x="4689514" y="1329325"/>
            <a:ext cx="3577800" cy="3302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Char char="●"/>
              <a:defRPr sz="2500">
                <a:solidFill>
                  <a:schemeClr val="dk1"/>
                </a:solidFill>
              </a:defRPr>
            </a:lvl1pPr>
            <a:lvl2pPr indent="-304800" lvl="1" marL="914400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>
                <a:solidFill>
                  <a:srgbClr val="434343"/>
                </a:solidFill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>
                <a:solidFill>
                  <a:srgbClr val="434343"/>
                </a:solidFill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>
                <a:solidFill>
                  <a:srgbClr val="434343"/>
                </a:solidFill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>
                <a:solidFill>
                  <a:srgbClr val="434343"/>
                </a:solidFill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>
                <a:solidFill>
                  <a:srgbClr val="434343"/>
                </a:solidFill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>
                <a:solidFill>
                  <a:srgbClr val="434343"/>
                </a:solidFill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>
                <a:solidFill>
                  <a:srgbClr val="434343"/>
                </a:solidFill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17" name="Google Shape;817;p2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3">
    <p:spTree>
      <p:nvGrpSpPr>
        <p:cNvPr id="818" name="Shape 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9" name="Google Shape;819;p25"/>
          <p:cNvGrpSpPr/>
          <p:nvPr/>
        </p:nvGrpSpPr>
        <p:grpSpPr>
          <a:xfrm>
            <a:off x="-1269360" y="2919469"/>
            <a:ext cx="3316347" cy="3107450"/>
            <a:chOff x="-1024085" y="2690869"/>
            <a:chExt cx="3316347" cy="3107450"/>
          </a:xfrm>
        </p:grpSpPr>
        <p:sp>
          <p:nvSpPr>
            <p:cNvPr id="820" name="Google Shape;820;p25"/>
            <p:cNvSpPr/>
            <p:nvPr/>
          </p:nvSpPr>
          <p:spPr>
            <a:xfrm rot="10800000">
              <a:off x="-1024085" y="2690869"/>
              <a:ext cx="3316347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5"/>
            <p:cNvSpPr/>
            <p:nvPr/>
          </p:nvSpPr>
          <p:spPr>
            <a:xfrm rot="10800000">
              <a:off x="440186" y="5310440"/>
              <a:ext cx="165151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25"/>
            <p:cNvSpPr/>
            <p:nvPr/>
          </p:nvSpPr>
          <p:spPr>
            <a:xfrm rot="10800000">
              <a:off x="250950" y="5274354"/>
              <a:ext cx="11526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25"/>
            <p:cNvSpPr/>
            <p:nvPr/>
          </p:nvSpPr>
          <p:spPr>
            <a:xfrm rot="10800000">
              <a:off x="376247" y="5119848"/>
              <a:ext cx="112681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5"/>
            <p:cNvSpPr/>
            <p:nvPr/>
          </p:nvSpPr>
          <p:spPr>
            <a:xfrm rot="10800000">
              <a:off x="675584" y="5108123"/>
              <a:ext cx="93471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25"/>
            <p:cNvSpPr/>
            <p:nvPr/>
          </p:nvSpPr>
          <p:spPr>
            <a:xfrm rot="10800000">
              <a:off x="75764" y="4912972"/>
              <a:ext cx="108810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25"/>
            <p:cNvSpPr/>
            <p:nvPr/>
          </p:nvSpPr>
          <p:spPr>
            <a:xfrm rot="10800000">
              <a:off x="-93115" y="5282561"/>
              <a:ext cx="69243" cy="48853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25"/>
            <p:cNvSpPr/>
            <p:nvPr/>
          </p:nvSpPr>
          <p:spPr>
            <a:xfrm rot="10800000">
              <a:off x="-824672" y="4518618"/>
              <a:ext cx="3104174" cy="830503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" name="Google Shape;828;p25"/>
          <p:cNvGrpSpPr/>
          <p:nvPr/>
        </p:nvGrpSpPr>
        <p:grpSpPr>
          <a:xfrm rot="290501">
            <a:off x="5381647" y="-337873"/>
            <a:ext cx="4555772" cy="1398920"/>
            <a:chOff x="5381800" y="-337739"/>
            <a:chExt cx="4555917" cy="1398964"/>
          </a:xfrm>
        </p:grpSpPr>
        <p:sp>
          <p:nvSpPr>
            <p:cNvPr id="829" name="Google Shape;829;p25"/>
            <p:cNvSpPr/>
            <p:nvPr/>
          </p:nvSpPr>
          <p:spPr>
            <a:xfrm>
              <a:off x="5381800" y="-337739"/>
              <a:ext cx="4555917" cy="1398964"/>
            </a:xfrm>
            <a:custGeom>
              <a:rect b="b" l="l" r="r" t="t"/>
              <a:pathLst>
                <a:path extrusionOk="0" h="6405" w="19663">
                  <a:moveTo>
                    <a:pt x="15799" y="0"/>
                  </a:moveTo>
                  <a:cubicBezTo>
                    <a:pt x="14930" y="0"/>
                    <a:pt x="14048" y="589"/>
                    <a:pt x="13212" y="812"/>
                  </a:cubicBezTo>
                  <a:cubicBezTo>
                    <a:pt x="12864" y="905"/>
                    <a:pt x="12513" y="943"/>
                    <a:pt x="12160" y="943"/>
                  </a:cubicBezTo>
                  <a:cubicBezTo>
                    <a:pt x="10715" y="943"/>
                    <a:pt x="9235" y="318"/>
                    <a:pt x="7772" y="318"/>
                  </a:cubicBezTo>
                  <a:cubicBezTo>
                    <a:pt x="7530" y="318"/>
                    <a:pt x="7289" y="336"/>
                    <a:pt x="7048" y="375"/>
                  </a:cubicBezTo>
                  <a:cubicBezTo>
                    <a:pt x="6660" y="444"/>
                    <a:pt x="6281" y="563"/>
                    <a:pt x="5886" y="563"/>
                  </a:cubicBezTo>
                  <a:cubicBezTo>
                    <a:pt x="5872" y="563"/>
                    <a:pt x="5858" y="563"/>
                    <a:pt x="5844" y="563"/>
                  </a:cubicBezTo>
                  <a:cubicBezTo>
                    <a:pt x="5288" y="550"/>
                    <a:pt x="4709" y="284"/>
                    <a:pt x="4175" y="284"/>
                  </a:cubicBezTo>
                  <a:cubicBezTo>
                    <a:pt x="3971" y="284"/>
                    <a:pt x="3774" y="323"/>
                    <a:pt x="3587" y="429"/>
                  </a:cubicBezTo>
                  <a:cubicBezTo>
                    <a:pt x="3444" y="509"/>
                    <a:pt x="3319" y="616"/>
                    <a:pt x="3167" y="661"/>
                  </a:cubicBezTo>
                  <a:cubicBezTo>
                    <a:pt x="3094" y="682"/>
                    <a:pt x="3019" y="690"/>
                    <a:pt x="2941" y="690"/>
                  </a:cubicBezTo>
                  <a:cubicBezTo>
                    <a:pt x="2593" y="690"/>
                    <a:pt x="2206" y="519"/>
                    <a:pt x="1846" y="519"/>
                  </a:cubicBezTo>
                  <a:cubicBezTo>
                    <a:pt x="1668" y="519"/>
                    <a:pt x="1496" y="561"/>
                    <a:pt x="1338" y="688"/>
                  </a:cubicBezTo>
                  <a:cubicBezTo>
                    <a:pt x="1187" y="812"/>
                    <a:pt x="1071" y="991"/>
                    <a:pt x="883" y="1044"/>
                  </a:cubicBezTo>
                  <a:cubicBezTo>
                    <a:pt x="842" y="1055"/>
                    <a:pt x="799" y="1057"/>
                    <a:pt x="756" y="1057"/>
                  </a:cubicBezTo>
                  <a:cubicBezTo>
                    <a:pt x="721" y="1057"/>
                    <a:pt x="686" y="1056"/>
                    <a:pt x="651" y="1056"/>
                  </a:cubicBezTo>
                  <a:cubicBezTo>
                    <a:pt x="618" y="1056"/>
                    <a:pt x="585" y="1057"/>
                    <a:pt x="553" y="1062"/>
                  </a:cubicBezTo>
                  <a:cubicBezTo>
                    <a:pt x="268" y="1098"/>
                    <a:pt x="63" y="1392"/>
                    <a:pt x="27" y="1687"/>
                  </a:cubicBezTo>
                  <a:cubicBezTo>
                    <a:pt x="0" y="1981"/>
                    <a:pt x="107" y="2275"/>
                    <a:pt x="250" y="2534"/>
                  </a:cubicBezTo>
                  <a:cubicBezTo>
                    <a:pt x="535" y="3080"/>
                    <a:pt x="1051" y="3574"/>
                    <a:pt x="1628" y="3574"/>
                  </a:cubicBezTo>
                  <a:cubicBezTo>
                    <a:pt x="1682" y="3574"/>
                    <a:pt x="1738" y="3569"/>
                    <a:pt x="1793" y="3560"/>
                  </a:cubicBezTo>
                  <a:cubicBezTo>
                    <a:pt x="2025" y="3524"/>
                    <a:pt x="2239" y="3408"/>
                    <a:pt x="2462" y="3337"/>
                  </a:cubicBezTo>
                  <a:cubicBezTo>
                    <a:pt x="2635" y="3288"/>
                    <a:pt x="2809" y="3268"/>
                    <a:pt x="2985" y="3268"/>
                  </a:cubicBezTo>
                  <a:cubicBezTo>
                    <a:pt x="3537" y="3268"/>
                    <a:pt x="4102" y="3459"/>
                    <a:pt x="4657" y="3507"/>
                  </a:cubicBezTo>
                  <a:cubicBezTo>
                    <a:pt x="4746" y="3514"/>
                    <a:pt x="4836" y="3517"/>
                    <a:pt x="4925" y="3517"/>
                  </a:cubicBezTo>
                  <a:cubicBezTo>
                    <a:pt x="6130" y="3517"/>
                    <a:pt x="7329" y="2921"/>
                    <a:pt x="8502" y="2921"/>
                  </a:cubicBezTo>
                  <a:cubicBezTo>
                    <a:pt x="8786" y="2921"/>
                    <a:pt x="9069" y="2956"/>
                    <a:pt x="9350" y="3043"/>
                  </a:cubicBezTo>
                  <a:cubicBezTo>
                    <a:pt x="9813" y="3185"/>
                    <a:pt x="10393" y="3373"/>
                    <a:pt x="10822" y="3551"/>
                  </a:cubicBezTo>
                  <a:cubicBezTo>
                    <a:pt x="11294" y="3756"/>
                    <a:pt x="11384" y="4086"/>
                    <a:pt x="11223" y="4595"/>
                  </a:cubicBezTo>
                  <a:cubicBezTo>
                    <a:pt x="11143" y="4871"/>
                    <a:pt x="11036" y="5157"/>
                    <a:pt x="11125" y="5434"/>
                  </a:cubicBezTo>
                  <a:cubicBezTo>
                    <a:pt x="11204" y="5665"/>
                    <a:pt x="11444" y="5804"/>
                    <a:pt x="11680" y="5804"/>
                  </a:cubicBezTo>
                  <a:cubicBezTo>
                    <a:pt x="11817" y="5804"/>
                    <a:pt x="11951" y="5758"/>
                    <a:pt x="12053" y="5657"/>
                  </a:cubicBezTo>
                  <a:cubicBezTo>
                    <a:pt x="12293" y="5416"/>
                    <a:pt x="12276" y="5023"/>
                    <a:pt x="12204" y="4684"/>
                  </a:cubicBezTo>
                  <a:cubicBezTo>
                    <a:pt x="12124" y="4309"/>
                    <a:pt x="11928" y="3872"/>
                    <a:pt x="12035" y="3498"/>
                  </a:cubicBezTo>
                  <a:cubicBezTo>
                    <a:pt x="12169" y="3061"/>
                    <a:pt x="12731" y="2686"/>
                    <a:pt x="13114" y="2543"/>
                  </a:cubicBezTo>
                  <a:cubicBezTo>
                    <a:pt x="13328" y="2465"/>
                    <a:pt x="13554" y="2426"/>
                    <a:pt x="13779" y="2426"/>
                  </a:cubicBezTo>
                  <a:cubicBezTo>
                    <a:pt x="14120" y="2426"/>
                    <a:pt x="14461" y="2514"/>
                    <a:pt x="14756" y="2686"/>
                  </a:cubicBezTo>
                  <a:cubicBezTo>
                    <a:pt x="15014" y="2837"/>
                    <a:pt x="15246" y="3061"/>
                    <a:pt x="15344" y="3355"/>
                  </a:cubicBezTo>
                  <a:cubicBezTo>
                    <a:pt x="15478" y="3810"/>
                    <a:pt x="15246" y="4283"/>
                    <a:pt x="15095" y="4738"/>
                  </a:cubicBezTo>
                  <a:cubicBezTo>
                    <a:pt x="14970" y="5086"/>
                    <a:pt x="14889" y="5478"/>
                    <a:pt x="15005" y="5835"/>
                  </a:cubicBezTo>
                  <a:cubicBezTo>
                    <a:pt x="15107" y="6147"/>
                    <a:pt x="15393" y="6405"/>
                    <a:pt x="15701" y="6405"/>
                  </a:cubicBezTo>
                  <a:cubicBezTo>
                    <a:pt x="15746" y="6405"/>
                    <a:pt x="15790" y="6399"/>
                    <a:pt x="15835" y="6388"/>
                  </a:cubicBezTo>
                  <a:cubicBezTo>
                    <a:pt x="16210" y="6290"/>
                    <a:pt x="16397" y="5817"/>
                    <a:pt x="16388" y="5407"/>
                  </a:cubicBezTo>
                  <a:cubicBezTo>
                    <a:pt x="16388" y="4996"/>
                    <a:pt x="16272" y="4586"/>
                    <a:pt x="16317" y="4185"/>
                  </a:cubicBezTo>
                  <a:cubicBezTo>
                    <a:pt x="16379" y="3583"/>
                    <a:pt x="16671" y="3442"/>
                    <a:pt x="17037" y="3442"/>
                  </a:cubicBezTo>
                  <a:cubicBezTo>
                    <a:pt x="17360" y="3442"/>
                    <a:pt x="17739" y="3551"/>
                    <a:pt x="18068" y="3551"/>
                  </a:cubicBezTo>
                  <a:cubicBezTo>
                    <a:pt x="18119" y="3551"/>
                    <a:pt x="18169" y="3548"/>
                    <a:pt x="18217" y="3542"/>
                  </a:cubicBezTo>
                  <a:cubicBezTo>
                    <a:pt x="18654" y="3489"/>
                    <a:pt x="19020" y="3069"/>
                    <a:pt x="19038" y="2614"/>
                  </a:cubicBezTo>
                  <a:cubicBezTo>
                    <a:pt x="19038" y="2445"/>
                    <a:pt x="19011" y="2267"/>
                    <a:pt x="19091" y="2124"/>
                  </a:cubicBezTo>
                  <a:cubicBezTo>
                    <a:pt x="19145" y="2026"/>
                    <a:pt x="19243" y="1963"/>
                    <a:pt x="19323" y="1892"/>
                  </a:cubicBezTo>
                  <a:cubicBezTo>
                    <a:pt x="19662" y="1553"/>
                    <a:pt x="19537" y="902"/>
                    <a:pt x="19154" y="616"/>
                  </a:cubicBezTo>
                  <a:cubicBezTo>
                    <a:pt x="18952" y="462"/>
                    <a:pt x="18703" y="397"/>
                    <a:pt x="18449" y="397"/>
                  </a:cubicBezTo>
                  <a:cubicBezTo>
                    <a:pt x="18231" y="397"/>
                    <a:pt x="18008" y="445"/>
                    <a:pt x="17807" y="527"/>
                  </a:cubicBezTo>
                  <a:cubicBezTo>
                    <a:pt x="17672" y="577"/>
                    <a:pt x="17538" y="644"/>
                    <a:pt x="17403" y="644"/>
                  </a:cubicBezTo>
                  <a:cubicBezTo>
                    <a:pt x="17395" y="644"/>
                    <a:pt x="17387" y="643"/>
                    <a:pt x="17378" y="643"/>
                  </a:cubicBezTo>
                  <a:cubicBezTo>
                    <a:pt x="17164" y="634"/>
                    <a:pt x="16995" y="465"/>
                    <a:pt x="16825" y="340"/>
                  </a:cubicBezTo>
                  <a:cubicBezTo>
                    <a:pt x="16488" y="93"/>
                    <a:pt x="16144" y="0"/>
                    <a:pt x="15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0" name="Google Shape;830;p25"/>
            <p:cNvGrpSpPr/>
            <p:nvPr/>
          </p:nvGrpSpPr>
          <p:grpSpPr>
            <a:xfrm>
              <a:off x="5868210" y="47546"/>
              <a:ext cx="3429432" cy="338703"/>
              <a:chOff x="4387885" y="218763"/>
              <a:chExt cx="3328253" cy="338703"/>
            </a:xfrm>
          </p:grpSpPr>
          <p:sp>
            <p:nvSpPr>
              <p:cNvPr id="831" name="Google Shape;831;p25"/>
              <p:cNvSpPr/>
              <p:nvPr/>
            </p:nvSpPr>
            <p:spPr>
              <a:xfrm flipH="1">
                <a:off x="4693099" y="315338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" name="Google Shape;832;p25"/>
              <p:cNvSpPr/>
              <p:nvPr/>
            </p:nvSpPr>
            <p:spPr>
              <a:xfrm flipH="1">
                <a:off x="7499882" y="321408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" name="Google Shape;833;p25"/>
              <p:cNvSpPr/>
              <p:nvPr/>
            </p:nvSpPr>
            <p:spPr>
              <a:xfrm flipH="1">
                <a:off x="7613742" y="478389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25"/>
              <p:cNvSpPr/>
              <p:nvPr/>
            </p:nvSpPr>
            <p:spPr>
              <a:xfrm flipH="1">
                <a:off x="4387885" y="218763"/>
                <a:ext cx="84939" cy="66440"/>
              </a:xfrm>
              <a:custGeom>
                <a:rect b="b" l="l" r="r" t="t"/>
                <a:pathLst>
                  <a:path extrusionOk="0" h="510" w="652">
                    <a:moveTo>
                      <a:pt x="331" y="1"/>
                    </a:moveTo>
                    <a:cubicBezTo>
                      <a:pt x="0" y="1"/>
                      <a:pt x="0" y="509"/>
                      <a:pt x="331" y="509"/>
                    </a:cubicBezTo>
                    <a:cubicBezTo>
                      <a:pt x="652" y="509"/>
                      <a:pt x="652" y="1"/>
                      <a:pt x="3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35" name="Google Shape;835;p25"/>
            <p:cNvSpPr/>
            <p:nvPr/>
          </p:nvSpPr>
          <p:spPr>
            <a:xfrm flipH="1" rot="35516">
              <a:off x="5434987" y="-127567"/>
              <a:ext cx="4360978" cy="294992"/>
            </a:xfrm>
            <a:custGeom>
              <a:rect b="b" l="l" r="r" t="t"/>
              <a:pathLst>
                <a:path extrusionOk="0" h="11827" w="163830">
                  <a:moveTo>
                    <a:pt x="0" y="11827"/>
                  </a:moveTo>
                  <a:cubicBezTo>
                    <a:pt x="4491" y="9902"/>
                    <a:pt x="8463" y="6894"/>
                    <a:pt x="12954" y="4969"/>
                  </a:cubicBezTo>
                  <a:cubicBezTo>
                    <a:pt x="16697" y="3365"/>
                    <a:pt x="21196" y="5195"/>
                    <a:pt x="25146" y="4207"/>
                  </a:cubicBezTo>
                  <a:cubicBezTo>
                    <a:pt x="33524" y="2112"/>
                    <a:pt x="42497" y="3040"/>
                    <a:pt x="51054" y="4207"/>
                  </a:cubicBezTo>
                  <a:cubicBezTo>
                    <a:pt x="58708" y="5251"/>
                    <a:pt x="66486" y="10139"/>
                    <a:pt x="73914" y="8017"/>
                  </a:cubicBezTo>
                  <a:cubicBezTo>
                    <a:pt x="79494" y="6423"/>
                    <a:pt x="84225" y="2297"/>
                    <a:pt x="89916" y="1159"/>
                  </a:cubicBezTo>
                  <a:cubicBezTo>
                    <a:pt x="98633" y="-584"/>
                    <a:pt x="107771" y="9"/>
                    <a:pt x="116586" y="1159"/>
                  </a:cubicBezTo>
                  <a:cubicBezTo>
                    <a:pt x="125383" y="2306"/>
                    <a:pt x="134257" y="3960"/>
                    <a:pt x="142494" y="7255"/>
                  </a:cubicBezTo>
                  <a:cubicBezTo>
                    <a:pt x="146267" y="8764"/>
                    <a:pt x="150743" y="6269"/>
                    <a:pt x="154686" y="7255"/>
                  </a:cubicBezTo>
                  <a:cubicBezTo>
                    <a:pt x="157803" y="8034"/>
                    <a:pt x="160617" y="10303"/>
                    <a:pt x="163830" y="10303"/>
                  </a:cubicBezTo>
                </a:path>
              </a:pathLst>
            </a:custGeom>
            <a:noFill/>
            <a:ln cap="rnd" cmpd="sng" w="3810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sp>
      </p:grpSp>
      <p:grpSp>
        <p:nvGrpSpPr>
          <p:cNvPr id="836" name="Google Shape;836;p25"/>
          <p:cNvGrpSpPr/>
          <p:nvPr/>
        </p:nvGrpSpPr>
        <p:grpSpPr>
          <a:xfrm>
            <a:off x="212745" y="110216"/>
            <a:ext cx="8658828" cy="4822980"/>
            <a:chOff x="127769" y="110216"/>
            <a:chExt cx="8658828" cy="4822980"/>
          </a:xfrm>
        </p:grpSpPr>
        <p:sp>
          <p:nvSpPr>
            <p:cNvPr id="837" name="Google Shape;837;p25"/>
            <p:cNvSpPr/>
            <p:nvPr/>
          </p:nvSpPr>
          <p:spPr>
            <a:xfrm rot="2115196">
              <a:off x="7174509" y="799057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25"/>
            <p:cNvSpPr/>
            <p:nvPr/>
          </p:nvSpPr>
          <p:spPr>
            <a:xfrm rot="3277097">
              <a:off x="8317558" y="3555745"/>
              <a:ext cx="56744" cy="123224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25"/>
            <p:cNvSpPr/>
            <p:nvPr/>
          </p:nvSpPr>
          <p:spPr>
            <a:xfrm rot="-9378507">
              <a:off x="4432843" y="1525686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25"/>
            <p:cNvSpPr/>
            <p:nvPr/>
          </p:nvSpPr>
          <p:spPr>
            <a:xfrm rot="3574462">
              <a:off x="2231257" y="104270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25"/>
            <p:cNvSpPr/>
            <p:nvPr/>
          </p:nvSpPr>
          <p:spPr>
            <a:xfrm rot="1625383">
              <a:off x="898504" y="3098185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25"/>
            <p:cNvSpPr/>
            <p:nvPr/>
          </p:nvSpPr>
          <p:spPr>
            <a:xfrm rot="-2576963">
              <a:off x="4119709" y="160116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25"/>
            <p:cNvSpPr/>
            <p:nvPr/>
          </p:nvSpPr>
          <p:spPr>
            <a:xfrm rot="3418413">
              <a:off x="1869487" y="1464065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25"/>
            <p:cNvSpPr/>
            <p:nvPr/>
          </p:nvSpPr>
          <p:spPr>
            <a:xfrm rot="-6529139">
              <a:off x="3047519" y="4812361"/>
              <a:ext cx="151480" cy="7431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5"/>
            <p:cNvSpPr/>
            <p:nvPr/>
          </p:nvSpPr>
          <p:spPr>
            <a:xfrm rot="3522601">
              <a:off x="4323997" y="31863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5"/>
            <p:cNvSpPr/>
            <p:nvPr/>
          </p:nvSpPr>
          <p:spPr>
            <a:xfrm rot="-3266906">
              <a:off x="5424310" y="781269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25"/>
            <p:cNvSpPr/>
            <p:nvPr/>
          </p:nvSpPr>
          <p:spPr>
            <a:xfrm rot="-1501670">
              <a:off x="351785" y="131497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25"/>
            <p:cNvSpPr/>
            <p:nvPr/>
          </p:nvSpPr>
          <p:spPr>
            <a:xfrm rot="1867268">
              <a:off x="8549774" y="2578589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25"/>
            <p:cNvSpPr/>
            <p:nvPr/>
          </p:nvSpPr>
          <p:spPr>
            <a:xfrm rot="-2342076">
              <a:off x="8689335" y="1220852"/>
              <a:ext cx="57301" cy="147211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25"/>
            <p:cNvSpPr/>
            <p:nvPr/>
          </p:nvSpPr>
          <p:spPr>
            <a:xfrm rot="-3266906">
              <a:off x="5497232" y="4787907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25"/>
            <p:cNvSpPr/>
            <p:nvPr/>
          </p:nvSpPr>
          <p:spPr>
            <a:xfrm rot="3522601">
              <a:off x="176897" y="3983603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25"/>
            <p:cNvSpPr/>
            <p:nvPr/>
          </p:nvSpPr>
          <p:spPr>
            <a:xfrm rot="-2695393">
              <a:off x="8095473" y="46811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" name="Google Shape;853;p2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854" name="Google Shape;854;p25"/>
          <p:cNvSpPr txBox="1"/>
          <p:nvPr>
            <p:ph idx="2" type="title"/>
          </p:nvPr>
        </p:nvSpPr>
        <p:spPr>
          <a:xfrm>
            <a:off x="1491850" y="3182625"/>
            <a:ext cx="2305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55" name="Google Shape;855;p25"/>
          <p:cNvSpPr txBox="1"/>
          <p:nvPr>
            <p:ph idx="1" type="subTitle"/>
          </p:nvPr>
        </p:nvSpPr>
        <p:spPr>
          <a:xfrm>
            <a:off x="1491850" y="3710325"/>
            <a:ext cx="2305500" cy="668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856" name="Google Shape;856;p25"/>
          <p:cNvSpPr txBox="1"/>
          <p:nvPr>
            <p:ph idx="3" type="title"/>
          </p:nvPr>
        </p:nvSpPr>
        <p:spPr>
          <a:xfrm>
            <a:off x="5346643" y="3182625"/>
            <a:ext cx="2305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57" name="Google Shape;857;p25"/>
          <p:cNvSpPr txBox="1"/>
          <p:nvPr>
            <p:ph idx="4" type="subTitle"/>
          </p:nvPr>
        </p:nvSpPr>
        <p:spPr>
          <a:xfrm>
            <a:off x="5346649" y="3710325"/>
            <a:ext cx="2305500" cy="668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spTree>
      <p:nvGrpSpPr>
        <p:cNvPr id="858" name="Shape 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9" name="Google Shape;859;p26"/>
          <p:cNvGrpSpPr/>
          <p:nvPr/>
        </p:nvGrpSpPr>
        <p:grpSpPr>
          <a:xfrm flipH="1">
            <a:off x="324915" y="216904"/>
            <a:ext cx="8522867" cy="4569761"/>
            <a:chOff x="292830" y="216904"/>
            <a:chExt cx="8522867" cy="4569761"/>
          </a:xfrm>
        </p:grpSpPr>
        <p:sp>
          <p:nvSpPr>
            <p:cNvPr id="860" name="Google Shape;860;p26"/>
            <p:cNvSpPr/>
            <p:nvPr/>
          </p:nvSpPr>
          <p:spPr>
            <a:xfrm rot="2115196">
              <a:off x="7446434" y="219482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26"/>
            <p:cNvSpPr/>
            <p:nvPr/>
          </p:nvSpPr>
          <p:spPr>
            <a:xfrm rot="3277097">
              <a:off x="8583483" y="3054495"/>
              <a:ext cx="56744" cy="123224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26"/>
            <p:cNvSpPr/>
            <p:nvPr/>
          </p:nvSpPr>
          <p:spPr>
            <a:xfrm rot="-9378507">
              <a:off x="3621968" y="1378161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26"/>
            <p:cNvSpPr/>
            <p:nvPr/>
          </p:nvSpPr>
          <p:spPr>
            <a:xfrm rot="3574462">
              <a:off x="8583470" y="4434208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26"/>
            <p:cNvSpPr/>
            <p:nvPr/>
          </p:nvSpPr>
          <p:spPr>
            <a:xfrm rot="1625383">
              <a:off x="5801404" y="2795160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26"/>
            <p:cNvSpPr/>
            <p:nvPr/>
          </p:nvSpPr>
          <p:spPr>
            <a:xfrm rot="-10168024">
              <a:off x="2724634" y="1692967"/>
              <a:ext cx="57300" cy="147207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26"/>
            <p:cNvSpPr/>
            <p:nvPr/>
          </p:nvSpPr>
          <p:spPr>
            <a:xfrm rot="8481412">
              <a:off x="676274" y="1558763"/>
              <a:ext cx="66876" cy="145228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26"/>
            <p:cNvSpPr/>
            <p:nvPr/>
          </p:nvSpPr>
          <p:spPr>
            <a:xfrm rot="-6529139">
              <a:off x="276694" y="3221536"/>
              <a:ext cx="151480" cy="7431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26"/>
            <p:cNvSpPr/>
            <p:nvPr/>
          </p:nvSpPr>
          <p:spPr>
            <a:xfrm rot="3522601">
              <a:off x="3190372" y="27530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26"/>
            <p:cNvSpPr/>
            <p:nvPr/>
          </p:nvSpPr>
          <p:spPr>
            <a:xfrm rot="-3266906">
              <a:off x="5841360" y="1764194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26"/>
            <p:cNvSpPr/>
            <p:nvPr/>
          </p:nvSpPr>
          <p:spPr>
            <a:xfrm rot="3522601">
              <a:off x="531835" y="4657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26"/>
            <p:cNvSpPr/>
            <p:nvPr/>
          </p:nvSpPr>
          <p:spPr>
            <a:xfrm rot="1867268">
              <a:off x="749324" y="4531489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26"/>
            <p:cNvSpPr/>
            <p:nvPr/>
          </p:nvSpPr>
          <p:spPr>
            <a:xfrm rot="-2342076">
              <a:off x="8718435" y="1416552"/>
              <a:ext cx="57301" cy="147211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26"/>
            <p:cNvSpPr/>
            <p:nvPr/>
          </p:nvSpPr>
          <p:spPr>
            <a:xfrm rot="-3266906">
              <a:off x="2724907" y="46661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26"/>
            <p:cNvSpPr/>
            <p:nvPr/>
          </p:nvSpPr>
          <p:spPr>
            <a:xfrm rot="3522601">
              <a:off x="4253260" y="44222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26"/>
            <p:cNvSpPr/>
            <p:nvPr/>
          </p:nvSpPr>
          <p:spPr>
            <a:xfrm rot="-2695393">
              <a:off x="6006723" y="45314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" name="Google Shape;876;p26"/>
          <p:cNvGrpSpPr/>
          <p:nvPr/>
        </p:nvGrpSpPr>
        <p:grpSpPr>
          <a:xfrm>
            <a:off x="-409931" y="4436254"/>
            <a:ext cx="2772971" cy="1062579"/>
            <a:chOff x="5871870" y="4293873"/>
            <a:chExt cx="3598457" cy="1378898"/>
          </a:xfrm>
        </p:grpSpPr>
        <p:sp>
          <p:nvSpPr>
            <p:cNvPr id="877" name="Google Shape;877;p26"/>
            <p:cNvSpPr/>
            <p:nvPr/>
          </p:nvSpPr>
          <p:spPr>
            <a:xfrm flipH="1" rot="10800000">
              <a:off x="5871870" y="4293873"/>
              <a:ext cx="3598453" cy="1378898"/>
            </a:xfrm>
            <a:custGeom>
              <a:rect b="b" l="l" r="r" t="t"/>
              <a:pathLst>
                <a:path extrusionOk="0" h="7309" w="19074">
                  <a:moveTo>
                    <a:pt x="14216" y="14"/>
                  </a:moveTo>
                  <a:cubicBezTo>
                    <a:pt x="13596" y="14"/>
                    <a:pt x="12976" y="28"/>
                    <a:pt x="12356" y="46"/>
                  </a:cubicBezTo>
                  <a:cubicBezTo>
                    <a:pt x="10259" y="90"/>
                    <a:pt x="8163" y="161"/>
                    <a:pt x="6066" y="269"/>
                  </a:cubicBezTo>
                  <a:cubicBezTo>
                    <a:pt x="5023" y="322"/>
                    <a:pt x="3970" y="376"/>
                    <a:pt x="2926" y="447"/>
                  </a:cubicBezTo>
                  <a:cubicBezTo>
                    <a:pt x="1624" y="527"/>
                    <a:pt x="0" y="545"/>
                    <a:pt x="295" y="2329"/>
                  </a:cubicBezTo>
                  <a:cubicBezTo>
                    <a:pt x="348" y="2659"/>
                    <a:pt x="571" y="2981"/>
                    <a:pt x="901" y="3052"/>
                  </a:cubicBezTo>
                  <a:cubicBezTo>
                    <a:pt x="973" y="3070"/>
                    <a:pt x="1044" y="3070"/>
                    <a:pt x="1106" y="3114"/>
                  </a:cubicBezTo>
                  <a:cubicBezTo>
                    <a:pt x="1222" y="3195"/>
                    <a:pt x="1213" y="3364"/>
                    <a:pt x="1204" y="3507"/>
                  </a:cubicBezTo>
                  <a:cubicBezTo>
                    <a:pt x="1142" y="4096"/>
                    <a:pt x="1204" y="4738"/>
                    <a:pt x="1570" y="5202"/>
                  </a:cubicBezTo>
                  <a:cubicBezTo>
                    <a:pt x="1804" y="5504"/>
                    <a:pt x="2193" y="5693"/>
                    <a:pt x="2565" y="5693"/>
                  </a:cubicBezTo>
                  <a:cubicBezTo>
                    <a:pt x="2776" y="5693"/>
                    <a:pt x="2981" y="5632"/>
                    <a:pt x="3149" y="5496"/>
                  </a:cubicBezTo>
                  <a:cubicBezTo>
                    <a:pt x="3363" y="5318"/>
                    <a:pt x="3479" y="5059"/>
                    <a:pt x="3640" y="4836"/>
                  </a:cubicBezTo>
                  <a:cubicBezTo>
                    <a:pt x="3797" y="4618"/>
                    <a:pt x="4023" y="4408"/>
                    <a:pt x="4292" y="4408"/>
                  </a:cubicBezTo>
                  <a:cubicBezTo>
                    <a:pt x="4298" y="4408"/>
                    <a:pt x="4303" y="4408"/>
                    <a:pt x="4309" y="4408"/>
                  </a:cubicBezTo>
                  <a:cubicBezTo>
                    <a:pt x="4621" y="4426"/>
                    <a:pt x="4853" y="4720"/>
                    <a:pt x="4933" y="5023"/>
                  </a:cubicBezTo>
                  <a:cubicBezTo>
                    <a:pt x="5014" y="5327"/>
                    <a:pt x="4996" y="5648"/>
                    <a:pt x="5058" y="5951"/>
                  </a:cubicBezTo>
                  <a:cubicBezTo>
                    <a:pt x="5201" y="6611"/>
                    <a:pt x="5763" y="7156"/>
                    <a:pt x="6423" y="7280"/>
                  </a:cubicBezTo>
                  <a:cubicBezTo>
                    <a:pt x="6522" y="7299"/>
                    <a:pt x="6623" y="7308"/>
                    <a:pt x="6723" y="7308"/>
                  </a:cubicBezTo>
                  <a:cubicBezTo>
                    <a:pt x="7290" y="7308"/>
                    <a:pt x="7853" y="7018"/>
                    <a:pt x="8172" y="6540"/>
                  </a:cubicBezTo>
                  <a:cubicBezTo>
                    <a:pt x="8261" y="6397"/>
                    <a:pt x="8341" y="6237"/>
                    <a:pt x="8475" y="6139"/>
                  </a:cubicBezTo>
                  <a:cubicBezTo>
                    <a:pt x="8546" y="6082"/>
                    <a:pt x="8641" y="6048"/>
                    <a:pt x="8731" y="6048"/>
                  </a:cubicBezTo>
                  <a:cubicBezTo>
                    <a:pt x="8812" y="6048"/>
                    <a:pt x="8888" y="6075"/>
                    <a:pt x="8939" y="6139"/>
                  </a:cubicBezTo>
                  <a:cubicBezTo>
                    <a:pt x="8993" y="6219"/>
                    <a:pt x="9001" y="6317"/>
                    <a:pt x="9037" y="6406"/>
                  </a:cubicBezTo>
                  <a:cubicBezTo>
                    <a:pt x="9114" y="6603"/>
                    <a:pt x="9322" y="6703"/>
                    <a:pt x="9535" y="6703"/>
                  </a:cubicBezTo>
                  <a:cubicBezTo>
                    <a:pt x="9669" y="6703"/>
                    <a:pt x="9805" y="6664"/>
                    <a:pt x="9911" y="6585"/>
                  </a:cubicBezTo>
                  <a:cubicBezTo>
                    <a:pt x="10188" y="6379"/>
                    <a:pt x="10286" y="6014"/>
                    <a:pt x="10295" y="5666"/>
                  </a:cubicBezTo>
                  <a:cubicBezTo>
                    <a:pt x="10295" y="5327"/>
                    <a:pt x="10224" y="4988"/>
                    <a:pt x="10215" y="4640"/>
                  </a:cubicBezTo>
                  <a:cubicBezTo>
                    <a:pt x="10215" y="4256"/>
                    <a:pt x="10366" y="3855"/>
                    <a:pt x="10670" y="3614"/>
                  </a:cubicBezTo>
                  <a:cubicBezTo>
                    <a:pt x="10799" y="3515"/>
                    <a:pt x="10944" y="3462"/>
                    <a:pt x="11075" y="3462"/>
                  </a:cubicBezTo>
                  <a:cubicBezTo>
                    <a:pt x="11287" y="3462"/>
                    <a:pt x="11466" y="3600"/>
                    <a:pt x="11499" y="3908"/>
                  </a:cubicBezTo>
                  <a:cubicBezTo>
                    <a:pt x="11526" y="4140"/>
                    <a:pt x="11455" y="4390"/>
                    <a:pt x="11508" y="4631"/>
                  </a:cubicBezTo>
                  <a:cubicBezTo>
                    <a:pt x="11562" y="4899"/>
                    <a:pt x="11776" y="5139"/>
                    <a:pt x="12044" y="5211"/>
                  </a:cubicBezTo>
                  <a:cubicBezTo>
                    <a:pt x="12109" y="5231"/>
                    <a:pt x="12178" y="5240"/>
                    <a:pt x="12247" y="5240"/>
                  </a:cubicBezTo>
                  <a:cubicBezTo>
                    <a:pt x="12457" y="5240"/>
                    <a:pt x="12670" y="5151"/>
                    <a:pt x="12811" y="4997"/>
                  </a:cubicBezTo>
                  <a:lnTo>
                    <a:pt x="12811" y="4997"/>
                  </a:lnTo>
                  <a:cubicBezTo>
                    <a:pt x="12748" y="5443"/>
                    <a:pt x="13034" y="5907"/>
                    <a:pt x="13453" y="6058"/>
                  </a:cubicBezTo>
                  <a:cubicBezTo>
                    <a:pt x="13552" y="6091"/>
                    <a:pt x="13656" y="6107"/>
                    <a:pt x="13760" y="6107"/>
                  </a:cubicBezTo>
                  <a:cubicBezTo>
                    <a:pt x="14102" y="6107"/>
                    <a:pt x="14444" y="5934"/>
                    <a:pt x="14622" y="5639"/>
                  </a:cubicBezTo>
                  <a:cubicBezTo>
                    <a:pt x="14943" y="5104"/>
                    <a:pt x="14729" y="4328"/>
                    <a:pt x="15148" y="3864"/>
                  </a:cubicBezTo>
                  <a:cubicBezTo>
                    <a:pt x="15225" y="3779"/>
                    <a:pt x="15336" y="3707"/>
                    <a:pt x="15452" y="3707"/>
                  </a:cubicBezTo>
                  <a:cubicBezTo>
                    <a:pt x="15469" y="3707"/>
                    <a:pt x="15487" y="3708"/>
                    <a:pt x="15505" y="3712"/>
                  </a:cubicBezTo>
                  <a:cubicBezTo>
                    <a:pt x="15737" y="3757"/>
                    <a:pt x="15790" y="4060"/>
                    <a:pt x="15781" y="4301"/>
                  </a:cubicBezTo>
                  <a:cubicBezTo>
                    <a:pt x="15746" y="4818"/>
                    <a:pt x="15639" y="5327"/>
                    <a:pt x="15683" y="5844"/>
                  </a:cubicBezTo>
                  <a:cubicBezTo>
                    <a:pt x="15728" y="6353"/>
                    <a:pt x="15978" y="6897"/>
                    <a:pt x="16451" y="7093"/>
                  </a:cubicBezTo>
                  <a:cubicBezTo>
                    <a:pt x="16566" y="7142"/>
                    <a:pt x="16687" y="7164"/>
                    <a:pt x="16808" y="7164"/>
                  </a:cubicBezTo>
                  <a:cubicBezTo>
                    <a:pt x="17329" y="7164"/>
                    <a:pt x="17850" y="6746"/>
                    <a:pt x="17958" y="6210"/>
                  </a:cubicBezTo>
                  <a:cubicBezTo>
                    <a:pt x="18038" y="5773"/>
                    <a:pt x="17896" y="5327"/>
                    <a:pt x="17807" y="4890"/>
                  </a:cubicBezTo>
                  <a:cubicBezTo>
                    <a:pt x="17717" y="4452"/>
                    <a:pt x="17691" y="3953"/>
                    <a:pt x="17967" y="3605"/>
                  </a:cubicBezTo>
                  <a:cubicBezTo>
                    <a:pt x="18190" y="3748"/>
                    <a:pt x="18146" y="4185"/>
                    <a:pt x="18413" y="4221"/>
                  </a:cubicBezTo>
                  <a:cubicBezTo>
                    <a:pt x="18421" y="4221"/>
                    <a:pt x="18428" y="4222"/>
                    <a:pt x="18436" y="4222"/>
                  </a:cubicBezTo>
                  <a:cubicBezTo>
                    <a:pt x="18501" y="4222"/>
                    <a:pt x="18571" y="4189"/>
                    <a:pt x="18627" y="4149"/>
                  </a:cubicBezTo>
                  <a:cubicBezTo>
                    <a:pt x="18877" y="3962"/>
                    <a:pt x="18939" y="3614"/>
                    <a:pt x="18913" y="3302"/>
                  </a:cubicBezTo>
                  <a:cubicBezTo>
                    <a:pt x="18886" y="2998"/>
                    <a:pt x="18797" y="2695"/>
                    <a:pt x="18806" y="2383"/>
                  </a:cubicBezTo>
                  <a:cubicBezTo>
                    <a:pt x="18806" y="2088"/>
                    <a:pt x="18904" y="1803"/>
                    <a:pt x="18931" y="1517"/>
                  </a:cubicBezTo>
                  <a:cubicBezTo>
                    <a:pt x="19073" y="1"/>
                    <a:pt x="17066" y="126"/>
                    <a:pt x="16076" y="63"/>
                  </a:cubicBezTo>
                  <a:cubicBezTo>
                    <a:pt x="15456" y="28"/>
                    <a:pt x="14836" y="14"/>
                    <a:pt x="14216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26"/>
            <p:cNvSpPr/>
            <p:nvPr/>
          </p:nvSpPr>
          <p:spPr>
            <a:xfrm rot="-10578739">
              <a:off x="6108296" y="4829629"/>
              <a:ext cx="1925183" cy="433439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rgbClr val="6946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26"/>
            <p:cNvSpPr/>
            <p:nvPr/>
          </p:nvSpPr>
          <p:spPr>
            <a:xfrm flipH="1" rot="-10640538">
              <a:off x="7536144" y="4890444"/>
              <a:ext cx="1925170" cy="433436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rgbClr val="6946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" name="Google Shape;880;p26"/>
          <p:cNvGrpSpPr/>
          <p:nvPr/>
        </p:nvGrpSpPr>
        <p:grpSpPr>
          <a:xfrm>
            <a:off x="7657302" y="-1014331"/>
            <a:ext cx="3013652" cy="3107450"/>
            <a:chOff x="1120850" y="1643725"/>
            <a:chExt cx="578325" cy="596325"/>
          </a:xfrm>
        </p:grpSpPr>
        <p:sp>
          <p:nvSpPr>
            <p:cNvPr id="881" name="Google Shape;881;p26"/>
            <p:cNvSpPr/>
            <p:nvPr/>
          </p:nvSpPr>
          <p:spPr>
            <a:xfrm>
              <a:off x="1120850" y="1643725"/>
              <a:ext cx="578325" cy="596325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26"/>
            <p:cNvSpPr/>
            <p:nvPr/>
          </p:nvSpPr>
          <p:spPr>
            <a:xfrm>
              <a:off x="1415025" y="1715025"/>
              <a:ext cx="28800" cy="22325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26"/>
            <p:cNvSpPr/>
            <p:nvPr/>
          </p:nvSpPr>
          <p:spPr>
            <a:xfrm>
              <a:off x="1456725" y="1728625"/>
              <a:ext cx="20100" cy="15650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26"/>
            <p:cNvSpPr/>
            <p:nvPr/>
          </p:nvSpPr>
          <p:spPr>
            <a:xfrm>
              <a:off x="1435325" y="1758750"/>
              <a:ext cx="19650" cy="15175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26"/>
            <p:cNvSpPr/>
            <p:nvPr/>
          </p:nvSpPr>
          <p:spPr>
            <a:xfrm>
              <a:off x="1386475" y="1763425"/>
              <a:ext cx="16300" cy="1275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26"/>
            <p:cNvSpPr/>
            <p:nvPr/>
          </p:nvSpPr>
          <p:spPr>
            <a:xfrm>
              <a:off x="1488400" y="1799100"/>
              <a:ext cx="18975" cy="14525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26"/>
            <p:cNvSpPr/>
            <p:nvPr/>
          </p:nvSpPr>
          <p:spPr>
            <a:xfrm>
              <a:off x="1524750" y="1733325"/>
              <a:ext cx="12075" cy="9375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26"/>
            <p:cNvSpPr/>
            <p:nvPr/>
          </p:nvSpPr>
          <p:spPr>
            <a:xfrm>
              <a:off x="1123075" y="1744550"/>
              <a:ext cx="541325" cy="159375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" name="Google Shape;889;p2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890" name="Google Shape;890;p26"/>
          <p:cNvSpPr txBox="1"/>
          <p:nvPr>
            <p:ph idx="2" type="title"/>
          </p:nvPr>
        </p:nvSpPr>
        <p:spPr>
          <a:xfrm>
            <a:off x="720000" y="2643925"/>
            <a:ext cx="2305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91" name="Google Shape;891;p26"/>
          <p:cNvSpPr txBox="1"/>
          <p:nvPr>
            <p:ph idx="1" type="subTitle"/>
          </p:nvPr>
        </p:nvSpPr>
        <p:spPr>
          <a:xfrm>
            <a:off x="720000" y="3171625"/>
            <a:ext cx="2305500" cy="1007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892" name="Google Shape;892;p26"/>
          <p:cNvSpPr txBox="1"/>
          <p:nvPr>
            <p:ph idx="3" type="title"/>
          </p:nvPr>
        </p:nvSpPr>
        <p:spPr>
          <a:xfrm>
            <a:off x="3419218" y="2643925"/>
            <a:ext cx="2305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93" name="Google Shape;893;p26"/>
          <p:cNvSpPr txBox="1"/>
          <p:nvPr>
            <p:ph idx="4" type="subTitle"/>
          </p:nvPr>
        </p:nvSpPr>
        <p:spPr>
          <a:xfrm>
            <a:off x="3419221" y="3171625"/>
            <a:ext cx="2305500" cy="1007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894" name="Google Shape;894;p26"/>
          <p:cNvSpPr txBox="1"/>
          <p:nvPr>
            <p:ph idx="5" type="title"/>
          </p:nvPr>
        </p:nvSpPr>
        <p:spPr>
          <a:xfrm>
            <a:off x="6118444" y="2643925"/>
            <a:ext cx="2305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95" name="Google Shape;895;p26"/>
          <p:cNvSpPr txBox="1"/>
          <p:nvPr>
            <p:ph idx="6" type="subTitle"/>
          </p:nvPr>
        </p:nvSpPr>
        <p:spPr>
          <a:xfrm>
            <a:off x="6118449" y="3171625"/>
            <a:ext cx="2305500" cy="1007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896" name="Shape 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7" name="Google Shape;897;p27"/>
          <p:cNvGrpSpPr/>
          <p:nvPr/>
        </p:nvGrpSpPr>
        <p:grpSpPr>
          <a:xfrm>
            <a:off x="-1269360" y="2919469"/>
            <a:ext cx="3316347" cy="3107450"/>
            <a:chOff x="-1024085" y="2690869"/>
            <a:chExt cx="3316347" cy="3107450"/>
          </a:xfrm>
        </p:grpSpPr>
        <p:sp>
          <p:nvSpPr>
            <p:cNvPr id="898" name="Google Shape;898;p27"/>
            <p:cNvSpPr/>
            <p:nvPr/>
          </p:nvSpPr>
          <p:spPr>
            <a:xfrm rot="10800000">
              <a:off x="-1024085" y="2690869"/>
              <a:ext cx="3316347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27"/>
            <p:cNvSpPr/>
            <p:nvPr/>
          </p:nvSpPr>
          <p:spPr>
            <a:xfrm rot="10800000">
              <a:off x="440186" y="5310440"/>
              <a:ext cx="165151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27"/>
            <p:cNvSpPr/>
            <p:nvPr/>
          </p:nvSpPr>
          <p:spPr>
            <a:xfrm rot="10800000">
              <a:off x="250950" y="5274354"/>
              <a:ext cx="11526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27"/>
            <p:cNvSpPr/>
            <p:nvPr/>
          </p:nvSpPr>
          <p:spPr>
            <a:xfrm rot="10800000">
              <a:off x="376247" y="5119848"/>
              <a:ext cx="112681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27"/>
            <p:cNvSpPr/>
            <p:nvPr/>
          </p:nvSpPr>
          <p:spPr>
            <a:xfrm rot="10800000">
              <a:off x="675584" y="5108123"/>
              <a:ext cx="93471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27"/>
            <p:cNvSpPr/>
            <p:nvPr/>
          </p:nvSpPr>
          <p:spPr>
            <a:xfrm rot="10800000">
              <a:off x="75764" y="4912972"/>
              <a:ext cx="108810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27"/>
            <p:cNvSpPr/>
            <p:nvPr/>
          </p:nvSpPr>
          <p:spPr>
            <a:xfrm rot="10800000">
              <a:off x="-93115" y="5282561"/>
              <a:ext cx="69243" cy="48853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27"/>
            <p:cNvSpPr/>
            <p:nvPr/>
          </p:nvSpPr>
          <p:spPr>
            <a:xfrm rot="10800000">
              <a:off x="-824672" y="4518618"/>
              <a:ext cx="3104174" cy="830503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" name="Google Shape;906;p27"/>
          <p:cNvGrpSpPr/>
          <p:nvPr/>
        </p:nvGrpSpPr>
        <p:grpSpPr>
          <a:xfrm rot="290501">
            <a:off x="5381647" y="-337873"/>
            <a:ext cx="4555772" cy="1398920"/>
            <a:chOff x="5381800" y="-337739"/>
            <a:chExt cx="4555917" cy="1398964"/>
          </a:xfrm>
        </p:grpSpPr>
        <p:sp>
          <p:nvSpPr>
            <p:cNvPr id="907" name="Google Shape;907;p27"/>
            <p:cNvSpPr/>
            <p:nvPr/>
          </p:nvSpPr>
          <p:spPr>
            <a:xfrm>
              <a:off x="5381800" y="-337739"/>
              <a:ext cx="4555917" cy="1398964"/>
            </a:xfrm>
            <a:custGeom>
              <a:rect b="b" l="l" r="r" t="t"/>
              <a:pathLst>
                <a:path extrusionOk="0" h="6405" w="19663">
                  <a:moveTo>
                    <a:pt x="15799" y="0"/>
                  </a:moveTo>
                  <a:cubicBezTo>
                    <a:pt x="14930" y="0"/>
                    <a:pt x="14048" y="589"/>
                    <a:pt x="13212" y="812"/>
                  </a:cubicBezTo>
                  <a:cubicBezTo>
                    <a:pt x="12864" y="905"/>
                    <a:pt x="12513" y="943"/>
                    <a:pt x="12160" y="943"/>
                  </a:cubicBezTo>
                  <a:cubicBezTo>
                    <a:pt x="10715" y="943"/>
                    <a:pt x="9235" y="318"/>
                    <a:pt x="7772" y="318"/>
                  </a:cubicBezTo>
                  <a:cubicBezTo>
                    <a:pt x="7530" y="318"/>
                    <a:pt x="7289" y="336"/>
                    <a:pt x="7048" y="375"/>
                  </a:cubicBezTo>
                  <a:cubicBezTo>
                    <a:pt x="6660" y="444"/>
                    <a:pt x="6281" y="563"/>
                    <a:pt x="5886" y="563"/>
                  </a:cubicBezTo>
                  <a:cubicBezTo>
                    <a:pt x="5872" y="563"/>
                    <a:pt x="5858" y="563"/>
                    <a:pt x="5844" y="563"/>
                  </a:cubicBezTo>
                  <a:cubicBezTo>
                    <a:pt x="5288" y="550"/>
                    <a:pt x="4709" y="284"/>
                    <a:pt x="4175" y="284"/>
                  </a:cubicBezTo>
                  <a:cubicBezTo>
                    <a:pt x="3971" y="284"/>
                    <a:pt x="3774" y="323"/>
                    <a:pt x="3587" y="429"/>
                  </a:cubicBezTo>
                  <a:cubicBezTo>
                    <a:pt x="3444" y="509"/>
                    <a:pt x="3319" y="616"/>
                    <a:pt x="3167" y="661"/>
                  </a:cubicBezTo>
                  <a:cubicBezTo>
                    <a:pt x="3094" y="682"/>
                    <a:pt x="3019" y="690"/>
                    <a:pt x="2941" y="690"/>
                  </a:cubicBezTo>
                  <a:cubicBezTo>
                    <a:pt x="2593" y="690"/>
                    <a:pt x="2206" y="519"/>
                    <a:pt x="1846" y="519"/>
                  </a:cubicBezTo>
                  <a:cubicBezTo>
                    <a:pt x="1668" y="519"/>
                    <a:pt x="1496" y="561"/>
                    <a:pt x="1338" y="688"/>
                  </a:cubicBezTo>
                  <a:cubicBezTo>
                    <a:pt x="1187" y="812"/>
                    <a:pt x="1071" y="991"/>
                    <a:pt x="883" y="1044"/>
                  </a:cubicBezTo>
                  <a:cubicBezTo>
                    <a:pt x="842" y="1055"/>
                    <a:pt x="799" y="1057"/>
                    <a:pt x="756" y="1057"/>
                  </a:cubicBezTo>
                  <a:cubicBezTo>
                    <a:pt x="721" y="1057"/>
                    <a:pt x="686" y="1056"/>
                    <a:pt x="651" y="1056"/>
                  </a:cubicBezTo>
                  <a:cubicBezTo>
                    <a:pt x="618" y="1056"/>
                    <a:pt x="585" y="1057"/>
                    <a:pt x="553" y="1062"/>
                  </a:cubicBezTo>
                  <a:cubicBezTo>
                    <a:pt x="268" y="1098"/>
                    <a:pt x="63" y="1392"/>
                    <a:pt x="27" y="1687"/>
                  </a:cubicBezTo>
                  <a:cubicBezTo>
                    <a:pt x="0" y="1981"/>
                    <a:pt x="107" y="2275"/>
                    <a:pt x="250" y="2534"/>
                  </a:cubicBezTo>
                  <a:cubicBezTo>
                    <a:pt x="535" y="3080"/>
                    <a:pt x="1051" y="3574"/>
                    <a:pt x="1628" y="3574"/>
                  </a:cubicBezTo>
                  <a:cubicBezTo>
                    <a:pt x="1682" y="3574"/>
                    <a:pt x="1738" y="3569"/>
                    <a:pt x="1793" y="3560"/>
                  </a:cubicBezTo>
                  <a:cubicBezTo>
                    <a:pt x="2025" y="3524"/>
                    <a:pt x="2239" y="3408"/>
                    <a:pt x="2462" y="3337"/>
                  </a:cubicBezTo>
                  <a:cubicBezTo>
                    <a:pt x="2635" y="3288"/>
                    <a:pt x="2809" y="3268"/>
                    <a:pt x="2985" y="3268"/>
                  </a:cubicBezTo>
                  <a:cubicBezTo>
                    <a:pt x="3537" y="3268"/>
                    <a:pt x="4102" y="3459"/>
                    <a:pt x="4657" y="3507"/>
                  </a:cubicBezTo>
                  <a:cubicBezTo>
                    <a:pt x="4746" y="3514"/>
                    <a:pt x="4836" y="3517"/>
                    <a:pt x="4925" y="3517"/>
                  </a:cubicBezTo>
                  <a:cubicBezTo>
                    <a:pt x="6130" y="3517"/>
                    <a:pt x="7329" y="2921"/>
                    <a:pt x="8502" y="2921"/>
                  </a:cubicBezTo>
                  <a:cubicBezTo>
                    <a:pt x="8786" y="2921"/>
                    <a:pt x="9069" y="2956"/>
                    <a:pt x="9350" y="3043"/>
                  </a:cubicBezTo>
                  <a:cubicBezTo>
                    <a:pt x="9813" y="3185"/>
                    <a:pt x="10393" y="3373"/>
                    <a:pt x="10822" y="3551"/>
                  </a:cubicBezTo>
                  <a:cubicBezTo>
                    <a:pt x="11294" y="3756"/>
                    <a:pt x="11384" y="4086"/>
                    <a:pt x="11223" y="4595"/>
                  </a:cubicBezTo>
                  <a:cubicBezTo>
                    <a:pt x="11143" y="4871"/>
                    <a:pt x="11036" y="5157"/>
                    <a:pt x="11125" y="5434"/>
                  </a:cubicBezTo>
                  <a:cubicBezTo>
                    <a:pt x="11204" y="5665"/>
                    <a:pt x="11444" y="5804"/>
                    <a:pt x="11680" y="5804"/>
                  </a:cubicBezTo>
                  <a:cubicBezTo>
                    <a:pt x="11817" y="5804"/>
                    <a:pt x="11951" y="5758"/>
                    <a:pt x="12053" y="5657"/>
                  </a:cubicBezTo>
                  <a:cubicBezTo>
                    <a:pt x="12293" y="5416"/>
                    <a:pt x="12276" y="5023"/>
                    <a:pt x="12204" y="4684"/>
                  </a:cubicBezTo>
                  <a:cubicBezTo>
                    <a:pt x="12124" y="4309"/>
                    <a:pt x="11928" y="3872"/>
                    <a:pt x="12035" y="3498"/>
                  </a:cubicBezTo>
                  <a:cubicBezTo>
                    <a:pt x="12169" y="3061"/>
                    <a:pt x="12731" y="2686"/>
                    <a:pt x="13114" y="2543"/>
                  </a:cubicBezTo>
                  <a:cubicBezTo>
                    <a:pt x="13328" y="2465"/>
                    <a:pt x="13554" y="2426"/>
                    <a:pt x="13779" y="2426"/>
                  </a:cubicBezTo>
                  <a:cubicBezTo>
                    <a:pt x="14120" y="2426"/>
                    <a:pt x="14461" y="2514"/>
                    <a:pt x="14756" y="2686"/>
                  </a:cubicBezTo>
                  <a:cubicBezTo>
                    <a:pt x="15014" y="2837"/>
                    <a:pt x="15246" y="3061"/>
                    <a:pt x="15344" y="3355"/>
                  </a:cubicBezTo>
                  <a:cubicBezTo>
                    <a:pt x="15478" y="3810"/>
                    <a:pt x="15246" y="4283"/>
                    <a:pt x="15095" y="4738"/>
                  </a:cubicBezTo>
                  <a:cubicBezTo>
                    <a:pt x="14970" y="5086"/>
                    <a:pt x="14889" y="5478"/>
                    <a:pt x="15005" y="5835"/>
                  </a:cubicBezTo>
                  <a:cubicBezTo>
                    <a:pt x="15107" y="6147"/>
                    <a:pt x="15393" y="6405"/>
                    <a:pt x="15701" y="6405"/>
                  </a:cubicBezTo>
                  <a:cubicBezTo>
                    <a:pt x="15746" y="6405"/>
                    <a:pt x="15790" y="6399"/>
                    <a:pt x="15835" y="6388"/>
                  </a:cubicBezTo>
                  <a:cubicBezTo>
                    <a:pt x="16210" y="6290"/>
                    <a:pt x="16397" y="5817"/>
                    <a:pt x="16388" y="5407"/>
                  </a:cubicBezTo>
                  <a:cubicBezTo>
                    <a:pt x="16388" y="4996"/>
                    <a:pt x="16272" y="4586"/>
                    <a:pt x="16317" y="4185"/>
                  </a:cubicBezTo>
                  <a:cubicBezTo>
                    <a:pt x="16379" y="3583"/>
                    <a:pt x="16671" y="3442"/>
                    <a:pt x="17037" y="3442"/>
                  </a:cubicBezTo>
                  <a:cubicBezTo>
                    <a:pt x="17360" y="3442"/>
                    <a:pt x="17739" y="3551"/>
                    <a:pt x="18068" y="3551"/>
                  </a:cubicBezTo>
                  <a:cubicBezTo>
                    <a:pt x="18119" y="3551"/>
                    <a:pt x="18169" y="3548"/>
                    <a:pt x="18217" y="3542"/>
                  </a:cubicBezTo>
                  <a:cubicBezTo>
                    <a:pt x="18654" y="3489"/>
                    <a:pt x="19020" y="3069"/>
                    <a:pt x="19038" y="2614"/>
                  </a:cubicBezTo>
                  <a:cubicBezTo>
                    <a:pt x="19038" y="2445"/>
                    <a:pt x="19011" y="2267"/>
                    <a:pt x="19091" y="2124"/>
                  </a:cubicBezTo>
                  <a:cubicBezTo>
                    <a:pt x="19145" y="2026"/>
                    <a:pt x="19243" y="1963"/>
                    <a:pt x="19323" y="1892"/>
                  </a:cubicBezTo>
                  <a:cubicBezTo>
                    <a:pt x="19662" y="1553"/>
                    <a:pt x="19537" y="902"/>
                    <a:pt x="19154" y="616"/>
                  </a:cubicBezTo>
                  <a:cubicBezTo>
                    <a:pt x="18952" y="462"/>
                    <a:pt x="18703" y="397"/>
                    <a:pt x="18449" y="397"/>
                  </a:cubicBezTo>
                  <a:cubicBezTo>
                    <a:pt x="18231" y="397"/>
                    <a:pt x="18008" y="445"/>
                    <a:pt x="17807" y="527"/>
                  </a:cubicBezTo>
                  <a:cubicBezTo>
                    <a:pt x="17672" y="577"/>
                    <a:pt x="17538" y="644"/>
                    <a:pt x="17403" y="644"/>
                  </a:cubicBezTo>
                  <a:cubicBezTo>
                    <a:pt x="17395" y="644"/>
                    <a:pt x="17387" y="643"/>
                    <a:pt x="17378" y="643"/>
                  </a:cubicBezTo>
                  <a:cubicBezTo>
                    <a:pt x="17164" y="634"/>
                    <a:pt x="16995" y="465"/>
                    <a:pt x="16825" y="340"/>
                  </a:cubicBezTo>
                  <a:cubicBezTo>
                    <a:pt x="16488" y="93"/>
                    <a:pt x="16144" y="0"/>
                    <a:pt x="15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08" name="Google Shape;908;p27"/>
            <p:cNvGrpSpPr/>
            <p:nvPr/>
          </p:nvGrpSpPr>
          <p:grpSpPr>
            <a:xfrm>
              <a:off x="5868210" y="47546"/>
              <a:ext cx="3429432" cy="338703"/>
              <a:chOff x="4387885" y="218763"/>
              <a:chExt cx="3328253" cy="338703"/>
            </a:xfrm>
          </p:grpSpPr>
          <p:sp>
            <p:nvSpPr>
              <p:cNvPr id="909" name="Google Shape;909;p27"/>
              <p:cNvSpPr/>
              <p:nvPr/>
            </p:nvSpPr>
            <p:spPr>
              <a:xfrm flipH="1">
                <a:off x="4693099" y="315338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" name="Google Shape;910;p27"/>
              <p:cNvSpPr/>
              <p:nvPr/>
            </p:nvSpPr>
            <p:spPr>
              <a:xfrm flipH="1">
                <a:off x="7499882" y="321408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" name="Google Shape;911;p27"/>
              <p:cNvSpPr/>
              <p:nvPr/>
            </p:nvSpPr>
            <p:spPr>
              <a:xfrm flipH="1">
                <a:off x="7613742" y="478389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" name="Google Shape;912;p27"/>
              <p:cNvSpPr/>
              <p:nvPr/>
            </p:nvSpPr>
            <p:spPr>
              <a:xfrm flipH="1">
                <a:off x="4387885" y="218763"/>
                <a:ext cx="84939" cy="66440"/>
              </a:xfrm>
              <a:custGeom>
                <a:rect b="b" l="l" r="r" t="t"/>
                <a:pathLst>
                  <a:path extrusionOk="0" h="510" w="652">
                    <a:moveTo>
                      <a:pt x="331" y="1"/>
                    </a:moveTo>
                    <a:cubicBezTo>
                      <a:pt x="0" y="1"/>
                      <a:pt x="0" y="509"/>
                      <a:pt x="331" y="509"/>
                    </a:cubicBezTo>
                    <a:cubicBezTo>
                      <a:pt x="652" y="509"/>
                      <a:pt x="652" y="1"/>
                      <a:pt x="3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13" name="Google Shape;913;p27"/>
            <p:cNvSpPr/>
            <p:nvPr/>
          </p:nvSpPr>
          <p:spPr>
            <a:xfrm flipH="1" rot="35516">
              <a:off x="5434987" y="-127567"/>
              <a:ext cx="4360978" cy="294992"/>
            </a:xfrm>
            <a:custGeom>
              <a:rect b="b" l="l" r="r" t="t"/>
              <a:pathLst>
                <a:path extrusionOk="0" h="11827" w="163830">
                  <a:moveTo>
                    <a:pt x="0" y="11827"/>
                  </a:moveTo>
                  <a:cubicBezTo>
                    <a:pt x="4491" y="9902"/>
                    <a:pt x="8463" y="6894"/>
                    <a:pt x="12954" y="4969"/>
                  </a:cubicBezTo>
                  <a:cubicBezTo>
                    <a:pt x="16697" y="3365"/>
                    <a:pt x="21196" y="5195"/>
                    <a:pt x="25146" y="4207"/>
                  </a:cubicBezTo>
                  <a:cubicBezTo>
                    <a:pt x="33524" y="2112"/>
                    <a:pt x="42497" y="3040"/>
                    <a:pt x="51054" y="4207"/>
                  </a:cubicBezTo>
                  <a:cubicBezTo>
                    <a:pt x="58708" y="5251"/>
                    <a:pt x="66486" y="10139"/>
                    <a:pt x="73914" y="8017"/>
                  </a:cubicBezTo>
                  <a:cubicBezTo>
                    <a:pt x="79494" y="6423"/>
                    <a:pt x="84225" y="2297"/>
                    <a:pt x="89916" y="1159"/>
                  </a:cubicBezTo>
                  <a:cubicBezTo>
                    <a:pt x="98633" y="-584"/>
                    <a:pt x="107771" y="9"/>
                    <a:pt x="116586" y="1159"/>
                  </a:cubicBezTo>
                  <a:cubicBezTo>
                    <a:pt x="125383" y="2306"/>
                    <a:pt x="134257" y="3960"/>
                    <a:pt x="142494" y="7255"/>
                  </a:cubicBezTo>
                  <a:cubicBezTo>
                    <a:pt x="146267" y="8764"/>
                    <a:pt x="150743" y="6269"/>
                    <a:pt x="154686" y="7255"/>
                  </a:cubicBezTo>
                  <a:cubicBezTo>
                    <a:pt x="157803" y="8034"/>
                    <a:pt x="160617" y="10303"/>
                    <a:pt x="163830" y="10303"/>
                  </a:cubicBezTo>
                </a:path>
              </a:pathLst>
            </a:custGeom>
            <a:noFill/>
            <a:ln cap="rnd" cmpd="sng" w="3810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sp>
      </p:grpSp>
      <p:grpSp>
        <p:nvGrpSpPr>
          <p:cNvPr id="914" name="Google Shape;914;p27"/>
          <p:cNvGrpSpPr/>
          <p:nvPr/>
        </p:nvGrpSpPr>
        <p:grpSpPr>
          <a:xfrm>
            <a:off x="212745" y="160325"/>
            <a:ext cx="8713724" cy="4772877"/>
            <a:chOff x="127769" y="160325"/>
            <a:chExt cx="8713724" cy="4772877"/>
          </a:xfrm>
        </p:grpSpPr>
        <p:sp>
          <p:nvSpPr>
            <p:cNvPr id="915" name="Google Shape;915;p27"/>
            <p:cNvSpPr/>
            <p:nvPr/>
          </p:nvSpPr>
          <p:spPr>
            <a:xfrm rot="2115196">
              <a:off x="7174509" y="799057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27"/>
            <p:cNvSpPr/>
            <p:nvPr/>
          </p:nvSpPr>
          <p:spPr>
            <a:xfrm rot="3277097">
              <a:off x="8614146" y="3546670"/>
              <a:ext cx="56744" cy="123224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27"/>
            <p:cNvSpPr/>
            <p:nvPr/>
          </p:nvSpPr>
          <p:spPr>
            <a:xfrm rot="3574462">
              <a:off x="7920007" y="298499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27"/>
            <p:cNvSpPr/>
            <p:nvPr/>
          </p:nvSpPr>
          <p:spPr>
            <a:xfrm rot="1625383">
              <a:off x="1355704" y="3402985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27"/>
            <p:cNvSpPr/>
            <p:nvPr/>
          </p:nvSpPr>
          <p:spPr>
            <a:xfrm rot="-2576963">
              <a:off x="4119709" y="160116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27"/>
            <p:cNvSpPr/>
            <p:nvPr/>
          </p:nvSpPr>
          <p:spPr>
            <a:xfrm rot="3418413">
              <a:off x="1869487" y="1464065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27"/>
            <p:cNvSpPr/>
            <p:nvPr/>
          </p:nvSpPr>
          <p:spPr>
            <a:xfrm rot="-6529139">
              <a:off x="684769" y="2534586"/>
              <a:ext cx="151480" cy="7431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27"/>
            <p:cNvSpPr/>
            <p:nvPr/>
          </p:nvSpPr>
          <p:spPr>
            <a:xfrm rot="-3266906">
              <a:off x="5424310" y="781269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27"/>
            <p:cNvSpPr/>
            <p:nvPr/>
          </p:nvSpPr>
          <p:spPr>
            <a:xfrm rot="-1501670">
              <a:off x="351785" y="131497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27"/>
            <p:cNvSpPr/>
            <p:nvPr/>
          </p:nvSpPr>
          <p:spPr>
            <a:xfrm rot="1867268">
              <a:off x="8741899" y="2157689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7"/>
            <p:cNvSpPr/>
            <p:nvPr/>
          </p:nvSpPr>
          <p:spPr>
            <a:xfrm rot="-2342076">
              <a:off x="8689335" y="1220852"/>
              <a:ext cx="57301" cy="147211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7"/>
            <p:cNvSpPr/>
            <p:nvPr/>
          </p:nvSpPr>
          <p:spPr>
            <a:xfrm rot="-3266906">
              <a:off x="1253407" y="4812682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7"/>
            <p:cNvSpPr/>
            <p:nvPr/>
          </p:nvSpPr>
          <p:spPr>
            <a:xfrm rot="3522601">
              <a:off x="176897" y="3983603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7"/>
            <p:cNvSpPr/>
            <p:nvPr/>
          </p:nvSpPr>
          <p:spPr>
            <a:xfrm rot="-2695393">
              <a:off x="8195448" y="42812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9" name="Google Shape;929;p2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930" name="Google Shape;930;p27"/>
          <p:cNvSpPr txBox="1"/>
          <p:nvPr>
            <p:ph idx="2" type="title"/>
          </p:nvPr>
        </p:nvSpPr>
        <p:spPr>
          <a:xfrm>
            <a:off x="1804300" y="1764625"/>
            <a:ext cx="2318100" cy="500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31" name="Google Shape;931;p27"/>
          <p:cNvSpPr txBox="1"/>
          <p:nvPr>
            <p:ph idx="1" type="subTitle"/>
          </p:nvPr>
        </p:nvSpPr>
        <p:spPr>
          <a:xfrm>
            <a:off x="1804300" y="2264925"/>
            <a:ext cx="2318100" cy="500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932" name="Google Shape;932;p27"/>
          <p:cNvSpPr txBox="1"/>
          <p:nvPr>
            <p:ph idx="3" type="title"/>
          </p:nvPr>
        </p:nvSpPr>
        <p:spPr>
          <a:xfrm>
            <a:off x="5021600" y="1764625"/>
            <a:ext cx="2318100" cy="500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33" name="Google Shape;933;p27"/>
          <p:cNvSpPr txBox="1"/>
          <p:nvPr>
            <p:ph idx="4" type="subTitle"/>
          </p:nvPr>
        </p:nvSpPr>
        <p:spPr>
          <a:xfrm>
            <a:off x="5021600" y="2264925"/>
            <a:ext cx="2318100" cy="500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934" name="Google Shape;934;p27"/>
          <p:cNvSpPr txBox="1"/>
          <p:nvPr>
            <p:ph idx="5" type="title"/>
          </p:nvPr>
        </p:nvSpPr>
        <p:spPr>
          <a:xfrm>
            <a:off x="1804300" y="3603375"/>
            <a:ext cx="2318100" cy="500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35" name="Google Shape;935;p27"/>
          <p:cNvSpPr txBox="1"/>
          <p:nvPr>
            <p:ph idx="6" type="subTitle"/>
          </p:nvPr>
        </p:nvSpPr>
        <p:spPr>
          <a:xfrm>
            <a:off x="1804300" y="4103700"/>
            <a:ext cx="2318100" cy="500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936" name="Google Shape;936;p27"/>
          <p:cNvSpPr txBox="1"/>
          <p:nvPr>
            <p:ph idx="7" type="title"/>
          </p:nvPr>
        </p:nvSpPr>
        <p:spPr>
          <a:xfrm>
            <a:off x="5021600" y="3603375"/>
            <a:ext cx="2318100" cy="500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37" name="Google Shape;937;p27"/>
          <p:cNvSpPr txBox="1"/>
          <p:nvPr>
            <p:ph idx="8" type="subTitle"/>
          </p:nvPr>
        </p:nvSpPr>
        <p:spPr>
          <a:xfrm>
            <a:off x="5021600" y="4103700"/>
            <a:ext cx="2318100" cy="500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CUSTOM_5_1">
    <p:spTree>
      <p:nvGrpSpPr>
        <p:cNvPr id="938" name="Shape 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9" name="Google Shape;939;p28"/>
          <p:cNvGrpSpPr/>
          <p:nvPr/>
        </p:nvGrpSpPr>
        <p:grpSpPr>
          <a:xfrm flipH="1">
            <a:off x="-444931" y="4436261"/>
            <a:ext cx="3129218" cy="1062579"/>
            <a:chOff x="5871870" y="4293873"/>
            <a:chExt cx="3598457" cy="1378898"/>
          </a:xfrm>
        </p:grpSpPr>
        <p:sp>
          <p:nvSpPr>
            <p:cNvPr id="940" name="Google Shape;940;p28"/>
            <p:cNvSpPr/>
            <p:nvPr/>
          </p:nvSpPr>
          <p:spPr>
            <a:xfrm flipH="1" rot="10800000">
              <a:off x="5871870" y="4293873"/>
              <a:ext cx="3598453" cy="1378898"/>
            </a:xfrm>
            <a:custGeom>
              <a:rect b="b" l="l" r="r" t="t"/>
              <a:pathLst>
                <a:path extrusionOk="0" h="7309" w="19074">
                  <a:moveTo>
                    <a:pt x="14216" y="14"/>
                  </a:moveTo>
                  <a:cubicBezTo>
                    <a:pt x="13596" y="14"/>
                    <a:pt x="12976" y="28"/>
                    <a:pt x="12356" y="46"/>
                  </a:cubicBezTo>
                  <a:cubicBezTo>
                    <a:pt x="10259" y="90"/>
                    <a:pt x="8163" y="161"/>
                    <a:pt x="6066" y="269"/>
                  </a:cubicBezTo>
                  <a:cubicBezTo>
                    <a:pt x="5023" y="322"/>
                    <a:pt x="3970" y="376"/>
                    <a:pt x="2926" y="447"/>
                  </a:cubicBezTo>
                  <a:cubicBezTo>
                    <a:pt x="1624" y="527"/>
                    <a:pt x="0" y="545"/>
                    <a:pt x="295" y="2329"/>
                  </a:cubicBezTo>
                  <a:cubicBezTo>
                    <a:pt x="348" y="2659"/>
                    <a:pt x="571" y="2981"/>
                    <a:pt x="901" y="3052"/>
                  </a:cubicBezTo>
                  <a:cubicBezTo>
                    <a:pt x="973" y="3070"/>
                    <a:pt x="1044" y="3070"/>
                    <a:pt x="1106" y="3114"/>
                  </a:cubicBezTo>
                  <a:cubicBezTo>
                    <a:pt x="1222" y="3195"/>
                    <a:pt x="1213" y="3364"/>
                    <a:pt x="1204" y="3507"/>
                  </a:cubicBezTo>
                  <a:cubicBezTo>
                    <a:pt x="1142" y="4096"/>
                    <a:pt x="1204" y="4738"/>
                    <a:pt x="1570" y="5202"/>
                  </a:cubicBezTo>
                  <a:cubicBezTo>
                    <a:pt x="1804" y="5504"/>
                    <a:pt x="2193" y="5693"/>
                    <a:pt x="2565" y="5693"/>
                  </a:cubicBezTo>
                  <a:cubicBezTo>
                    <a:pt x="2776" y="5693"/>
                    <a:pt x="2981" y="5632"/>
                    <a:pt x="3149" y="5496"/>
                  </a:cubicBezTo>
                  <a:cubicBezTo>
                    <a:pt x="3363" y="5318"/>
                    <a:pt x="3479" y="5059"/>
                    <a:pt x="3640" y="4836"/>
                  </a:cubicBezTo>
                  <a:cubicBezTo>
                    <a:pt x="3797" y="4618"/>
                    <a:pt x="4023" y="4408"/>
                    <a:pt x="4292" y="4408"/>
                  </a:cubicBezTo>
                  <a:cubicBezTo>
                    <a:pt x="4298" y="4408"/>
                    <a:pt x="4303" y="4408"/>
                    <a:pt x="4309" y="4408"/>
                  </a:cubicBezTo>
                  <a:cubicBezTo>
                    <a:pt x="4621" y="4426"/>
                    <a:pt x="4853" y="4720"/>
                    <a:pt x="4933" y="5023"/>
                  </a:cubicBezTo>
                  <a:cubicBezTo>
                    <a:pt x="5014" y="5327"/>
                    <a:pt x="4996" y="5648"/>
                    <a:pt x="5058" y="5951"/>
                  </a:cubicBezTo>
                  <a:cubicBezTo>
                    <a:pt x="5201" y="6611"/>
                    <a:pt x="5763" y="7156"/>
                    <a:pt x="6423" y="7280"/>
                  </a:cubicBezTo>
                  <a:cubicBezTo>
                    <a:pt x="6522" y="7299"/>
                    <a:pt x="6623" y="7308"/>
                    <a:pt x="6723" y="7308"/>
                  </a:cubicBezTo>
                  <a:cubicBezTo>
                    <a:pt x="7290" y="7308"/>
                    <a:pt x="7853" y="7018"/>
                    <a:pt x="8172" y="6540"/>
                  </a:cubicBezTo>
                  <a:cubicBezTo>
                    <a:pt x="8261" y="6397"/>
                    <a:pt x="8341" y="6237"/>
                    <a:pt x="8475" y="6139"/>
                  </a:cubicBezTo>
                  <a:cubicBezTo>
                    <a:pt x="8546" y="6082"/>
                    <a:pt x="8641" y="6048"/>
                    <a:pt x="8731" y="6048"/>
                  </a:cubicBezTo>
                  <a:cubicBezTo>
                    <a:pt x="8812" y="6048"/>
                    <a:pt x="8888" y="6075"/>
                    <a:pt x="8939" y="6139"/>
                  </a:cubicBezTo>
                  <a:cubicBezTo>
                    <a:pt x="8993" y="6219"/>
                    <a:pt x="9001" y="6317"/>
                    <a:pt x="9037" y="6406"/>
                  </a:cubicBezTo>
                  <a:cubicBezTo>
                    <a:pt x="9114" y="6603"/>
                    <a:pt x="9322" y="6703"/>
                    <a:pt x="9535" y="6703"/>
                  </a:cubicBezTo>
                  <a:cubicBezTo>
                    <a:pt x="9669" y="6703"/>
                    <a:pt x="9805" y="6664"/>
                    <a:pt x="9911" y="6585"/>
                  </a:cubicBezTo>
                  <a:cubicBezTo>
                    <a:pt x="10188" y="6379"/>
                    <a:pt x="10286" y="6014"/>
                    <a:pt x="10295" y="5666"/>
                  </a:cubicBezTo>
                  <a:cubicBezTo>
                    <a:pt x="10295" y="5327"/>
                    <a:pt x="10224" y="4988"/>
                    <a:pt x="10215" y="4640"/>
                  </a:cubicBezTo>
                  <a:cubicBezTo>
                    <a:pt x="10215" y="4256"/>
                    <a:pt x="10366" y="3855"/>
                    <a:pt x="10670" y="3614"/>
                  </a:cubicBezTo>
                  <a:cubicBezTo>
                    <a:pt x="10799" y="3515"/>
                    <a:pt x="10944" y="3462"/>
                    <a:pt x="11075" y="3462"/>
                  </a:cubicBezTo>
                  <a:cubicBezTo>
                    <a:pt x="11287" y="3462"/>
                    <a:pt x="11466" y="3600"/>
                    <a:pt x="11499" y="3908"/>
                  </a:cubicBezTo>
                  <a:cubicBezTo>
                    <a:pt x="11526" y="4140"/>
                    <a:pt x="11455" y="4390"/>
                    <a:pt x="11508" y="4631"/>
                  </a:cubicBezTo>
                  <a:cubicBezTo>
                    <a:pt x="11562" y="4899"/>
                    <a:pt x="11776" y="5139"/>
                    <a:pt x="12044" y="5211"/>
                  </a:cubicBezTo>
                  <a:cubicBezTo>
                    <a:pt x="12109" y="5231"/>
                    <a:pt x="12178" y="5240"/>
                    <a:pt x="12247" y="5240"/>
                  </a:cubicBezTo>
                  <a:cubicBezTo>
                    <a:pt x="12457" y="5240"/>
                    <a:pt x="12670" y="5151"/>
                    <a:pt x="12811" y="4997"/>
                  </a:cubicBezTo>
                  <a:lnTo>
                    <a:pt x="12811" y="4997"/>
                  </a:lnTo>
                  <a:cubicBezTo>
                    <a:pt x="12748" y="5443"/>
                    <a:pt x="13034" y="5907"/>
                    <a:pt x="13453" y="6058"/>
                  </a:cubicBezTo>
                  <a:cubicBezTo>
                    <a:pt x="13552" y="6091"/>
                    <a:pt x="13656" y="6107"/>
                    <a:pt x="13760" y="6107"/>
                  </a:cubicBezTo>
                  <a:cubicBezTo>
                    <a:pt x="14102" y="6107"/>
                    <a:pt x="14444" y="5934"/>
                    <a:pt x="14622" y="5639"/>
                  </a:cubicBezTo>
                  <a:cubicBezTo>
                    <a:pt x="14943" y="5104"/>
                    <a:pt x="14729" y="4328"/>
                    <a:pt x="15148" y="3864"/>
                  </a:cubicBezTo>
                  <a:cubicBezTo>
                    <a:pt x="15225" y="3779"/>
                    <a:pt x="15336" y="3707"/>
                    <a:pt x="15452" y="3707"/>
                  </a:cubicBezTo>
                  <a:cubicBezTo>
                    <a:pt x="15469" y="3707"/>
                    <a:pt x="15487" y="3708"/>
                    <a:pt x="15505" y="3712"/>
                  </a:cubicBezTo>
                  <a:cubicBezTo>
                    <a:pt x="15737" y="3757"/>
                    <a:pt x="15790" y="4060"/>
                    <a:pt x="15781" y="4301"/>
                  </a:cubicBezTo>
                  <a:cubicBezTo>
                    <a:pt x="15746" y="4818"/>
                    <a:pt x="15639" y="5327"/>
                    <a:pt x="15683" y="5844"/>
                  </a:cubicBezTo>
                  <a:cubicBezTo>
                    <a:pt x="15728" y="6353"/>
                    <a:pt x="15978" y="6897"/>
                    <a:pt x="16451" y="7093"/>
                  </a:cubicBezTo>
                  <a:cubicBezTo>
                    <a:pt x="16566" y="7142"/>
                    <a:pt x="16687" y="7164"/>
                    <a:pt x="16808" y="7164"/>
                  </a:cubicBezTo>
                  <a:cubicBezTo>
                    <a:pt x="17329" y="7164"/>
                    <a:pt x="17850" y="6746"/>
                    <a:pt x="17958" y="6210"/>
                  </a:cubicBezTo>
                  <a:cubicBezTo>
                    <a:pt x="18038" y="5773"/>
                    <a:pt x="17896" y="5327"/>
                    <a:pt x="17807" y="4890"/>
                  </a:cubicBezTo>
                  <a:cubicBezTo>
                    <a:pt x="17717" y="4452"/>
                    <a:pt x="17691" y="3953"/>
                    <a:pt x="17967" y="3605"/>
                  </a:cubicBezTo>
                  <a:cubicBezTo>
                    <a:pt x="18190" y="3748"/>
                    <a:pt x="18146" y="4185"/>
                    <a:pt x="18413" y="4221"/>
                  </a:cubicBezTo>
                  <a:cubicBezTo>
                    <a:pt x="18421" y="4221"/>
                    <a:pt x="18428" y="4222"/>
                    <a:pt x="18436" y="4222"/>
                  </a:cubicBezTo>
                  <a:cubicBezTo>
                    <a:pt x="18501" y="4222"/>
                    <a:pt x="18571" y="4189"/>
                    <a:pt x="18627" y="4149"/>
                  </a:cubicBezTo>
                  <a:cubicBezTo>
                    <a:pt x="18877" y="3962"/>
                    <a:pt x="18939" y="3614"/>
                    <a:pt x="18913" y="3302"/>
                  </a:cubicBezTo>
                  <a:cubicBezTo>
                    <a:pt x="18886" y="2998"/>
                    <a:pt x="18797" y="2695"/>
                    <a:pt x="18806" y="2383"/>
                  </a:cubicBezTo>
                  <a:cubicBezTo>
                    <a:pt x="18806" y="2088"/>
                    <a:pt x="18904" y="1803"/>
                    <a:pt x="18931" y="1517"/>
                  </a:cubicBezTo>
                  <a:cubicBezTo>
                    <a:pt x="19073" y="1"/>
                    <a:pt x="17066" y="126"/>
                    <a:pt x="16076" y="63"/>
                  </a:cubicBezTo>
                  <a:cubicBezTo>
                    <a:pt x="15456" y="28"/>
                    <a:pt x="14836" y="14"/>
                    <a:pt x="14216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28"/>
            <p:cNvSpPr/>
            <p:nvPr/>
          </p:nvSpPr>
          <p:spPr>
            <a:xfrm rot="-10578739">
              <a:off x="6108296" y="4829629"/>
              <a:ext cx="1925183" cy="433439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rgbClr val="6946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8"/>
            <p:cNvSpPr/>
            <p:nvPr/>
          </p:nvSpPr>
          <p:spPr>
            <a:xfrm flipH="1" rot="-10640538">
              <a:off x="7536144" y="4890444"/>
              <a:ext cx="1925170" cy="433436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rgbClr val="6946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" name="Google Shape;943;p28"/>
          <p:cNvGrpSpPr/>
          <p:nvPr/>
        </p:nvGrpSpPr>
        <p:grpSpPr>
          <a:xfrm>
            <a:off x="6684202" y="-1014331"/>
            <a:ext cx="3013652" cy="3107450"/>
            <a:chOff x="1120850" y="1643725"/>
            <a:chExt cx="578325" cy="596325"/>
          </a:xfrm>
        </p:grpSpPr>
        <p:sp>
          <p:nvSpPr>
            <p:cNvPr id="944" name="Google Shape;944;p28"/>
            <p:cNvSpPr/>
            <p:nvPr/>
          </p:nvSpPr>
          <p:spPr>
            <a:xfrm>
              <a:off x="1120850" y="1643725"/>
              <a:ext cx="578325" cy="596325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8"/>
            <p:cNvSpPr/>
            <p:nvPr/>
          </p:nvSpPr>
          <p:spPr>
            <a:xfrm>
              <a:off x="1415025" y="1715025"/>
              <a:ext cx="28800" cy="22325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8"/>
            <p:cNvSpPr/>
            <p:nvPr/>
          </p:nvSpPr>
          <p:spPr>
            <a:xfrm>
              <a:off x="1456725" y="1728625"/>
              <a:ext cx="20100" cy="15650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28"/>
            <p:cNvSpPr/>
            <p:nvPr/>
          </p:nvSpPr>
          <p:spPr>
            <a:xfrm>
              <a:off x="1435325" y="1758750"/>
              <a:ext cx="19650" cy="15175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28"/>
            <p:cNvSpPr/>
            <p:nvPr/>
          </p:nvSpPr>
          <p:spPr>
            <a:xfrm>
              <a:off x="1386475" y="1763425"/>
              <a:ext cx="16300" cy="1275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28"/>
            <p:cNvSpPr/>
            <p:nvPr/>
          </p:nvSpPr>
          <p:spPr>
            <a:xfrm>
              <a:off x="1488400" y="1799100"/>
              <a:ext cx="18975" cy="14525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28"/>
            <p:cNvSpPr/>
            <p:nvPr/>
          </p:nvSpPr>
          <p:spPr>
            <a:xfrm>
              <a:off x="1524750" y="1733325"/>
              <a:ext cx="12075" cy="9375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28"/>
            <p:cNvSpPr/>
            <p:nvPr/>
          </p:nvSpPr>
          <p:spPr>
            <a:xfrm>
              <a:off x="1123075" y="1744550"/>
              <a:ext cx="541325" cy="159375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" name="Google Shape;952;p28"/>
          <p:cNvGrpSpPr/>
          <p:nvPr/>
        </p:nvGrpSpPr>
        <p:grpSpPr>
          <a:xfrm flipH="1">
            <a:off x="324915" y="216904"/>
            <a:ext cx="8645765" cy="4746939"/>
            <a:chOff x="169932" y="216904"/>
            <a:chExt cx="8645765" cy="4746939"/>
          </a:xfrm>
        </p:grpSpPr>
        <p:sp>
          <p:nvSpPr>
            <p:cNvPr id="953" name="Google Shape;953;p28"/>
            <p:cNvSpPr/>
            <p:nvPr/>
          </p:nvSpPr>
          <p:spPr>
            <a:xfrm rot="2115196">
              <a:off x="7446434" y="219482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28"/>
            <p:cNvSpPr/>
            <p:nvPr/>
          </p:nvSpPr>
          <p:spPr>
            <a:xfrm rot="3277097">
              <a:off x="8583483" y="3054495"/>
              <a:ext cx="56744" cy="123224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28"/>
            <p:cNvSpPr/>
            <p:nvPr/>
          </p:nvSpPr>
          <p:spPr>
            <a:xfrm rot="-9378507">
              <a:off x="3225318" y="1216561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28"/>
            <p:cNvSpPr/>
            <p:nvPr/>
          </p:nvSpPr>
          <p:spPr>
            <a:xfrm rot="3574462">
              <a:off x="8583482" y="4037858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28"/>
            <p:cNvSpPr/>
            <p:nvPr/>
          </p:nvSpPr>
          <p:spPr>
            <a:xfrm rot="-10168024">
              <a:off x="1951384" y="728567"/>
              <a:ext cx="57300" cy="147207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28"/>
            <p:cNvSpPr/>
            <p:nvPr/>
          </p:nvSpPr>
          <p:spPr>
            <a:xfrm rot="-6529139">
              <a:off x="309344" y="3078948"/>
              <a:ext cx="151480" cy="7431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28"/>
            <p:cNvSpPr/>
            <p:nvPr/>
          </p:nvSpPr>
          <p:spPr>
            <a:xfrm rot="3522601">
              <a:off x="3750897" y="3360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28"/>
            <p:cNvSpPr/>
            <p:nvPr/>
          </p:nvSpPr>
          <p:spPr>
            <a:xfrm rot="-3266906">
              <a:off x="7567285" y="1427719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28"/>
            <p:cNvSpPr/>
            <p:nvPr/>
          </p:nvSpPr>
          <p:spPr>
            <a:xfrm rot="3522601">
              <a:off x="219060" y="12918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28"/>
            <p:cNvSpPr/>
            <p:nvPr/>
          </p:nvSpPr>
          <p:spPr>
            <a:xfrm rot="1867268">
              <a:off x="749324" y="4531489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28"/>
            <p:cNvSpPr/>
            <p:nvPr/>
          </p:nvSpPr>
          <p:spPr>
            <a:xfrm rot="-2342076">
              <a:off x="8718435" y="1416552"/>
              <a:ext cx="57301" cy="147211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28"/>
            <p:cNvSpPr/>
            <p:nvPr/>
          </p:nvSpPr>
          <p:spPr>
            <a:xfrm rot="-3266906">
              <a:off x="2724907" y="46661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28"/>
            <p:cNvSpPr/>
            <p:nvPr/>
          </p:nvSpPr>
          <p:spPr>
            <a:xfrm rot="3522601">
              <a:off x="4253260" y="44222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28"/>
            <p:cNvSpPr/>
            <p:nvPr/>
          </p:nvSpPr>
          <p:spPr>
            <a:xfrm rot="-2695393">
              <a:off x="5677873" y="481620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7" name="Google Shape;967;p2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968" name="Google Shape;968;p28"/>
          <p:cNvSpPr txBox="1"/>
          <p:nvPr>
            <p:ph idx="2" type="title"/>
          </p:nvPr>
        </p:nvSpPr>
        <p:spPr>
          <a:xfrm>
            <a:off x="1086025" y="1663475"/>
            <a:ext cx="2135400" cy="388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69" name="Google Shape;969;p28"/>
          <p:cNvSpPr txBox="1"/>
          <p:nvPr>
            <p:ph idx="1" type="subTitle"/>
          </p:nvPr>
        </p:nvSpPr>
        <p:spPr>
          <a:xfrm>
            <a:off x="1086025" y="2052375"/>
            <a:ext cx="2135400" cy="572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970" name="Google Shape;970;p28"/>
          <p:cNvSpPr txBox="1"/>
          <p:nvPr>
            <p:ph idx="3" type="title"/>
          </p:nvPr>
        </p:nvSpPr>
        <p:spPr>
          <a:xfrm>
            <a:off x="5922551" y="1663475"/>
            <a:ext cx="2135400" cy="388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71" name="Google Shape;971;p28"/>
          <p:cNvSpPr txBox="1"/>
          <p:nvPr>
            <p:ph idx="4" type="subTitle"/>
          </p:nvPr>
        </p:nvSpPr>
        <p:spPr>
          <a:xfrm>
            <a:off x="5922550" y="2052375"/>
            <a:ext cx="2135400" cy="572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972" name="Google Shape;972;p28"/>
          <p:cNvSpPr txBox="1"/>
          <p:nvPr>
            <p:ph idx="5" type="title"/>
          </p:nvPr>
        </p:nvSpPr>
        <p:spPr>
          <a:xfrm>
            <a:off x="1086025" y="3096975"/>
            <a:ext cx="2135400" cy="388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73" name="Google Shape;973;p28"/>
          <p:cNvSpPr txBox="1"/>
          <p:nvPr>
            <p:ph idx="6" type="subTitle"/>
          </p:nvPr>
        </p:nvSpPr>
        <p:spPr>
          <a:xfrm>
            <a:off x="1086025" y="3485775"/>
            <a:ext cx="2135400" cy="572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974" name="Google Shape;974;p28"/>
          <p:cNvSpPr txBox="1"/>
          <p:nvPr>
            <p:ph idx="7" type="title"/>
          </p:nvPr>
        </p:nvSpPr>
        <p:spPr>
          <a:xfrm>
            <a:off x="5922551" y="3096975"/>
            <a:ext cx="2135400" cy="388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75" name="Google Shape;975;p28"/>
          <p:cNvSpPr txBox="1"/>
          <p:nvPr>
            <p:ph idx="8" type="subTitle"/>
          </p:nvPr>
        </p:nvSpPr>
        <p:spPr>
          <a:xfrm>
            <a:off x="5922550" y="3485775"/>
            <a:ext cx="2135400" cy="572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976" name="Shape 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7" name="Google Shape;977;p29"/>
          <p:cNvGrpSpPr/>
          <p:nvPr/>
        </p:nvGrpSpPr>
        <p:grpSpPr>
          <a:xfrm>
            <a:off x="4628000" y="-906348"/>
            <a:ext cx="6203733" cy="3107450"/>
            <a:chOff x="4480275" y="-793398"/>
            <a:chExt cx="6203733" cy="3107450"/>
          </a:xfrm>
        </p:grpSpPr>
        <p:grpSp>
          <p:nvGrpSpPr>
            <p:cNvPr id="978" name="Google Shape;978;p29"/>
            <p:cNvGrpSpPr/>
            <p:nvPr/>
          </p:nvGrpSpPr>
          <p:grpSpPr>
            <a:xfrm flipH="1">
              <a:off x="4480275" y="-686275"/>
              <a:ext cx="3249813" cy="1635316"/>
              <a:chOff x="2086319" y="-686283"/>
              <a:chExt cx="3153934" cy="1635316"/>
            </a:xfrm>
          </p:grpSpPr>
          <p:sp>
            <p:nvSpPr>
              <p:cNvPr id="979" name="Google Shape;979;p29"/>
              <p:cNvSpPr/>
              <p:nvPr/>
            </p:nvSpPr>
            <p:spPr>
              <a:xfrm flipH="1">
                <a:off x="2086319" y="-686283"/>
                <a:ext cx="3153934" cy="1635316"/>
              </a:xfrm>
              <a:custGeom>
                <a:rect b="b" l="l" r="r" t="t"/>
                <a:pathLst>
                  <a:path extrusionOk="0" h="11958" w="21055">
                    <a:moveTo>
                      <a:pt x="16827" y="1"/>
                    </a:moveTo>
                    <a:cubicBezTo>
                      <a:pt x="16033" y="1"/>
                      <a:pt x="15235" y="124"/>
                      <a:pt x="14444" y="243"/>
                    </a:cubicBezTo>
                    <a:cubicBezTo>
                      <a:pt x="14444" y="252"/>
                      <a:pt x="14435" y="252"/>
                      <a:pt x="14426" y="252"/>
                    </a:cubicBezTo>
                    <a:lnTo>
                      <a:pt x="446" y="3392"/>
                    </a:lnTo>
                    <a:cubicBezTo>
                      <a:pt x="304" y="3419"/>
                      <a:pt x="197" y="3535"/>
                      <a:pt x="161" y="3677"/>
                    </a:cubicBezTo>
                    <a:cubicBezTo>
                      <a:pt x="0" y="4355"/>
                      <a:pt x="18" y="5087"/>
                      <a:pt x="206" y="5765"/>
                    </a:cubicBezTo>
                    <a:cubicBezTo>
                      <a:pt x="249" y="5934"/>
                      <a:pt x="403" y="6030"/>
                      <a:pt x="560" y="6030"/>
                    </a:cubicBezTo>
                    <a:cubicBezTo>
                      <a:pt x="661" y="6030"/>
                      <a:pt x="763" y="5991"/>
                      <a:pt x="839" y="5908"/>
                    </a:cubicBezTo>
                    <a:cubicBezTo>
                      <a:pt x="839" y="5908"/>
                      <a:pt x="839" y="5908"/>
                      <a:pt x="839" y="5899"/>
                    </a:cubicBezTo>
                    <a:cubicBezTo>
                      <a:pt x="917" y="5821"/>
                      <a:pt x="1014" y="5785"/>
                      <a:pt x="1110" y="5785"/>
                    </a:cubicBezTo>
                    <a:cubicBezTo>
                      <a:pt x="1288" y="5785"/>
                      <a:pt x="1461" y="5909"/>
                      <a:pt x="1490" y="6113"/>
                    </a:cubicBezTo>
                    <a:cubicBezTo>
                      <a:pt x="1535" y="6425"/>
                      <a:pt x="1481" y="6782"/>
                      <a:pt x="1472" y="7112"/>
                    </a:cubicBezTo>
                    <a:cubicBezTo>
                      <a:pt x="1448" y="7622"/>
                      <a:pt x="1734" y="8277"/>
                      <a:pt x="2213" y="8277"/>
                    </a:cubicBezTo>
                    <a:cubicBezTo>
                      <a:pt x="2253" y="8277"/>
                      <a:pt x="2295" y="8272"/>
                      <a:pt x="2338" y="8263"/>
                    </a:cubicBezTo>
                    <a:cubicBezTo>
                      <a:pt x="2721" y="8173"/>
                      <a:pt x="2882" y="7718"/>
                      <a:pt x="3203" y="7478"/>
                    </a:cubicBezTo>
                    <a:cubicBezTo>
                      <a:pt x="3357" y="7360"/>
                      <a:pt x="3532" y="7309"/>
                      <a:pt x="3712" y="7309"/>
                    </a:cubicBezTo>
                    <a:cubicBezTo>
                      <a:pt x="4232" y="7309"/>
                      <a:pt x="4793" y="7737"/>
                      <a:pt x="5005" y="8254"/>
                    </a:cubicBezTo>
                    <a:cubicBezTo>
                      <a:pt x="5299" y="8950"/>
                      <a:pt x="5210" y="9735"/>
                      <a:pt x="5362" y="10475"/>
                    </a:cubicBezTo>
                    <a:cubicBezTo>
                      <a:pt x="5501" y="11195"/>
                      <a:pt x="6028" y="11958"/>
                      <a:pt x="6754" y="11958"/>
                    </a:cubicBezTo>
                    <a:cubicBezTo>
                      <a:pt x="6775" y="11958"/>
                      <a:pt x="6795" y="11957"/>
                      <a:pt x="6816" y="11956"/>
                    </a:cubicBezTo>
                    <a:cubicBezTo>
                      <a:pt x="7646" y="11902"/>
                      <a:pt x="8074" y="10903"/>
                      <a:pt x="8083" y="10074"/>
                    </a:cubicBezTo>
                    <a:cubicBezTo>
                      <a:pt x="8101" y="9244"/>
                      <a:pt x="7922" y="8352"/>
                      <a:pt x="8342" y="7638"/>
                    </a:cubicBezTo>
                    <a:cubicBezTo>
                      <a:pt x="8501" y="7373"/>
                      <a:pt x="8783" y="7133"/>
                      <a:pt x="9077" y="7133"/>
                    </a:cubicBezTo>
                    <a:cubicBezTo>
                      <a:pt x="9129" y="7133"/>
                      <a:pt x="9182" y="7140"/>
                      <a:pt x="9234" y="7156"/>
                    </a:cubicBezTo>
                    <a:cubicBezTo>
                      <a:pt x="9698" y="7290"/>
                      <a:pt x="9814" y="7950"/>
                      <a:pt x="10268" y="8111"/>
                    </a:cubicBezTo>
                    <a:cubicBezTo>
                      <a:pt x="10333" y="8133"/>
                      <a:pt x="10396" y="8143"/>
                      <a:pt x="10457" y="8143"/>
                    </a:cubicBezTo>
                    <a:cubicBezTo>
                      <a:pt x="10897" y="8143"/>
                      <a:pt x="11257" y="7623"/>
                      <a:pt x="11500" y="7192"/>
                    </a:cubicBezTo>
                    <a:cubicBezTo>
                      <a:pt x="11702" y="6827"/>
                      <a:pt x="12110" y="6447"/>
                      <a:pt x="12474" y="6447"/>
                    </a:cubicBezTo>
                    <a:cubicBezTo>
                      <a:pt x="12591" y="6447"/>
                      <a:pt x="12703" y="6486"/>
                      <a:pt x="12802" y="6577"/>
                    </a:cubicBezTo>
                    <a:cubicBezTo>
                      <a:pt x="13061" y="6817"/>
                      <a:pt x="13034" y="7290"/>
                      <a:pt x="13346" y="7460"/>
                    </a:cubicBezTo>
                    <a:cubicBezTo>
                      <a:pt x="13413" y="7496"/>
                      <a:pt x="13481" y="7511"/>
                      <a:pt x="13551" y="7511"/>
                    </a:cubicBezTo>
                    <a:cubicBezTo>
                      <a:pt x="13950" y="7511"/>
                      <a:pt x="14389" y="7006"/>
                      <a:pt x="14772" y="7006"/>
                    </a:cubicBezTo>
                    <a:cubicBezTo>
                      <a:pt x="14849" y="7006"/>
                      <a:pt x="14925" y="7026"/>
                      <a:pt x="14997" y="7076"/>
                    </a:cubicBezTo>
                    <a:cubicBezTo>
                      <a:pt x="15104" y="7156"/>
                      <a:pt x="15166" y="7281"/>
                      <a:pt x="15211" y="7415"/>
                    </a:cubicBezTo>
                    <a:cubicBezTo>
                      <a:pt x="15648" y="8602"/>
                      <a:pt x="15273" y="10065"/>
                      <a:pt x="16040" y="11073"/>
                    </a:cubicBezTo>
                    <a:cubicBezTo>
                      <a:pt x="16156" y="11216"/>
                      <a:pt x="16290" y="11349"/>
                      <a:pt x="16460" y="11421"/>
                    </a:cubicBezTo>
                    <a:cubicBezTo>
                      <a:pt x="16543" y="11452"/>
                      <a:pt x="16631" y="11466"/>
                      <a:pt x="16720" y="11466"/>
                    </a:cubicBezTo>
                    <a:cubicBezTo>
                      <a:pt x="16908" y="11466"/>
                      <a:pt x="17102" y="11404"/>
                      <a:pt x="17272" y="11314"/>
                    </a:cubicBezTo>
                    <a:cubicBezTo>
                      <a:pt x="18262" y="10761"/>
                      <a:pt x="18360" y="9387"/>
                      <a:pt x="18244" y="8263"/>
                    </a:cubicBezTo>
                    <a:cubicBezTo>
                      <a:pt x="18217" y="7959"/>
                      <a:pt x="18208" y="7594"/>
                      <a:pt x="18476" y="7442"/>
                    </a:cubicBezTo>
                    <a:cubicBezTo>
                      <a:pt x="18538" y="7406"/>
                      <a:pt x="18606" y="7390"/>
                      <a:pt x="18675" y="7390"/>
                    </a:cubicBezTo>
                    <a:cubicBezTo>
                      <a:pt x="18866" y="7390"/>
                      <a:pt x="19067" y="7513"/>
                      <a:pt x="19172" y="7683"/>
                    </a:cubicBezTo>
                    <a:cubicBezTo>
                      <a:pt x="19243" y="7808"/>
                      <a:pt x="19288" y="7950"/>
                      <a:pt x="19306" y="8102"/>
                    </a:cubicBezTo>
                    <a:cubicBezTo>
                      <a:pt x="19335" y="8293"/>
                      <a:pt x="19492" y="8424"/>
                      <a:pt x="19671" y="8424"/>
                    </a:cubicBezTo>
                    <a:cubicBezTo>
                      <a:pt x="19709" y="8424"/>
                      <a:pt x="19748" y="8418"/>
                      <a:pt x="19787" y="8405"/>
                    </a:cubicBezTo>
                    <a:cubicBezTo>
                      <a:pt x="20251" y="8272"/>
                      <a:pt x="20635" y="7861"/>
                      <a:pt x="20813" y="7406"/>
                    </a:cubicBezTo>
                    <a:cubicBezTo>
                      <a:pt x="21054" y="6809"/>
                      <a:pt x="21018" y="6139"/>
                      <a:pt x="20983" y="5497"/>
                    </a:cubicBezTo>
                    <a:cubicBezTo>
                      <a:pt x="20947" y="4819"/>
                      <a:pt x="20911" y="4141"/>
                      <a:pt x="20867" y="3463"/>
                    </a:cubicBezTo>
                    <a:cubicBezTo>
                      <a:pt x="20849" y="3044"/>
                      <a:pt x="20822" y="2616"/>
                      <a:pt x="20697" y="2214"/>
                    </a:cubicBezTo>
                    <a:cubicBezTo>
                      <a:pt x="20331" y="1081"/>
                      <a:pt x="19181" y="341"/>
                      <a:pt x="18012" y="109"/>
                    </a:cubicBezTo>
                    <a:cubicBezTo>
                      <a:pt x="17619" y="32"/>
                      <a:pt x="17224" y="1"/>
                      <a:pt x="1682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" name="Google Shape;980;p29"/>
              <p:cNvSpPr/>
              <p:nvPr/>
            </p:nvSpPr>
            <p:spPr>
              <a:xfrm flipH="1">
                <a:off x="2615551" y="-470265"/>
                <a:ext cx="1760908" cy="370395"/>
              </a:xfrm>
              <a:custGeom>
                <a:rect b="b" l="l" r="r" t="t"/>
                <a:pathLst>
                  <a:path extrusionOk="0" h="2965" w="14096">
                    <a:moveTo>
                      <a:pt x="7233" y="0"/>
                    </a:moveTo>
                    <a:cubicBezTo>
                      <a:pt x="7160" y="0"/>
                      <a:pt x="7087" y="4"/>
                      <a:pt x="7012" y="12"/>
                    </a:cubicBezTo>
                    <a:cubicBezTo>
                      <a:pt x="5977" y="119"/>
                      <a:pt x="5272" y="931"/>
                      <a:pt x="4487" y="1510"/>
                    </a:cubicBezTo>
                    <a:cubicBezTo>
                      <a:pt x="3718" y="2084"/>
                      <a:pt x="2849" y="2352"/>
                      <a:pt x="1954" y="2352"/>
                    </a:cubicBezTo>
                    <a:cubicBezTo>
                      <a:pt x="1428" y="2352"/>
                      <a:pt x="894" y="2260"/>
                      <a:pt x="366" y="2081"/>
                    </a:cubicBezTo>
                    <a:cubicBezTo>
                      <a:pt x="338" y="2072"/>
                      <a:pt x="312" y="2067"/>
                      <a:pt x="288" y="2067"/>
                    </a:cubicBezTo>
                    <a:cubicBezTo>
                      <a:pt x="70" y="2067"/>
                      <a:pt x="1" y="2430"/>
                      <a:pt x="250" y="2518"/>
                    </a:cubicBezTo>
                    <a:cubicBezTo>
                      <a:pt x="830" y="2716"/>
                      <a:pt x="1422" y="2827"/>
                      <a:pt x="2014" y="2827"/>
                    </a:cubicBezTo>
                    <a:cubicBezTo>
                      <a:pt x="2569" y="2827"/>
                      <a:pt x="3123" y="2730"/>
                      <a:pt x="3667" y="2518"/>
                    </a:cubicBezTo>
                    <a:cubicBezTo>
                      <a:pt x="4737" y="2099"/>
                      <a:pt x="5415" y="1162"/>
                      <a:pt x="6423" y="690"/>
                    </a:cubicBezTo>
                    <a:cubicBezTo>
                      <a:pt x="6688" y="567"/>
                      <a:pt x="6945" y="515"/>
                      <a:pt x="7196" y="515"/>
                    </a:cubicBezTo>
                    <a:cubicBezTo>
                      <a:pt x="8317" y="515"/>
                      <a:pt x="9317" y="1559"/>
                      <a:pt x="10286" y="2055"/>
                    </a:cubicBezTo>
                    <a:cubicBezTo>
                      <a:pt x="11366" y="2608"/>
                      <a:pt x="12552" y="2893"/>
                      <a:pt x="13774" y="2965"/>
                    </a:cubicBezTo>
                    <a:cubicBezTo>
                      <a:pt x="13780" y="2965"/>
                      <a:pt x="13785" y="2965"/>
                      <a:pt x="13791" y="2965"/>
                    </a:cubicBezTo>
                    <a:cubicBezTo>
                      <a:pt x="14095" y="2965"/>
                      <a:pt x="14090" y="2482"/>
                      <a:pt x="13774" y="2456"/>
                    </a:cubicBezTo>
                    <a:cubicBezTo>
                      <a:pt x="12293" y="2367"/>
                      <a:pt x="10928" y="1930"/>
                      <a:pt x="9697" y="1109"/>
                    </a:cubicBezTo>
                    <a:cubicBezTo>
                      <a:pt x="8944" y="612"/>
                      <a:pt x="8168" y="0"/>
                      <a:pt x="723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" name="Google Shape;981;p29"/>
              <p:cNvSpPr/>
              <p:nvPr/>
            </p:nvSpPr>
            <p:spPr>
              <a:xfrm flipH="1">
                <a:off x="4188136" y="119145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" name="Google Shape;982;p29"/>
              <p:cNvSpPr/>
              <p:nvPr/>
            </p:nvSpPr>
            <p:spPr>
              <a:xfrm flipH="1">
                <a:off x="4301997" y="276127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" name="Google Shape;983;p29"/>
              <p:cNvSpPr/>
              <p:nvPr/>
            </p:nvSpPr>
            <p:spPr>
              <a:xfrm flipH="1">
                <a:off x="3879826" y="107300"/>
                <a:ext cx="62923" cy="48853"/>
              </a:xfrm>
              <a:custGeom>
                <a:rect b="b" l="l" r="r" t="t"/>
                <a:pathLst>
                  <a:path extrusionOk="0" h="375" w="483">
                    <a:moveTo>
                      <a:pt x="241" y="0"/>
                    </a:moveTo>
                    <a:cubicBezTo>
                      <a:pt x="1" y="0"/>
                      <a:pt x="1" y="375"/>
                      <a:pt x="241" y="375"/>
                    </a:cubicBezTo>
                    <a:cubicBezTo>
                      <a:pt x="482" y="375"/>
                      <a:pt x="482" y="0"/>
                      <a:pt x="2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4" name="Google Shape;984;p29"/>
            <p:cNvGrpSpPr/>
            <p:nvPr/>
          </p:nvGrpSpPr>
          <p:grpSpPr>
            <a:xfrm>
              <a:off x="7184783" y="-793398"/>
              <a:ext cx="3499225" cy="3107450"/>
              <a:chOff x="7184783" y="-793398"/>
              <a:chExt cx="3499225" cy="3107450"/>
            </a:xfrm>
          </p:grpSpPr>
          <p:sp>
            <p:nvSpPr>
              <p:cNvPr id="985" name="Google Shape;985;p29"/>
              <p:cNvSpPr/>
              <p:nvPr/>
            </p:nvSpPr>
            <p:spPr>
              <a:xfrm>
                <a:off x="7578749" y="-793398"/>
                <a:ext cx="3105258" cy="3107450"/>
              </a:xfrm>
              <a:custGeom>
                <a:rect b="b" l="l" r="r" t="t"/>
                <a:pathLst>
                  <a:path extrusionOk="0" h="23853" w="23133">
                    <a:moveTo>
                      <a:pt x="9957" y="1"/>
                    </a:moveTo>
                    <a:cubicBezTo>
                      <a:pt x="8344" y="1"/>
                      <a:pt x="5686" y="285"/>
                      <a:pt x="3917" y="622"/>
                    </a:cubicBezTo>
                    <a:cubicBezTo>
                      <a:pt x="2579" y="881"/>
                      <a:pt x="3239" y="2050"/>
                      <a:pt x="2668" y="2755"/>
                    </a:cubicBezTo>
                    <a:cubicBezTo>
                      <a:pt x="2106" y="3459"/>
                      <a:pt x="1339" y="3477"/>
                      <a:pt x="848" y="4235"/>
                    </a:cubicBezTo>
                    <a:cubicBezTo>
                      <a:pt x="116" y="5377"/>
                      <a:pt x="63" y="6805"/>
                      <a:pt x="27" y="8161"/>
                    </a:cubicBezTo>
                    <a:cubicBezTo>
                      <a:pt x="0" y="8928"/>
                      <a:pt x="224" y="9972"/>
                      <a:pt x="991" y="9981"/>
                    </a:cubicBezTo>
                    <a:cubicBezTo>
                      <a:pt x="994" y="9981"/>
                      <a:pt x="998" y="9981"/>
                      <a:pt x="1001" y="9981"/>
                    </a:cubicBezTo>
                    <a:cubicBezTo>
                      <a:pt x="1725" y="9981"/>
                      <a:pt x="1999" y="9058"/>
                      <a:pt x="2106" y="8339"/>
                    </a:cubicBezTo>
                    <a:cubicBezTo>
                      <a:pt x="2204" y="7684"/>
                      <a:pt x="2588" y="6864"/>
                      <a:pt x="3188" y="6864"/>
                    </a:cubicBezTo>
                    <a:cubicBezTo>
                      <a:pt x="3242" y="6864"/>
                      <a:pt x="3297" y="6871"/>
                      <a:pt x="3355" y="6885"/>
                    </a:cubicBezTo>
                    <a:cubicBezTo>
                      <a:pt x="3970" y="7037"/>
                      <a:pt x="4060" y="7840"/>
                      <a:pt x="4095" y="8464"/>
                    </a:cubicBezTo>
                    <a:cubicBezTo>
                      <a:pt x="4120" y="9048"/>
                      <a:pt x="4426" y="9795"/>
                      <a:pt x="4962" y="9795"/>
                    </a:cubicBezTo>
                    <a:cubicBezTo>
                      <a:pt x="4999" y="9795"/>
                      <a:pt x="5037" y="9792"/>
                      <a:pt x="5077" y="9784"/>
                    </a:cubicBezTo>
                    <a:cubicBezTo>
                      <a:pt x="5371" y="9731"/>
                      <a:pt x="5576" y="9463"/>
                      <a:pt x="5844" y="9320"/>
                    </a:cubicBezTo>
                    <a:cubicBezTo>
                      <a:pt x="5986" y="9246"/>
                      <a:pt x="6140" y="9212"/>
                      <a:pt x="6296" y="9212"/>
                    </a:cubicBezTo>
                    <a:cubicBezTo>
                      <a:pt x="6718" y="9212"/>
                      <a:pt x="7156" y="9457"/>
                      <a:pt x="7423" y="9802"/>
                    </a:cubicBezTo>
                    <a:cubicBezTo>
                      <a:pt x="7789" y="10275"/>
                      <a:pt x="7913" y="10882"/>
                      <a:pt x="8021" y="11470"/>
                    </a:cubicBezTo>
                    <a:cubicBezTo>
                      <a:pt x="8208" y="12416"/>
                      <a:pt x="8395" y="13362"/>
                      <a:pt x="8574" y="14307"/>
                    </a:cubicBezTo>
                    <a:cubicBezTo>
                      <a:pt x="8663" y="14771"/>
                      <a:pt x="8788" y="15280"/>
                      <a:pt x="9189" y="15512"/>
                    </a:cubicBezTo>
                    <a:cubicBezTo>
                      <a:pt x="9323" y="15590"/>
                      <a:pt x="9462" y="15625"/>
                      <a:pt x="9602" y="15625"/>
                    </a:cubicBezTo>
                    <a:cubicBezTo>
                      <a:pt x="10161" y="15625"/>
                      <a:pt x="10725" y="15064"/>
                      <a:pt x="10947" y="14486"/>
                    </a:cubicBezTo>
                    <a:cubicBezTo>
                      <a:pt x="11214" y="13763"/>
                      <a:pt x="11036" y="12532"/>
                      <a:pt x="11785" y="12345"/>
                    </a:cubicBezTo>
                    <a:cubicBezTo>
                      <a:pt x="11840" y="12331"/>
                      <a:pt x="11893" y="12325"/>
                      <a:pt x="11944" y="12325"/>
                    </a:cubicBezTo>
                    <a:cubicBezTo>
                      <a:pt x="12752" y="12325"/>
                      <a:pt x="13183" y="13899"/>
                      <a:pt x="13141" y="14780"/>
                    </a:cubicBezTo>
                    <a:cubicBezTo>
                      <a:pt x="12990" y="17589"/>
                      <a:pt x="12414" y="23853"/>
                      <a:pt x="14299" y="23853"/>
                    </a:cubicBezTo>
                    <a:cubicBezTo>
                      <a:pt x="14305" y="23853"/>
                      <a:pt x="14312" y="23853"/>
                      <a:pt x="14319" y="23853"/>
                    </a:cubicBezTo>
                    <a:cubicBezTo>
                      <a:pt x="16692" y="23781"/>
                      <a:pt x="13730" y="15717"/>
                      <a:pt x="15773" y="12354"/>
                    </a:cubicBezTo>
                    <a:cubicBezTo>
                      <a:pt x="15951" y="12050"/>
                      <a:pt x="16647" y="11444"/>
                      <a:pt x="16986" y="11337"/>
                    </a:cubicBezTo>
                    <a:cubicBezTo>
                      <a:pt x="17032" y="11323"/>
                      <a:pt x="17074" y="11316"/>
                      <a:pt x="17113" y="11316"/>
                    </a:cubicBezTo>
                    <a:cubicBezTo>
                      <a:pt x="17549" y="11316"/>
                      <a:pt x="17621" y="12116"/>
                      <a:pt x="18128" y="12247"/>
                    </a:cubicBezTo>
                    <a:cubicBezTo>
                      <a:pt x="18163" y="12255"/>
                      <a:pt x="18196" y="12259"/>
                      <a:pt x="18226" y="12259"/>
                    </a:cubicBezTo>
                    <a:cubicBezTo>
                      <a:pt x="18779" y="12259"/>
                      <a:pt x="18706" y="10953"/>
                      <a:pt x="19145" y="10480"/>
                    </a:cubicBezTo>
                    <a:cubicBezTo>
                      <a:pt x="19545" y="10050"/>
                      <a:pt x="20110" y="9732"/>
                      <a:pt x="20686" y="9732"/>
                    </a:cubicBezTo>
                    <a:cubicBezTo>
                      <a:pt x="20779" y="9732"/>
                      <a:pt x="20872" y="9740"/>
                      <a:pt x="20965" y="9758"/>
                    </a:cubicBezTo>
                    <a:cubicBezTo>
                      <a:pt x="21313" y="9815"/>
                      <a:pt x="21705" y="9983"/>
                      <a:pt x="22036" y="9983"/>
                    </a:cubicBezTo>
                    <a:cubicBezTo>
                      <a:pt x="22214" y="9983"/>
                      <a:pt x="22374" y="9934"/>
                      <a:pt x="22499" y="9793"/>
                    </a:cubicBezTo>
                    <a:cubicBezTo>
                      <a:pt x="22606" y="9668"/>
                      <a:pt x="22660" y="9508"/>
                      <a:pt x="22696" y="9347"/>
                    </a:cubicBezTo>
                    <a:cubicBezTo>
                      <a:pt x="23133" y="7349"/>
                      <a:pt x="22027" y="5119"/>
                      <a:pt x="20171" y="4262"/>
                    </a:cubicBezTo>
                    <a:cubicBezTo>
                      <a:pt x="19493" y="3950"/>
                      <a:pt x="18672" y="3754"/>
                      <a:pt x="18324" y="3094"/>
                    </a:cubicBezTo>
                    <a:cubicBezTo>
                      <a:pt x="18066" y="2612"/>
                      <a:pt x="18155" y="2023"/>
                      <a:pt x="18083" y="1479"/>
                    </a:cubicBezTo>
                    <a:cubicBezTo>
                      <a:pt x="18009" y="971"/>
                      <a:pt x="17654" y="408"/>
                      <a:pt x="17164" y="408"/>
                    </a:cubicBezTo>
                    <a:cubicBezTo>
                      <a:pt x="17129" y="408"/>
                      <a:pt x="17094" y="411"/>
                      <a:pt x="17058" y="417"/>
                    </a:cubicBezTo>
                    <a:cubicBezTo>
                      <a:pt x="17058" y="417"/>
                      <a:pt x="11892" y="60"/>
                      <a:pt x="10340" y="7"/>
                    </a:cubicBezTo>
                    <a:cubicBezTo>
                      <a:pt x="10220" y="3"/>
                      <a:pt x="10092" y="1"/>
                      <a:pt x="99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" name="Google Shape;986;p29"/>
              <p:cNvSpPr/>
              <p:nvPr/>
            </p:nvSpPr>
            <p:spPr>
              <a:xfrm>
                <a:off x="8215528" y="-153704"/>
                <a:ext cx="154639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" name="Google Shape;987;p29"/>
              <p:cNvSpPr/>
              <p:nvPr/>
            </p:nvSpPr>
            <p:spPr>
              <a:xfrm>
                <a:off x="8439433" y="-82834"/>
                <a:ext cx="107925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" name="Google Shape;988;p29"/>
              <p:cNvSpPr/>
              <p:nvPr/>
            </p:nvSpPr>
            <p:spPr>
              <a:xfrm>
                <a:off x="8324527" y="74147"/>
                <a:ext cx="105509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" name="Google Shape;989;p29"/>
              <p:cNvSpPr/>
              <p:nvPr/>
            </p:nvSpPr>
            <p:spPr>
              <a:xfrm>
                <a:off x="8609509" y="284411"/>
                <a:ext cx="101884" cy="75690"/>
              </a:xfrm>
              <a:custGeom>
                <a:rect b="b" l="l" r="r" t="t"/>
                <a:pathLst>
                  <a:path extrusionOk="0" h="581" w="759">
                    <a:moveTo>
                      <a:pt x="375" y="1"/>
                    </a:moveTo>
                    <a:cubicBezTo>
                      <a:pt x="0" y="1"/>
                      <a:pt x="0" y="581"/>
                      <a:pt x="375" y="581"/>
                    </a:cubicBezTo>
                    <a:cubicBezTo>
                      <a:pt x="759" y="581"/>
                      <a:pt x="759" y="1"/>
                      <a:pt x="37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" name="Google Shape;990;p29"/>
              <p:cNvSpPr/>
              <p:nvPr/>
            </p:nvSpPr>
            <p:spPr>
              <a:xfrm flipH="1" rot="763273">
                <a:off x="7219479" y="-200768"/>
                <a:ext cx="2614881" cy="573109"/>
              </a:xfrm>
              <a:custGeom>
                <a:rect b="b" l="l" r="r" t="t"/>
                <a:pathLst>
                  <a:path extrusionOk="0" h="4893" w="21733">
                    <a:moveTo>
                      <a:pt x="3008" y="0"/>
                    </a:moveTo>
                    <a:cubicBezTo>
                      <a:pt x="1945" y="0"/>
                      <a:pt x="940" y="367"/>
                      <a:pt x="1" y="872"/>
                    </a:cubicBezTo>
                    <a:cubicBezTo>
                      <a:pt x="10" y="1024"/>
                      <a:pt x="27" y="1184"/>
                      <a:pt x="45" y="1336"/>
                    </a:cubicBezTo>
                    <a:cubicBezTo>
                      <a:pt x="961" y="881"/>
                      <a:pt x="1925" y="542"/>
                      <a:pt x="2912" y="542"/>
                    </a:cubicBezTo>
                    <a:cubicBezTo>
                      <a:pt x="3377" y="542"/>
                      <a:pt x="3847" y="617"/>
                      <a:pt x="4318" y="792"/>
                    </a:cubicBezTo>
                    <a:cubicBezTo>
                      <a:pt x="5514" y="1229"/>
                      <a:pt x="5942" y="2076"/>
                      <a:pt x="6272" y="3245"/>
                    </a:cubicBezTo>
                    <a:cubicBezTo>
                      <a:pt x="6468" y="3968"/>
                      <a:pt x="6879" y="4797"/>
                      <a:pt x="7726" y="4886"/>
                    </a:cubicBezTo>
                    <a:cubicBezTo>
                      <a:pt x="7768" y="4891"/>
                      <a:pt x="7809" y="4893"/>
                      <a:pt x="7849" y="4893"/>
                    </a:cubicBezTo>
                    <a:cubicBezTo>
                      <a:pt x="8482" y="4893"/>
                      <a:pt x="8945" y="4383"/>
                      <a:pt x="9314" y="3905"/>
                    </a:cubicBezTo>
                    <a:cubicBezTo>
                      <a:pt x="9662" y="3450"/>
                      <a:pt x="9974" y="3013"/>
                      <a:pt x="10501" y="2736"/>
                    </a:cubicBezTo>
                    <a:cubicBezTo>
                      <a:pt x="10762" y="2599"/>
                      <a:pt x="11002" y="2543"/>
                      <a:pt x="11233" y="2543"/>
                    </a:cubicBezTo>
                    <a:cubicBezTo>
                      <a:pt x="11662" y="2543"/>
                      <a:pt x="12058" y="2739"/>
                      <a:pt x="12499" y="2977"/>
                    </a:cubicBezTo>
                    <a:cubicBezTo>
                      <a:pt x="12804" y="3137"/>
                      <a:pt x="13117" y="3206"/>
                      <a:pt x="13428" y="3206"/>
                    </a:cubicBezTo>
                    <a:cubicBezTo>
                      <a:pt x="13936" y="3206"/>
                      <a:pt x="14440" y="3022"/>
                      <a:pt x="14899" y="2745"/>
                    </a:cubicBezTo>
                    <a:cubicBezTo>
                      <a:pt x="15934" y="2121"/>
                      <a:pt x="16728" y="1327"/>
                      <a:pt x="18003" y="1247"/>
                    </a:cubicBezTo>
                    <a:cubicBezTo>
                      <a:pt x="18054" y="1243"/>
                      <a:pt x="18105" y="1242"/>
                      <a:pt x="18157" y="1242"/>
                    </a:cubicBezTo>
                    <a:cubicBezTo>
                      <a:pt x="19210" y="1242"/>
                      <a:pt x="20504" y="1905"/>
                      <a:pt x="21661" y="2041"/>
                    </a:cubicBezTo>
                    <a:cubicBezTo>
                      <a:pt x="21688" y="1907"/>
                      <a:pt x="21714" y="1773"/>
                      <a:pt x="21732" y="1639"/>
                    </a:cubicBezTo>
                    <a:cubicBezTo>
                      <a:pt x="21268" y="1595"/>
                      <a:pt x="20804" y="1461"/>
                      <a:pt x="20385" y="1318"/>
                    </a:cubicBezTo>
                    <a:cubicBezTo>
                      <a:pt x="19626" y="1063"/>
                      <a:pt x="18898" y="825"/>
                      <a:pt x="18116" y="825"/>
                    </a:cubicBezTo>
                    <a:cubicBezTo>
                      <a:pt x="17941" y="825"/>
                      <a:pt x="17764" y="837"/>
                      <a:pt x="17584" y="863"/>
                    </a:cubicBezTo>
                    <a:cubicBezTo>
                      <a:pt x="16540" y="1015"/>
                      <a:pt x="15800" y="1550"/>
                      <a:pt x="14952" y="2130"/>
                    </a:cubicBezTo>
                    <a:cubicBezTo>
                      <a:pt x="14506" y="2434"/>
                      <a:pt x="13992" y="2713"/>
                      <a:pt x="13455" y="2713"/>
                    </a:cubicBezTo>
                    <a:cubicBezTo>
                      <a:pt x="13284" y="2713"/>
                      <a:pt x="13110" y="2685"/>
                      <a:pt x="12936" y="2620"/>
                    </a:cubicBezTo>
                    <a:cubicBezTo>
                      <a:pt x="12499" y="2451"/>
                      <a:pt x="12160" y="2130"/>
                      <a:pt x="11687" y="2041"/>
                    </a:cubicBezTo>
                    <a:cubicBezTo>
                      <a:pt x="11567" y="2017"/>
                      <a:pt x="11445" y="2006"/>
                      <a:pt x="11325" y="2006"/>
                    </a:cubicBezTo>
                    <a:cubicBezTo>
                      <a:pt x="10703" y="2006"/>
                      <a:pt x="10089" y="2296"/>
                      <a:pt x="9626" y="2692"/>
                    </a:cubicBezTo>
                    <a:cubicBezTo>
                      <a:pt x="9139" y="3107"/>
                      <a:pt x="8440" y="4288"/>
                      <a:pt x="7772" y="4288"/>
                    </a:cubicBezTo>
                    <a:cubicBezTo>
                      <a:pt x="7522" y="4288"/>
                      <a:pt x="7276" y="4123"/>
                      <a:pt x="7048" y="3691"/>
                    </a:cubicBezTo>
                    <a:cubicBezTo>
                      <a:pt x="6575" y="2808"/>
                      <a:pt x="6647" y="1871"/>
                      <a:pt x="5897" y="1122"/>
                    </a:cubicBezTo>
                    <a:cubicBezTo>
                      <a:pt x="5362" y="578"/>
                      <a:pt x="4631" y="239"/>
                      <a:pt x="3890" y="87"/>
                    </a:cubicBezTo>
                    <a:cubicBezTo>
                      <a:pt x="3592" y="28"/>
                      <a:pt x="3298" y="0"/>
                      <a:pt x="300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1" name="Google Shape;991;p29"/>
          <p:cNvGrpSpPr/>
          <p:nvPr/>
        </p:nvGrpSpPr>
        <p:grpSpPr>
          <a:xfrm flipH="1">
            <a:off x="282149" y="176458"/>
            <a:ext cx="8572281" cy="4910509"/>
            <a:chOff x="286182" y="176458"/>
            <a:chExt cx="8572281" cy="4910509"/>
          </a:xfrm>
        </p:grpSpPr>
        <p:sp>
          <p:nvSpPr>
            <p:cNvPr id="992" name="Google Shape;992;p29"/>
            <p:cNvSpPr/>
            <p:nvPr/>
          </p:nvSpPr>
          <p:spPr>
            <a:xfrm rot="-3266906">
              <a:off x="3338435" y="4949494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29"/>
            <p:cNvSpPr/>
            <p:nvPr/>
          </p:nvSpPr>
          <p:spPr>
            <a:xfrm rot="-3266906">
              <a:off x="8752307" y="451107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29"/>
            <p:cNvSpPr/>
            <p:nvPr/>
          </p:nvSpPr>
          <p:spPr>
            <a:xfrm rot="-3266906">
              <a:off x="5819041" y="215547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29"/>
            <p:cNvSpPr/>
            <p:nvPr/>
          </p:nvSpPr>
          <p:spPr>
            <a:xfrm rot="-3266906">
              <a:off x="430882" y="4483570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29"/>
            <p:cNvSpPr/>
            <p:nvPr/>
          </p:nvSpPr>
          <p:spPr>
            <a:xfrm rot="8925274">
              <a:off x="395002" y="2930797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29"/>
            <p:cNvSpPr/>
            <p:nvPr/>
          </p:nvSpPr>
          <p:spPr>
            <a:xfrm rot="3522601">
              <a:off x="2650835" y="65777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29"/>
            <p:cNvSpPr/>
            <p:nvPr/>
          </p:nvSpPr>
          <p:spPr>
            <a:xfrm rot="-2695393">
              <a:off x="978911" y="77015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29"/>
            <p:cNvSpPr/>
            <p:nvPr/>
          </p:nvSpPr>
          <p:spPr>
            <a:xfrm rot="-2695393">
              <a:off x="5664682" y="1487961"/>
              <a:ext cx="151480" cy="74315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29"/>
            <p:cNvSpPr/>
            <p:nvPr/>
          </p:nvSpPr>
          <p:spPr>
            <a:xfrm rot="3522601">
              <a:off x="8752035" y="3175453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29"/>
            <p:cNvSpPr/>
            <p:nvPr/>
          </p:nvSpPr>
          <p:spPr>
            <a:xfrm rot="-3266906">
              <a:off x="8611985" y="2194732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29"/>
            <p:cNvSpPr/>
            <p:nvPr/>
          </p:nvSpPr>
          <p:spPr>
            <a:xfrm rot="3522601">
              <a:off x="8658410" y="4800603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29"/>
            <p:cNvSpPr/>
            <p:nvPr/>
          </p:nvSpPr>
          <p:spPr>
            <a:xfrm rot="-2695393">
              <a:off x="3189386" y="14229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29"/>
            <p:cNvSpPr/>
            <p:nvPr/>
          </p:nvSpPr>
          <p:spPr>
            <a:xfrm rot="3522601">
              <a:off x="335310" y="16617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29"/>
            <p:cNvSpPr/>
            <p:nvPr/>
          </p:nvSpPr>
          <p:spPr>
            <a:xfrm rot="-3266906">
              <a:off x="3122132" y="3187432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29"/>
            <p:cNvSpPr/>
            <p:nvPr/>
          </p:nvSpPr>
          <p:spPr>
            <a:xfrm rot="3522601">
              <a:off x="5910785" y="34552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29"/>
            <p:cNvSpPr/>
            <p:nvPr/>
          </p:nvSpPr>
          <p:spPr>
            <a:xfrm rot="-2695393">
              <a:off x="5849861" y="49393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8" name="Google Shape;1008;p2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09" name="Google Shape;1009;p29"/>
          <p:cNvSpPr txBox="1"/>
          <p:nvPr>
            <p:ph idx="2" type="title"/>
          </p:nvPr>
        </p:nvSpPr>
        <p:spPr>
          <a:xfrm>
            <a:off x="940675" y="1755538"/>
            <a:ext cx="2146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0" name="Google Shape;1010;p29"/>
          <p:cNvSpPr txBox="1"/>
          <p:nvPr>
            <p:ph idx="1" type="subTitle"/>
          </p:nvPr>
        </p:nvSpPr>
        <p:spPr>
          <a:xfrm>
            <a:off x="940675" y="2283238"/>
            <a:ext cx="2146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rgbClr val="24242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1011" name="Google Shape;1011;p29"/>
          <p:cNvSpPr txBox="1"/>
          <p:nvPr>
            <p:ph idx="3" type="title"/>
          </p:nvPr>
        </p:nvSpPr>
        <p:spPr>
          <a:xfrm>
            <a:off x="3498722" y="1755538"/>
            <a:ext cx="2146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2" name="Google Shape;1012;p29"/>
          <p:cNvSpPr txBox="1"/>
          <p:nvPr>
            <p:ph idx="4" type="subTitle"/>
          </p:nvPr>
        </p:nvSpPr>
        <p:spPr>
          <a:xfrm>
            <a:off x="3498778" y="2283238"/>
            <a:ext cx="2146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rgbClr val="24242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1013" name="Google Shape;1013;p29"/>
          <p:cNvSpPr txBox="1"/>
          <p:nvPr>
            <p:ph idx="5" type="title"/>
          </p:nvPr>
        </p:nvSpPr>
        <p:spPr>
          <a:xfrm>
            <a:off x="940675" y="3591600"/>
            <a:ext cx="2146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4" name="Google Shape;1014;p29"/>
          <p:cNvSpPr txBox="1"/>
          <p:nvPr>
            <p:ph idx="6" type="subTitle"/>
          </p:nvPr>
        </p:nvSpPr>
        <p:spPr>
          <a:xfrm>
            <a:off x="940675" y="4119300"/>
            <a:ext cx="2146500" cy="484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rgbClr val="24242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1015" name="Google Shape;1015;p29"/>
          <p:cNvSpPr txBox="1"/>
          <p:nvPr>
            <p:ph idx="7" type="title"/>
          </p:nvPr>
        </p:nvSpPr>
        <p:spPr>
          <a:xfrm>
            <a:off x="3498722" y="3591600"/>
            <a:ext cx="2146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6" name="Google Shape;1016;p29"/>
          <p:cNvSpPr txBox="1"/>
          <p:nvPr>
            <p:ph idx="8" type="subTitle"/>
          </p:nvPr>
        </p:nvSpPr>
        <p:spPr>
          <a:xfrm>
            <a:off x="3498722" y="4119300"/>
            <a:ext cx="2146500" cy="484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rgbClr val="24242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1017" name="Google Shape;1017;p29"/>
          <p:cNvSpPr txBox="1"/>
          <p:nvPr>
            <p:ph idx="9" type="title"/>
          </p:nvPr>
        </p:nvSpPr>
        <p:spPr>
          <a:xfrm>
            <a:off x="6056726" y="1755538"/>
            <a:ext cx="2146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8" name="Google Shape;1018;p29"/>
          <p:cNvSpPr txBox="1"/>
          <p:nvPr>
            <p:ph idx="13" type="subTitle"/>
          </p:nvPr>
        </p:nvSpPr>
        <p:spPr>
          <a:xfrm>
            <a:off x="6056725" y="2283238"/>
            <a:ext cx="2146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rgbClr val="24242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1019" name="Google Shape;1019;p29"/>
          <p:cNvSpPr txBox="1"/>
          <p:nvPr>
            <p:ph idx="14" type="title"/>
          </p:nvPr>
        </p:nvSpPr>
        <p:spPr>
          <a:xfrm>
            <a:off x="6056726" y="3591600"/>
            <a:ext cx="2146500" cy="527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20" name="Google Shape;1020;p29"/>
          <p:cNvSpPr txBox="1"/>
          <p:nvPr>
            <p:ph idx="15" type="subTitle"/>
          </p:nvPr>
        </p:nvSpPr>
        <p:spPr>
          <a:xfrm>
            <a:off x="6056726" y="4119300"/>
            <a:ext cx="2146500" cy="484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rgbClr val="24242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spTree>
      <p:nvGrpSpPr>
        <p:cNvPr id="1021" name="Shape 1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2" name="Google Shape;1022;p30"/>
          <p:cNvGrpSpPr/>
          <p:nvPr/>
        </p:nvGrpSpPr>
        <p:grpSpPr>
          <a:xfrm>
            <a:off x="7068958" y="-793398"/>
            <a:ext cx="3389150" cy="3107450"/>
            <a:chOff x="7068958" y="-793398"/>
            <a:chExt cx="3389150" cy="3107450"/>
          </a:xfrm>
        </p:grpSpPr>
        <p:sp>
          <p:nvSpPr>
            <p:cNvPr id="1023" name="Google Shape;1023;p30"/>
            <p:cNvSpPr/>
            <p:nvPr/>
          </p:nvSpPr>
          <p:spPr>
            <a:xfrm>
              <a:off x="7352849" y="-793398"/>
              <a:ext cx="3105258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30"/>
            <p:cNvSpPr/>
            <p:nvPr/>
          </p:nvSpPr>
          <p:spPr>
            <a:xfrm>
              <a:off x="7989628" y="-153704"/>
              <a:ext cx="154639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30"/>
            <p:cNvSpPr/>
            <p:nvPr/>
          </p:nvSpPr>
          <p:spPr>
            <a:xfrm>
              <a:off x="8213533" y="-82834"/>
              <a:ext cx="107925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30"/>
            <p:cNvSpPr/>
            <p:nvPr/>
          </p:nvSpPr>
          <p:spPr>
            <a:xfrm>
              <a:off x="8098627" y="74147"/>
              <a:ext cx="105509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0"/>
            <p:cNvSpPr/>
            <p:nvPr/>
          </p:nvSpPr>
          <p:spPr>
            <a:xfrm>
              <a:off x="7836332" y="98509"/>
              <a:ext cx="87521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30"/>
            <p:cNvSpPr/>
            <p:nvPr/>
          </p:nvSpPr>
          <p:spPr>
            <a:xfrm>
              <a:off x="8383609" y="284411"/>
              <a:ext cx="101884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30"/>
            <p:cNvSpPr/>
            <p:nvPr/>
          </p:nvSpPr>
          <p:spPr>
            <a:xfrm flipH="1" rot="763273">
              <a:off x="7103654" y="-328393"/>
              <a:ext cx="2614881" cy="573109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" name="Google Shape;1030;p30"/>
          <p:cNvGrpSpPr/>
          <p:nvPr/>
        </p:nvGrpSpPr>
        <p:grpSpPr>
          <a:xfrm>
            <a:off x="-1269360" y="3071869"/>
            <a:ext cx="3316347" cy="3107450"/>
            <a:chOff x="-1024085" y="2690869"/>
            <a:chExt cx="3316347" cy="3107450"/>
          </a:xfrm>
        </p:grpSpPr>
        <p:sp>
          <p:nvSpPr>
            <p:cNvPr id="1031" name="Google Shape;1031;p30"/>
            <p:cNvSpPr/>
            <p:nvPr/>
          </p:nvSpPr>
          <p:spPr>
            <a:xfrm rot="10800000">
              <a:off x="-1024085" y="2690869"/>
              <a:ext cx="3316347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30"/>
            <p:cNvSpPr/>
            <p:nvPr/>
          </p:nvSpPr>
          <p:spPr>
            <a:xfrm rot="10800000">
              <a:off x="440186" y="5310440"/>
              <a:ext cx="165151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0"/>
            <p:cNvSpPr/>
            <p:nvPr/>
          </p:nvSpPr>
          <p:spPr>
            <a:xfrm rot="10800000">
              <a:off x="250950" y="5274354"/>
              <a:ext cx="11526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0"/>
            <p:cNvSpPr/>
            <p:nvPr/>
          </p:nvSpPr>
          <p:spPr>
            <a:xfrm rot="10800000">
              <a:off x="376247" y="5119848"/>
              <a:ext cx="112681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30"/>
            <p:cNvSpPr/>
            <p:nvPr/>
          </p:nvSpPr>
          <p:spPr>
            <a:xfrm rot="10800000">
              <a:off x="675584" y="5108123"/>
              <a:ext cx="93471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0"/>
            <p:cNvSpPr/>
            <p:nvPr/>
          </p:nvSpPr>
          <p:spPr>
            <a:xfrm rot="10800000">
              <a:off x="75764" y="4912972"/>
              <a:ext cx="108810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30"/>
            <p:cNvSpPr/>
            <p:nvPr/>
          </p:nvSpPr>
          <p:spPr>
            <a:xfrm rot="10800000">
              <a:off x="-93115" y="5282561"/>
              <a:ext cx="69243" cy="48853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30"/>
            <p:cNvSpPr/>
            <p:nvPr/>
          </p:nvSpPr>
          <p:spPr>
            <a:xfrm rot="10800000">
              <a:off x="-824672" y="4518618"/>
              <a:ext cx="3104174" cy="830503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" name="Google Shape;1039;p30"/>
          <p:cNvGrpSpPr/>
          <p:nvPr/>
        </p:nvGrpSpPr>
        <p:grpSpPr>
          <a:xfrm flipH="1">
            <a:off x="282149" y="259546"/>
            <a:ext cx="8356867" cy="4765717"/>
            <a:chOff x="501596" y="259546"/>
            <a:chExt cx="8356867" cy="4765717"/>
          </a:xfrm>
        </p:grpSpPr>
        <p:sp>
          <p:nvSpPr>
            <p:cNvPr id="1040" name="Google Shape;1040;p30"/>
            <p:cNvSpPr/>
            <p:nvPr/>
          </p:nvSpPr>
          <p:spPr>
            <a:xfrm rot="-3266906">
              <a:off x="4544322" y="2132332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0"/>
            <p:cNvSpPr/>
            <p:nvPr/>
          </p:nvSpPr>
          <p:spPr>
            <a:xfrm rot="-3266906">
              <a:off x="8723419" y="973820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0"/>
            <p:cNvSpPr/>
            <p:nvPr/>
          </p:nvSpPr>
          <p:spPr>
            <a:xfrm rot="-3266906">
              <a:off x="4980841" y="520347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0"/>
            <p:cNvSpPr/>
            <p:nvPr/>
          </p:nvSpPr>
          <p:spPr>
            <a:xfrm rot="-3266906">
              <a:off x="7417957" y="35739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0"/>
            <p:cNvSpPr/>
            <p:nvPr/>
          </p:nvSpPr>
          <p:spPr>
            <a:xfrm rot="1625383">
              <a:off x="1764829" y="4676097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0"/>
            <p:cNvSpPr/>
            <p:nvPr/>
          </p:nvSpPr>
          <p:spPr>
            <a:xfrm rot="3522601">
              <a:off x="2922585" y="248653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0"/>
            <p:cNvSpPr/>
            <p:nvPr/>
          </p:nvSpPr>
          <p:spPr>
            <a:xfrm rot="-2695393">
              <a:off x="1537861" y="9091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0"/>
            <p:cNvSpPr/>
            <p:nvPr/>
          </p:nvSpPr>
          <p:spPr>
            <a:xfrm rot="-2695393">
              <a:off x="797382" y="4908311"/>
              <a:ext cx="151480" cy="74315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0"/>
            <p:cNvSpPr/>
            <p:nvPr/>
          </p:nvSpPr>
          <p:spPr>
            <a:xfrm rot="3522601">
              <a:off x="8752035" y="29499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0"/>
            <p:cNvSpPr/>
            <p:nvPr/>
          </p:nvSpPr>
          <p:spPr>
            <a:xfrm rot="-3266906">
              <a:off x="8194960" y="2132332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30"/>
            <p:cNvSpPr/>
            <p:nvPr/>
          </p:nvSpPr>
          <p:spPr>
            <a:xfrm rot="3522601">
              <a:off x="7929810" y="39940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0"/>
            <p:cNvSpPr/>
            <p:nvPr/>
          </p:nvSpPr>
          <p:spPr>
            <a:xfrm rot="-2695393">
              <a:off x="543111" y="3301764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0"/>
            <p:cNvSpPr/>
            <p:nvPr/>
          </p:nvSpPr>
          <p:spPr>
            <a:xfrm rot="3522601">
              <a:off x="887760" y="17977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0"/>
            <p:cNvSpPr/>
            <p:nvPr/>
          </p:nvSpPr>
          <p:spPr>
            <a:xfrm rot="-3266906">
              <a:off x="3361432" y="47622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0"/>
            <p:cNvSpPr/>
            <p:nvPr/>
          </p:nvSpPr>
          <p:spPr>
            <a:xfrm rot="3522601">
              <a:off x="4759710" y="487187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0"/>
            <p:cNvSpPr/>
            <p:nvPr/>
          </p:nvSpPr>
          <p:spPr>
            <a:xfrm rot="-2695393">
              <a:off x="6317061" y="487285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6" name="Google Shape;1056;p30"/>
          <p:cNvSpPr txBox="1"/>
          <p:nvPr>
            <p:ph hasCustomPrompt="1" type="title"/>
          </p:nvPr>
        </p:nvSpPr>
        <p:spPr>
          <a:xfrm>
            <a:off x="1760900" y="2386952"/>
            <a:ext cx="2258100" cy="1181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057" name="Google Shape;1057;p30"/>
          <p:cNvSpPr txBox="1"/>
          <p:nvPr>
            <p:ph idx="1" type="subTitle"/>
          </p:nvPr>
        </p:nvSpPr>
        <p:spPr>
          <a:xfrm>
            <a:off x="1760900" y="3568401"/>
            <a:ext cx="2258100" cy="598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rgbClr val="24242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058" name="Google Shape;1058;p30"/>
          <p:cNvSpPr txBox="1"/>
          <p:nvPr>
            <p:ph hasCustomPrompt="1" idx="2" type="title"/>
          </p:nvPr>
        </p:nvSpPr>
        <p:spPr>
          <a:xfrm>
            <a:off x="5125000" y="2386961"/>
            <a:ext cx="2258100" cy="1181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059" name="Google Shape;1059;p30"/>
          <p:cNvSpPr txBox="1"/>
          <p:nvPr>
            <p:ph idx="3" type="subTitle"/>
          </p:nvPr>
        </p:nvSpPr>
        <p:spPr>
          <a:xfrm>
            <a:off x="5125000" y="3568398"/>
            <a:ext cx="2258100" cy="598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rgbClr val="24242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8_1">
    <p:spTree>
      <p:nvGrpSpPr>
        <p:cNvPr id="1060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1" name="Google Shape;1061;p31"/>
          <p:cNvGrpSpPr/>
          <p:nvPr/>
        </p:nvGrpSpPr>
        <p:grpSpPr>
          <a:xfrm flipH="1" rot="10800000">
            <a:off x="6836308" y="2919469"/>
            <a:ext cx="3389150" cy="3107450"/>
            <a:chOff x="7294858" y="-793398"/>
            <a:chExt cx="3389150" cy="3107450"/>
          </a:xfrm>
        </p:grpSpPr>
        <p:sp>
          <p:nvSpPr>
            <p:cNvPr id="1062" name="Google Shape;1062;p31"/>
            <p:cNvSpPr/>
            <p:nvPr/>
          </p:nvSpPr>
          <p:spPr>
            <a:xfrm>
              <a:off x="7578749" y="-793398"/>
              <a:ext cx="3105258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1"/>
            <p:cNvSpPr/>
            <p:nvPr/>
          </p:nvSpPr>
          <p:spPr>
            <a:xfrm>
              <a:off x="8215528" y="-153704"/>
              <a:ext cx="154639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31"/>
            <p:cNvSpPr/>
            <p:nvPr/>
          </p:nvSpPr>
          <p:spPr>
            <a:xfrm>
              <a:off x="8439433" y="-82834"/>
              <a:ext cx="107925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31"/>
            <p:cNvSpPr/>
            <p:nvPr/>
          </p:nvSpPr>
          <p:spPr>
            <a:xfrm>
              <a:off x="8324527" y="74147"/>
              <a:ext cx="105509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31"/>
            <p:cNvSpPr/>
            <p:nvPr/>
          </p:nvSpPr>
          <p:spPr>
            <a:xfrm>
              <a:off x="8609509" y="284411"/>
              <a:ext cx="101884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31"/>
            <p:cNvSpPr/>
            <p:nvPr/>
          </p:nvSpPr>
          <p:spPr>
            <a:xfrm flipH="1" rot="763273">
              <a:off x="7329554" y="-328393"/>
              <a:ext cx="2614881" cy="573109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" name="Google Shape;1068;p31"/>
          <p:cNvGrpSpPr/>
          <p:nvPr/>
        </p:nvGrpSpPr>
        <p:grpSpPr>
          <a:xfrm rot="10800000">
            <a:off x="285298" y="254235"/>
            <a:ext cx="8711719" cy="4689878"/>
            <a:chOff x="143594" y="176458"/>
            <a:chExt cx="8711719" cy="4689878"/>
          </a:xfrm>
        </p:grpSpPr>
        <p:sp>
          <p:nvSpPr>
            <p:cNvPr id="1069" name="Google Shape;1069;p31"/>
            <p:cNvSpPr/>
            <p:nvPr/>
          </p:nvSpPr>
          <p:spPr>
            <a:xfrm rot="-3266906">
              <a:off x="3972685" y="4747794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31"/>
            <p:cNvSpPr/>
            <p:nvPr/>
          </p:nvSpPr>
          <p:spPr>
            <a:xfrm rot="-3266906">
              <a:off x="7507732" y="185457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1"/>
            <p:cNvSpPr/>
            <p:nvPr/>
          </p:nvSpPr>
          <p:spPr>
            <a:xfrm rot="-3266906">
              <a:off x="5819041" y="215547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31"/>
            <p:cNvSpPr/>
            <p:nvPr/>
          </p:nvSpPr>
          <p:spPr>
            <a:xfrm rot="-3266906">
              <a:off x="335582" y="4617507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31"/>
            <p:cNvSpPr/>
            <p:nvPr/>
          </p:nvSpPr>
          <p:spPr>
            <a:xfrm rot="8925274">
              <a:off x="150627" y="2948222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31"/>
            <p:cNvSpPr/>
            <p:nvPr/>
          </p:nvSpPr>
          <p:spPr>
            <a:xfrm rot="3522601">
              <a:off x="2832285" y="57376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31"/>
            <p:cNvSpPr/>
            <p:nvPr/>
          </p:nvSpPr>
          <p:spPr>
            <a:xfrm rot="-2695393">
              <a:off x="1634886" y="11080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31"/>
            <p:cNvSpPr/>
            <p:nvPr/>
          </p:nvSpPr>
          <p:spPr>
            <a:xfrm rot="-8638086">
              <a:off x="5664683" y="1487960"/>
              <a:ext cx="151481" cy="7431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1"/>
            <p:cNvSpPr/>
            <p:nvPr/>
          </p:nvSpPr>
          <p:spPr>
            <a:xfrm rot="3522601">
              <a:off x="8228035" y="2273903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31"/>
            <p:cNvSpPr/>
            <p:nvPr/>
          </p:nvSpPr>
          <p:spPr>
            <a:xfrm rot="-3266906">
              <a:off x="8766060" y="639982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1"/>
            <p:cNvSpPr/>
            <p:nvPr/>
          </p:nvSpPr>
          <p:spPr>
            <a:xfrm rot="3522601">
              <a:off x="7651860" y="31754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1"/>
            <p:cNvSpPr/>
            <p:nvPr/>
          </p:nvSpPr>
          <p:spPr>
            <a:xfrm rot="-2695393">
              <a:off x="3189386" y="142292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1"/>
            <p:cNvSpPr/>
            <p:nvPr/>
          </p:nvSpPr>
          <p:spPr>
            <a:xfrm rot="3522601">
              <a:off x="335310" y="16617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1"/>
            <p:cNvSpPr/>
            <p:nvPr/>
          </p:nvSpPr>
          <p:spPr>
            <a:xfrm rot="-3266906">
              <a:off x="1362907" y="228589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31"/>
            <p:cNvSpPr/>
            <p:nvPr/>
          </p:nvSpPr>
          <p:spPr>
            <a:xfrm rot="3522601">
              <a:off x="1872185" y="46744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31"/>
            <p:cNvSpPr/>
            <p:nvPr/>
          </p:nvSpPr>
          <p:spPr>
            <a:xfrm rot="-2695393">
              <a:off x="5987836" y="460650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" name="Google Shape;1085;p31"/>
          <p:cNvGrpSpPr/>
          <p:nvPr/>
        </p:nvGrpSpPr>
        <p:grpSpPr>
          <a:xfrm flipH="1" rot="10800000">
            <a:off x="-1070560" y="-906348"/>
            <a:ext cx="3316347" cy="3107450"/>
            <a:chOff x="-1024085" y="2690869"/>
            <a:chExt cx="3316347" cy="3107450"/>
          </a:xfrm>
        </p:grpSpPr>
        <p:sp>
          <p:nvSpPr>
            <p:cNvPr id="1086" name="Google Shape;1086;p31"/>
            <p:cNvSpPr/>
            <p:nvPr/>
          </p:nvSpPr>
          <p:spPr>
            <a:xfrm rot="10800000">
              <a:off x="-1024085" y="2690869"/>
              <a:ext cx="3316347" cy="3107450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31"/>
            <p:cNvSpPr/>
            <p:nvPr/>
          </p:nvSpPr>
          <p:spPr>
            <a:xfrm rot="10800000">
              <a:off x="440186" y="5310440"/>
              <a:ext cx="165151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31"/>
            <p:cNvSpPr/>
            <p:nvPr/>
          </p:nvSpPr>
          <p:spPr>
            <a:xfrm rot="10800000">
              <a:off x="250950" y="5274354"/>
              <a:ext cx="115261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31"/>
            <p:cNvSpPr/>
            <p:nvPr/>
          </p:nvSpPr>
          <p:spPr>
            <a:xfrm rot="10800000">
              <a:off x="376247" y="5119848"/>
              <a:ext cx="112681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31"/>
            <p:cNvSpPr/>
            <p:nvPr/>
          </p:nvSpPr>
          <p:spPr>
            <a:xfrm rot="10800000">
              <a:off x="675584" y="5108123"/>
              <a:ext cx="93471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31"/>
            <p:cNvSpPr/>
            <p:nvPr/>
          </p:nvSpPr>
          <p:spPr>
            <a:xfrm rot="10800000">
              <a:off x="75764" y="4912972"/>
              <a:ext cx="108810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31"/>
            <p:cNvSpPr/>
            <p:nvPr/>
          </p:nvSpPr>
          <p:spPr>
            <a:xfrm rot="10800000">
              <a:off x="-93115" y="5282561"/>
              <a:ext cx="69243" cy="48853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1"/>
            <p:cNvSpPr/>
            <p:nvPr/>
          </p:nvSpPr>
          <p:spPr>
            <a:xfrm rot="10800000">
              <a:off x="-824672" y="4518618"/>
              <a:ext cx="3104174" cy="830503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4" name="Google Shape;1094;p31"/>
          <p:cNvSpPr txBox="1"/>
          <p:nvPr>
            <p:ph hasCustomPrompt="1" type="title"/>
          </p:nvPr>
        </p:nvSpPr>
        <p:spPr>
          <a:xfrm>
            <a:off x="713100" y="3448915"/>
            <a:ext cx="5190900" cy="716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095" name="Google Shape;1095;p31"/>
          <p:cNvSpPr txBox="1"/>
          <p:nvPr>
            <p:ph idx="1" type="subTitle"/>
          </p:nvPr>
        </p:nvSpPr>
        <p:spPr>
          <a:xfrm>
            <a:off x="713100" y="4165053"/>
            <a:ext cx="5190900" cy="439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rgbClr val="24242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096" name="Google Shape;1096;p31"/>
          <p:cNvSpPr txBox="1"/>
          <p:nvPr>
            <p:ph hasCustomPrompt="1" idx="2" type="title"/>
          </p:nvPr>
        </p:nvSpPr>
        <p:spPr>
          <a:xfrm>
            <a:off x="1976550" y="1994209"/>
            <a:ext cx="5190900" cy="716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097" name="Google Shape;1097;p31"/>
          <p:cNvSpPr txBox="1"/>
          <p:nvPr>
            <p:ph idx="3" type="subTitle"/>
          </p:nvPr>
        </p:nvSpPr>
        <p:spPr>
          <a:xfrm>
            <a:off x="1976550" y="2710346"/>
            <a:ext cx="5190900" cy="439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rgbClr val="24242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098" name="Google Shape;1098;p31"/>
          <p:cNvSpPr txBox="1"/>
          <p:nvPr>
            <p:ph hasCustomPrompt="1" idx="4" type="title"/>
          </p:nvPr>
        </p:nvSpPr>
        <p:spPr>
          <a:xfrm>
            <a:off x="3240150" y="539400"/>
            <a:ext cx="5190900" cy="716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2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099" name="Google Shape;1099;p31"/>
          <p:cNvSpPr txBox="1"/>
          <p:nvPr>
            <p:ph idx="5" type="subTitle"/>
          </p:nvPr>
        </p:nvSpPr>
        <p:spPr>
          <a:xfrm>
            <a:off x="3240150" y="1255622"/>
            <a:ext cx="5190900" cy="439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rgbClr val="24242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">
    <p:spTree>
      <p:nvGrpSpPr>
        <p:cNvPr id="1100" name="Shape 1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" name="Google Shape;1101;p32"/>
          <p:cNvSpPr txBox="1"/>
          <p:nvPr/>
        </p:nvSpPr>
        <p:spPr>
          <a:xfrm>
            <a:off x="781800" y="3514075"/>
            <a:ext cx="29292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rPr>
              <a:t>CREDITS: This presentation template was created by </a:t>
            </a:r>
            <a:r>
              <a:rPr b="1" lang="en" sz="1200">
                <a:solidFill>
                  <a:schemeClr val="accent1"/>
                </a:solidFill>
                <a:uFill>
                  <a:noFill/>
                </a:uFill>
                <a:latin typeface="Didact Gothic"/>
                <a:ea typeface="Didact Gothic"/>
                <a:cs typeface="Didact Gothic"/>
                <a:sym typeface="Didact Gothic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rPr>
              <a:t>, including icons by </a:t>
            </a:r>
            <a:r>
              <a:rPr b="1" lang="en" sz="1200">
                <a:solidFill>
                  <a:schemeClr val="accent1"/>
                </a:solidFill>
                <a:uFill>
                  <a:noFill/>
                </a:uFill>
                <a:latin typeface="Didact Gothic"/>
                <a:ea typeface="Didact Gothic"/>
                <a:cs typeface="Didact Gothic"/>
                <a:sym typeface="Didact Gothic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rPr>
              <a:t>, infographics &amp; images by </a:t>
            </a:r>
            <a:r>
              <a:rPr b="1" lang="en" sz="1200">
                <a:solidFill>
                  <a:schemeClr val="accent1"/>
                </a:solidFill>
                <a:uFill>
                  <a:noFill/>
                </a:uFill>
                <a:latin typeface="Didact Gothic"/>
                <a:ea typeface="Didact Gothic"/>
                <a:cs typeface="Didact Gothic"/>
                <a:sym typeface="Didact Gothic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200">
              <a:solidFill>
                <a:schemeClr val="accent1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102" name="Google Shape;1102;p32"/>
          <p:cNvSpPr txBox="1"/>
          <p:nvPr>
            <p:ph type="title"/>
          </p:nvPr>
        </p:nvSpPr>
        <p:spPr>
          <a:xfrm>
            <a:off x="754225" y="539400"/>
            <a:ext cx="3685500" cy="7725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70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103" name="Google Shape;1103;p32"/>
          <p:cNvGrpSpPr/>
          <p:nvPr/>
        </p:nvGrpSpPr>
        <p:grpSpPr>
          <a:xfrm>
            <a:off x="6753752" y="-525256"/>
            <a:ext cx="3013652" cy="3107450"/>
            <a:chOff x="1120850" y="1643725"/>
            <a:chExt cx="578325" cy="596325"/>
          </a:xfrm>
        </p:grpSpPr>
        <p:sp>
          <p:nvSpPr>
            <p:cNvPr id="1104" name="Google Shape;1104;p32"/>
            <p:cNvSpPr/>
            <p:nvPr/>
          </p:nvSpPr>
          <p:spPr>
            <a:xfrm>
              <a:off x="1120850" y="1643725"/>
              <a:ext cx="578325" cy="596325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32"/>
            <p:cNvSpPr/>
            <p:nvPr/>
          </p:nvSpPr>
          <p:spPr>
            <a:xfrm>
              <a:off x="1415025" y="1715025"/>
              <a:ext cx="28800" cy="22325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32"/>
            <p:cNvSpPr/>
            <p:nvPr/>
          </p:nvSpPr>
          <p:spPr>
            <a:xfrm>
              <a:off x="1456725" y="1728625"/>
              <a:ext cx="20100" cy="15650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32"/>
            <p:cNvSpPr/>
            <p:nvPr/>
          </p:nvSpPr>
          <p:spPr>
            <a:xfrm>
              <a:off x="1435325" y="1758750"/>
              <a:ext cx="19650" cy="15175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32"/>
            <p:cNvSpPr/>
            <p:nvPr/>
          </p:nvSpPr>
          <p:spPr>
            <a:xfrm>
              <a:off x="1386475" y="1763425"/>
              <a:ext cx="16300" cy="1275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32"/>
            <p:cNvSpPr/>
            <p:nvPr/>
          </p:nvSpPr>
          <p:spPr>
            <a:xfrm>
              <a:off x="1488400" y="1799100"/>
              <a:ext cx="18975" cy="14525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32"/>
            <p:cNvSpPr/>
            <p:nvPr/>
          </p:nvSpPr>
          <p:spPr>
            <a:xfrm>
              <a:off x="1524750" y="1733325"/>
              <a:ext cx="12075" cy="9375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32"/>
            <p:cNvSpPr/>
            <p:nvPr/>
          </p:nvSpPr>
          <p:spPr>
            <a:xfrm>
              <a:off x="1123075" y="1744550"/>
              <a:ext cx="541325" cy="159375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" name="Google Shape;1112;p32"/>
          <p:cNvGrpSpPr/>
          <p:nvPr/>
        </p:nvGrpSpPr>
        <p:grpSpPr>
          <a:xfrm>
            <a:off x="179496" y="260634"/>
            <a:ext cx="8409800" cy="4681547"/>
            <a:chOff x="179496" y="260634"/>
            <a:chExt cx="8409800" cy="4681547"/>
          </a:xfrm>
        </p:grpSpPr>
        <p:sp>
          <p:nvSpPr>
            <p:cNvPr id="1113" name="Google Shape;1113;p32"/>
            <p:cNvSpPr/>
            <p:nvPr/>
          </p:nvSpPr>
          <p:spPr>
            <a:xfrm rot="3504313">
              <a:off x="7138681" y="1111420"/>
              <a:ext cx="56745" cy="123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32"/>
            <p:cNvSpPr/>
            <p:nvPr/>
          </p:nvSpPr>
          <p:spPr>
            <a:xfrm rot="3522601">
              <a:off x="3163435" y="24974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32"/>
            <p:cNvSpPr/>
            <p:nvPr/>
          </p:nvSpPr>
          <p:spPr>
            <a:xfrm rot="-7695014">
              <a:off x="8435031" y="4508711"/>
              <a:ext cx="151481" cy="7431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32"/>
            <p:cNvSpPr/>
            <p:nvPr/>
          </p:nvSpPr>
          <p:spPr>
            <a:xfrm rot="-6299935">
              <a:off x="407062" y="4530301"/>
              <a:ext cx="66877" cy="145229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32"/>
            <p:cNvSpPr/>
            <p:nvPr/>
          </p:nvSpPr>
          <p:spPr>
            <a:xfrm rot="3522601">
              <a:off x="326635" y="2423128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32"/>
            <p:cNvSpPr/>
            <p:nvPr/>
          </p:nvSpPr>
          <p:spPr>
            <a:xfrm rot="-3223923">
              <a:off x="3914395" y="48212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32"/>
            <p:cNvSpPr/>
            <p:nvPr/>
          </p:nvSpPr>
          <p:spPr>
            <a:xfrm rot="-275899">
              <a:off x="5519784" y="465803"/>
              <a:ext cx="57301" cy="147209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2"/>
            <p:cNvSpPr/>
            <p:nvPr/>
          </p:nvSpPr>
          <p:spPr>
            <a:xfrm rot="-2695393">
              <a:off x="221011" y="39175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32"/>
            <p:cNvSpPr/>
            <p:nvPr/>
          </p:nvSpPr>
          <p:spPr>
            <a:xfrm rot="3267499">
              <a:off x="8477337" y="3450164"/>
              <a:ext cx="66875" cy="145226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2" name="Google Shape;1122;p32"/>
          <p:cNvSpPr txBox="1"/>
          <p:nvPr>
            <p:ph idx="1" type="subTitle"/>
          </p:nvPr>
        </p:nvSpPr>
        <p:spPr>
          <a:xfrm>
            <a:off x="781800" y="1940675"/>
            <a:ext cx="2477400" cy="807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  <p:sp>
        <p:nvSpPr>
          <p:cNvPr id="1123" name="Google Shape;1123;p32"/>
          <p:cNvSpPr txBox="1"/>
          <p:nvPr>
            <p:ph idx="2" type="subTitle"/>
          </p:nvPr>
        </p:nvSpPr>
        <p:spPr>
          <a:xfrm>
            <a:off x="781800" y="1449825"/>
            <a:ext cx="2477400" cy="490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spTree>
      <p:nvGrpSpPr>
        <p:cNvPr id="1124" name="Shape 1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5" name="Google Shape;1125;p33"/>
          <p:cNvGrpSpPr/>
          <p:nvPr/>
        </p:nvGrpSpPr>
        <p:grpSpPr>
          <a:xfrm flipH="1">
            <a:off x="324915" y="216904"/>
            <a:ext cx="8522867" cy="4569761"/>
            <a:chOff x="292830" y="216904"/>
            <a:chExt cx="8522867" cy="4569761"/>
          </a:xfrm>
        </p:grpSpPr>
        <p:sp>
          <p:nvSpPr>
            <p:cNvPr id="1126" name="Google Shape;1126;p33"/>
            <p:cNvSpPr/>
            <p:nvPr/>
          </p:nvSpPr>
          <p:spPr>
            <a:xfrm rot="2115196">
              <a:off x="7446434" y="219482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33"/>
            <p:cNvSpPr/>
            <p:nvPr/>
          </p:nvSpPr>
          <p:spPr>
            <a:xfrm rot="3277097">
              <a:off x="8583483" y="3054495"/>
              <a:ext cx="56744" cy="123224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33"/>
            <p:cNvSpPr/>
            <p:nvPr/>
          </p:nvSpPr>
          <p:spPr>
            <a:xfrm rot="-9378507">
              <a:off x="3621968" y="1378161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33"/>
            <p:cNvSpPr/>
            <p:nvPr/>
          </p:nvSpPr>
          <p:spPr>
            <a:xfrm rot="3574462">
              <a:off x="8583470" y="4434208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33"/>
            <p:cNvSpPr/>
            <p:nvPr/>
          </p:nvSpPr>
          <p:spPr>
            <a:xfrm rot="1625383">
              <a:off x="5801404" y="2795160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33"/>
            <p:cNvSpPr/>
            <p:nvPr/>
          </p:nvSpPr>
          <p:spPr>
            <a:xfrm rot="-10168024">
              <a:off x="2724634" y="1692967"/>
              <a:ext cx="57300" cy="147207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33"/>
            <p:cNvSpPr/>
            <p:nvPr/>
          </p:nvSpPr>
          <p:spPr>
            <a:xfrm rot="8481412">
              <a:off x="676274" y="1558763"/>
              <a:ext cx="66876" cy="145228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33"/>
            <p:cNvSpPr/>
            <p:nvPr/>
          </p:nvSpPr>
          <p:spPr>
            <a:xfrm rot="-6529139">
              <a:off x="276694" y="3221536"/>
              <a:ext cx="151480" cy="7431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33"/>
            <p:cNvSpPr/>
            <p:nvPr/>
          </p:nvSpPr>
          <p:spPr>
            <a:xfrm rot="3522601">
              <a:off x="3190372" y="27530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33"/>
            <p:cNvSpPr/>
            <p:nvPr/>
          </p:nvSpPr>
          <p:spPr>
            <a:xfrm rot="-3266906">
              <a:off x="5841360" y="1764194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33"/>
            <p:cNvSpPr/>
            <p:nvPr/>
          </p:nvSpPr>
          <p:spPr>
            <a:xfrm rot="3522601">
              <a:off x="531835" y="465790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33"/>
            <p:cNvSpPr/>
            <p:nvPr/>
          </p:nvSpPr>
          <p:spPr>
            <a:xfrm rot="1867268">
              <a:off x="749324" y="4531489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33"/>
            <p:cNvSpPr/>
            <p:nvPr/>
          </p:nvSpPr>
          <p:spPr>
            <a:xfrm rot="-2342076">
              <a:off x="8718435" y="1416552"/>
              <a:ext cx="57301" cy="147211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33"/>
            <p:cNvSpPr/>
            <p:nvPr/>
          </p:nvSpPr>
          <p:spPr>
            <a:xfrm rot="-3266906">
              <a:off x="2724907" y="46661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33"/>
            <p:cNvSpPr/>
            <p:nvPr/>
          </p:nvSpPr>
          <p:spPr>
            <a:xfrm rot="3522601">
              <a:off x="4253260" y="44222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33"/>
            <p:cNvSpPr/>
            <p:nvPr/>
          </p:nvSpPr>
          <p:spPr>
            <a:xfrm rot="-2695393">
              <a:off x="6006723" y="45314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" name="Google Shape;1142;p33"/>
          <p:cNvGrpSpPr/>
          <p:nvPr/>
        </p:nvGrpSpPr>
        <p:grpSpPr>
          <a:xfrm>
            <a:off x="-409931" y="4436254"/>
            <a:ext cx="2772971" cy="1062579"/>
            <a:chOff x="5871870" y="4293873"/>
            <a:chExt cx="3598457" cy="1378898"/>
          </a:xfrm>
        </p:grpSpPr>
        <p:sp>
          <p:nvSpPr>
            <p:cNvPr id="1143" name="Google Shape;1143;p33"/>
            <p:cNvSpPr/>
            <p:nvPr/>
          </p:nvSpPr>
          <p:spPr>
            <a:xfrm flipH="1" rot="10800000">
              <a:off x="5871870" y="4293873"/>
              <a:ext cx="3598453" cy="1378898"/>
            </a:xfrm>
            <a:custGeom>
              <a:rect b="b" l="l" r="r" t="t"/>
              <a:pathLst>
                <a:path extrusionOk="0" h="7309" w="19074">
                  <a:moveTo>
                    <a:pt x="14216" y="14"/>
                  </a:moveTo>
                  <a:cubicBezTo>
                    <a:pt x="13596" y="14"/>
                    <a:pt x="12976" y="28"/>
                    <a:pt x="12356" y="46"/>
                  </a:cubicBezTo>
                  <a:cubicBezTo>
                    <a:pt x="10259" y="90"/>
                    <a:pt x="8163" y="161"/>
                    <a:pt x="6066" y="269"/>
                  </a:cubicBezTo>
                  <a:cubicBezTo>
                    <a:pt x="5023" y="322"/>
                    <a:pt x="3970" y="376"/>
                    <a:pt x="2926" y="447"/>
                  </a:cubicBezTo>
                  <a:cubicBezTo>
                    <a:pt x="1624" y="527"/>
                    <a:pt x="0" y="545"/>
                    <a:pt x="295" y="2329"/>
                  </a:cubicBezTo>
                  <a:cubicBezTo>
                    <a:pt x="348" y="2659"/>
                    <a:pt x="571" y="2981"/>
                    <a:pt x="901" y="3052"/>
                  </a:cubicBezTo>
                  <a:cubicBezTo>
                    <a:pt x="973" y="3070"/>
                    <a:pt x="1044" y="3070"/>
                    <a:pt x="1106" y="3114"/>
                  </a:cubicBezTo>
                  <a:cubicBezTo>
                    <a:pt x="1222" y="3195"/>
                    <a:pt x="1213" y="3364"/>
                    <a:pt x="1204" y="3507"/>
                  </a:cubicBezTo>
                  <a:cubicBezTo>
                    <a:pt x="1142" y="4096"/>
                    <a:pt x="1204" y="4738"/>
                    <a:pt x="1570" y="5202"/>
                  </a:cubicBezTo>
                  <a:cubicBezTo>
                    <a:pt x="1804" y="5504"/>
                    <a:pt x="2193" y="5693"/>
                    <a:pt x="2565" y="5693"/>
                  </a:cubicBezTo>
                  <a:cubicBezTo>
                    <a:pt x="2776" y="5693"/>
                    <a:pt x="2981" y="5632"/>
                    <a:pt x="3149" y="5496"/>
                  </a:cubicBezTo>
                  <a:cubicBezTo>
                    <a:pt x="3363" y="5318"/>
                    <a:pt x="3479" y="5059"/>
                    <a:pt x="3640" y="4836"/>
                  </a:cubicBezTo>
                  <a:cubicBezTo>
                    <a:pt x="3797" y="4618"/>
                    <a:pt x="4023" y="4408"/>
                    <a:pt x="4292" y="4408"/>
                  </a:cubicBezTo>
                  <a:cubicBezTo>
                    <a:pt x="4298" y="4408"/>
                    <a:pt x="4303" y="4408"/>
                    <a:pt x="4309" y="4408"/>
                  </a:cubicBezTo>
                  <a:cubicBezTo>
                    <a:pt x="4621" y="4426"/>
                    <a:pt x="4853" y="4720"/>
                    <a:pt x="4933" y="5023"/>
                  </a:cubicBezTo>
                  <a:cubicBezTo>
                    <a:pt x="5014" y="5327"/>
                    <a:pt x="4996" y="5648"/>
                    <a:pt x="5058" y="5951"/>
                  </a:cubicBezTo>
                  <a:cubicBezTo>
                    <a:pt x="5201" y="6611"/>
                    <a:pt x="5763" y="7156"/>
                    <a:pt x="6423" y="7280"/>
                  </a:cubicBezTo>
                  <a:cubicBezTo>
                    <a:pt x="6522" y="7299"/>
                    <a:pt x="6623" y="7308"/>
                    <a:pt x="6723" y="7308"/>
                  </a:cubicBezTo>
                  <a:cubicBezTo>
                    <a:pt x="7290" y="7308"/>
                    <a:pt x="7853" y="7018"/>
                    <a:pt x="8172" y="6540"/>
                  </a:cubicBezTo>
                  <a:cubicBezTo>
                    <a:pt x="8261" y="6397"/>
                    <a:pt x="8341" y="6237"/>
                    <a:pt x="8475" y="6139"/>
                  </a:cubicBezTo>
                  <a:cubicBezTo>
                    <a:pt x="8546" y="6082"/>
                    <a:pt x="8641" y="6048"/>
                    <a:pt x="8731" y="6048"/>
                  </a:cubicBezTo>
                  <a:cubicBezTo>
                    <a:pt x="8812" y="6048"/>
                    <a:pt x="8888" y="6075"/>
                    <a:pt x="8939" y="6139"/>
                  </a:cubicBezTo>
                  <a:cubicBezTo>
                    <a:pt x="8993" y="6219"/>
                    <a:pt x="9001" y="6317"/>
                    <a:pt x="9037" y="6406"/>
                  </a:cubicBezTo>
                  <a:cubicBezTo>
                    <a:pt x="9114" y="6603"/>
                    <a:pt x="9322" y="6703"/>
                    <a:pt x="9535" y="6703"/>
                  </a:cubicBezTo>
                  <a:cubicBezTo>
                    <a:pt x="9669" y="6703"/>
                    <a:pt x="9805" y="6664"/>
                    <a:pt x="9911" y="6585"/>
                  </a:cubicBezTo>
                  <a:cubicBezTo>
                    <a:pt x="10188" y="6379"/>
                    <a:pt x="10286" y="6014"/>
                    <a:pt x="10295" y="5666"/>
                  </a:cubicBezTo>
                  <a:cubicBezTo>
                    <a:pt x="10295" y="5327"/>
                    <a:pt x="10224" y="4988"/>
                    <a:pt x="10215" y="4640"/>
                  </a:cubicBezTo>
                  <a:cubicBezTo>
                    <a:pt x="10215" y="4256"/>
                    <a:pt x="10366" y="3855"/>
                    <a:pt x="10670" y="3614"/>
                  </a:cubicBezTo>
                  <a:cubicBezTo>
                    <a:pt x="10799" y="3515"/>
                    <a:pt x="10944" y="3462"/>
                    <a:pt x="11075" y="3462"/>
                  </a:cubicBezTo>
                  <a:cubicBezTo>
                    <a:pt x="11287" y="3462"/>
                    <a:pt x="11466" y="3600"/>
                    <a:pt x="11499" y="3908"/>
                  </a:cubicBezTo>
                  <a:cubicBezTo>
                    <a:pt x="11526" y="4140"/>
                    <a:pt x="11455" y="4390"/>
                    <a:pt x="11508" y="4631"/>
                  </a:cubicBezTo>
                  <a:cubicBezTo>
                    <a:pt x="11562" y="4899"/>
                    <a:pt x="11776" y="5139"/>
                    <a:pt x="12044" y="5211"/>
                  </a:cubicBezTo>
                  <a:cubicBezTo>
                    <a:pt x="12109" y="5231"/>
                    <a:pt x="12178" y="5240"/>
                    <a:pt x="12247" y="5240"/>
                  </a:cubicBezTo>
                  <a:cubicBezTo>
                    <a:pt x="12457" y="5240"/>
                    <a:pt x="12670" y="5151"/>
                    <a:pt x="12811" y="4997"/>
                  </a:cubicBezTo>
                  <a:lnTo>
                    <a:pt x="12811" y="4997"/>
                  </a:lnTo>
                  <a:cubicBezTo>
                    <a:pt x="12748" y="5443"/>
                    <a:pt x="13034" y="5907"/>
                    <a:pt x="13453" y="6058"/>
                  </a:cubicBezTo>
                  <a:cubicBezTo>
                    <a:pt x="13552" y="6091"/>
                    <a:pt x="13656" y="6107"/>
                    <a:pt x="13760" y="6107"/>
                  </a:cubicBezTo>
                  <a:cubicBezTo>
                    <a:pt x="14102" y="6107"/>
                    <a:pt x="14444" y="5934"/>
                    <a:pt x="14622" y="5639"/>
                  </a:cubicBezTo>
                  <a:cubicBezTo>
                    <a:pt x="14943" y="5104"/>
                    <a:pt x="14729" y="4328"/>
                    <a:pt x="15148" y="3864"/>
                  </a:cubicBezTo>
                  <a:cubicBezTo>
                    <a:pt x="15225" y="3779"/>
                    <a:pt x="15336" y="3707"/>
                    <a:pt x="15452" y="3707"/>
                  </a:cubicBezTo>
                  <a:cubicBezTo>
                    <a:pt x="15469" y="3707"/>
                    <a:pt x="15487" y="3708"/>
                    <a:pt x="15505" y="3712"/>
                  </a:cubicBezTo>
                  <a:cubicBezTo>
                    <a:pt x="15737" y="3757"/>
                    <a:pt x="15790" y="4060"/>
                    <a:pt x="15781" y="4301"/>
                  </a:cubicBezTo>
                  <a:cubicBezTo>
                    <a:pt x="15746" y="4818"/>
                    <a:pt x="15639" y="5327"/>
                    <a:pt x="15683" y="5844"/>
                  </a:cubicBezTo>
                  <a:cubicBezTo>
                    <a:pt x="15728" y="6353"/>
                    <a:pt x="15978" y="6897"/>
                    <a:pt x="16451" y="7093"/>
                  </a:cubicBezTo>
                  <a:cubicBezTo>
                    <a:pt x="16566" y="7142"/>
                    <a:pt x="16687" y="7164"/>
                    <a:pt x="16808" y="7164"/>
                  </a:cubicBezTo>
                  <a:cubicBezTo>
                    <a:pt x="17329" y="7164"/>
                    <a:pt x="17850" y="6746"/>
                    <a:pt x="17958" y="6210"/>
                  </a:cubicBezTo>
                  <a:cubicBezTo>
                    <a:pt x="18038" y="5773"/>
                    <a:pt x="17896" y="5327"/>
                    <a:pt x="17807" y="4890"/>
                  </a:cubicBezTo>
                  <a:cubicBezTo>
                    <a:pt x="17717" y="4452"/>
                    <a:pt x="17691" y="3953"/>
                    <a:pt x="17967" y="3605"/>
                  </a:cubicBezTo>
                  <a:cubicBezTo>
                    <a:pt x="18190" y="3748"/>
                    <a:pt x="18146" y="4185"/>
                    <a:pt x="18413" y="4221"/>
                  </a:cubicBezTo>
                  <a:cubicBezTo>
                    <a:pt x="18421" y="4221"/>
                    <a:pt x="18428" y="4222"/>
                    <a:pt x="18436" y="4222"/>
                  </a:cubicBezTo>
                  <a:cubicBezTo>
                    <a:pt x="18501" y="4222"/>
                    <a:pt x="18571" y="4189"/>
                    <a:pt x="18627" y="4149"/>
                  </a:cubicBezTo>
                  <a:cubicBezTo>
                    <a:pt x="18877" y="3962"/>
                    <a:pt x="18939" y="3614"/>
                    <a:pt x="18913" y="3302"/>
                  </a:cubicBezTo>
                  <a:cubicBezTo>
                    <a:pt x="18886" y="2998"/>
                    <a:pt x="18797" y="2695"/>
                    <a:pt x="18806" y="2383"/>
                  </a:cubicBezTo>
                  <a:cubicBezTo>
                    <a:pt x="18806" y="2088"/>
                    <a:pt x="18904" y="1803"/>
                    <a:pt x="18931" y="1517"/>
                  </a:cubicBezTo>
                  <a:cubicBezTo>
                    <a:pt x="19073" y="1"/>
                    <a:pt x="17066" y="126"/>
                    <a:pt x="16076" y="63"/>
                  </a:cubicBezTo>
                  <a:cubicBezTo>
                    <a:pt x="15456" y="28"/>
                    <a:pt x="14836" y="14"/>
                    <a:pt x="14216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33"/>
            <p:cNvSpPr/>
            <p:nvPr/>
          </p:nvSpPr>
          <p:spPr>
            <a:xfrm rot="-10578739">
              <a:off x="6108296" y="4829629"/>
              <a:ext cx="1925183" cy="433439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rgbClr val="6946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33"/>
            <p:cNvSpPr/>
            <p:nvPr/>
          </p:nvSpPr>
          <p:spPr>
            <a:xfrm flipH="1" rot="-10640538">
              <a:off x="7536144" y="4890444"/>
              <a:ext cx="1925170" cy="433436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rgbClr val="6946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" name="Google Shape;1146;p33"/>
          <p:cNvGrpSpPr/>
          <p:nvPr/>
        </p:nvGrpSpPr>
        <p:grpSpPr>
          <a:xfrm>
            <a:off x="7657302" y="-1014331"/>
            <a:ext cx="3013652" cy="3107450"/>
            <a:chOff x="1120850" y="1643725"/>
            <a:chExt cx="578325" cy="596325"/>
          </a:xfrm>
        </p:grpSpPr>
        <p:sp>
          <p:nvSpPr>
            <p:cNvPr id="1147" name="Google Shape;1147;p33"/>
            <p:cNvSpPr/>
            <p:nvPr/>
          </p:nvSpPr>
          <p:spPr>
            <a:xfrm>
              <a:off x="1120850" y="1643725"/>
              <a:ext cx="578325" cy="596325"/>
            </a:xfrm>
            <a:custGeom>
              <a:rect b="b" l="l" r="r" t="t"/>
              <a:pathLst>
                <a:path extrusionOk="0" h="23853" w="23133">
                  <a:moveTo>
                    <a:pt x="9957" y="1"/>
                  </a:moveTo>
                  <a:cubicBezTo>
                    <a:pt x="8344" y="1"/>
                    <a:pt x="5686" y="285"/>
                    <a:pt x="3917" y="622"/>
                  </a:cubicBezTo>
                  <a:cubicBezTo>
                    <a:pt x="2579" y="881"/>
                    <a:pt x="3239" y="2050"/>
                    <a:pt x="2668" y="2755"/>
                  </a:cubicBezTo>
                  <a:cubicBezTo>
                    <a:pt x="2106" y="3459"/>
                    <a:pt x="1339" y="3477"/>
                    <a:pt x="848" y="4235"/>
                  </a:cubicBezTo>
                  <a:cubicBezTo>
                    <a:pt x="116" y="5377"/>
                    <a:pt x="63" y="6805"/>
                    <a:pt x="27" y="8161"/>
                  </a:cubicBezTo>
                  <a:cubicBezTo>
                    <a:pt x="0" y="8928"/>
                    <a:pt x="224" y="9972"/>
                    <a:pt x="991" y="9981"/>
                  </a:cubicBezTo>
                  <a:cubicBezTo>
                    <a:pt x="994" y="9981"/>
                    <a:pt x="998" y="9981"/>
                    <a:pt x="1001" y="9981"/>
                  </a:cubicBezTo>
                  <a:cubicBezTo>
                    <a:pt x="1725" y="9981"/>
                    <a:pt x="1999" y="9058"/>
                    <a:pt x="2106" y="8339"/>
                  </a:cubicBezTo>
                  <a:cubicBezTo>
                    <a:pt x="2204" y="7684"/>
                    <a:pt x="2588" y="6864"/>
                    <a:pt x="3188" y="6864"/>
                  </a:cubicBezTo>
                  <a:cubicBezTo>
                    <a:pt x="3242" y="6864"/>
                    <a:pt x="3297" y="6871"/>
                    <a:pt x="3355" y="6885"/>
                  </a:cubicBezTo>
                  <a:cubicBezTo>
                    <a:pt x="3970" y="7037"/>
                    <a:pt x="4060" y="7840"/>
                    <a:pt x="4095" y="8464"/>
                  </a:cubicBezTo>
                  <a:cubicBezTo>
                    <a:pt x="4120" y="9048"/>
                    <a:pt x="4426" y="9795"/>
                    <a:pt x="4962" y="9795"/>
                  </a:cubicBezTo>
                  <a:cubicBezTo>
                    <a:pt x="4999" y="9795"/>
                    <a:pt x="5037" y="9792"/>
                    <a:pt x="5077" y="9784"/>
                  </a:cubicBezTo>
                  <a:cubicBezTo>
                    <a:pt x="5371" y="9731"/>
                    <a:pt x="5576" y="9463"/>
                    <a:pt x="5844" y="9320"/>
                  </a:cubicBezTo>
                  <a:cubicBezTo>
                    <a:pt x="5986" y="9246"/>
                    <a:pt x="6140" y="9212"/>
                    <a:pt x="6296" y="9212"/>
                  </a:cubicBezTo>
                  <a:cubicBezTo>
                    <a:pt x="6718" y="9212"/>
                    <a:pt x="7156" y="9457"/>
                    <a:pt x="7423" y="9802"/>
                  </a:cubicBezTo>
                  <a:cubicBezTo>
                    <a:pt x="7789" y="10275"/>
                    <a:pt x="7913" y="10882"/>
                    <a:pt x="8021" y="11470"/>
                  </a:cubicBezTo>
                  <a:cubicBezTo>
                    <a:pt x="8208" y="12416"/>
                    <a:pt x="8395" y="13362"/>
                    <a:pt x="8574" y="14307"/>
                  </a:cubicBezTo>
                  <a:cubicBezTo>
                    <a:pt x="8663" y="14771"/>
                    <a:pt x="8788" y="15280"/>
                    <a:pt x="9189" y="15512"/>
                  </a:cubicBezTo>
                  <a:cubicBezTo>
                    <a:pt x="9323" y="15590"/>
                    <a:pt x="9462" y="15625"/>
                    <a:pt x="9602" y="15625"/>
                  </a:cubicBezTo>
                  <a:cubicBezTo>
                    <a:pt x="10161" y="15625"/>
                    <a:pt x="10725" y="15064"/>
                    <a:pt x="10947" y="14486"/>
                  </a:cubicBezTo>
                  <a:cubicBezTo>
                    <a:pt x="11214" y="13763"/>
                    <a:pt x="11036" y="12532"/>
                    <a:pt x="11785" y="12345"/>
                  </a:cubicBezTo>
                  <a:cubicBezTo>
                    <a:pt x="11840" y="12331"/>
                    <a:pt x="11893" y="12325"/>
                    <a:pt x="11944" y="12325"/>
                  </a:cubicBezTo>
                  <a:cubicBezTo>
                    <a:pt x="12752" y="12325"/>
                    <a:pt x="13183" y="13899"/>
                    <a:pt x="13141" y="14780"/>
                  </a:cubicBezTo>
                  <a:cubicBezTo>
                    <a:pt x="12990" y="17589"/>
                    <a:pt x="12414" y="23853"/>
                    <a:pt x="14299" y="23853"/>
                  </a:cubicBezTo>
                  <a:cubicBezTo>
                    <a:pt x="14305" y="23853"/>
                    <a:pt x="14312" y="23853"/>
                    <a:pt x="14319" y="23853"/>
                  </a:cubicBezTo>
                  <a:cubicBezTo>
                    <a:pt x="16692" y="23781"/>
                    <a:pt x="13730" y="15717"/>
                    <a:pt x="15773" y="12354"/>
                  </a:cubicBezTo>
                  <a:cubicBezTo>
                    <a:pt x="15951" y="12050"/>
                    <a:pt x="16647" y="11444"/>
                    <a:pt x="16986" y="11337"/>
                  </a:cubicBezTo>
                  <a:cubicBezTo>
                    <a:pt x="17032" y="11323"/>
                    <a:pt x="17074" y="11316"/>
                    <a:pt x="17113" y="11316"/>
                  </a:cubicBezTo>
                  <a:cubicBezTo>
                    <a:pt x="17549" y="11316"/>
                    <a:pt x="17621" y="12116"/>
                    <a:pt x="18128" y="12247"/>
                  </a:cubicBezTo>
                  <a:cubicBezTo>
                    <a:pt x="18163" y="12255"/>
                    <a:pt x="18196" y="12259"/>
                    <a:pt x="18226" y="12259"/>
                  </a:cubicBezTo>
                  <a:cubicBezTo>
                    <a:pt x="18779" y="12259"/>
                    <a:pt x="18706" y="10953"/>
                    <a:pt x="19145" y="10480"/>
                  </a:cubicBezTo>
                  <a:cubicBezTo>
                    <a:pt x="19545" y="10050"/>
                    <a:pt x="20110" y="9732"/>
                    <a:pt x="20686" y="9732"/>
                  </a:cubicBezTo>
                  <a:cubicBezTo>
                    <a:pt x="20779" y="9732"/>
                    <a:pt x="20872" y="9740"/>
                    <a:pt x="20965" y="9758"/>
                  </a:cubicBezTo>
                  <a:cubicBezTo>
                    <a:pt x="21313" y="9815"/>
                    <a:pt x="21705" y="9983"/>
                    <a:pt x="22036" y="9983"/>
                  </a:cubicBezTo>
                  <a:cubicBezTo>
                    <a:pt x="22214" y="9983"/>
                    <a:pt x="22374" y="9934"/>
                    <a:pt x="22499" y="9793"/>
                  </a:cubicBezTo>
                  <a:cubicBezTo>
                    <a:pt x="22606" y="9668"/>
                    <a:pt x="22660" y="9508"/>
                    <a:pt x="22696" y="9347"/>
                  </a:cubicBezTo>
                  <a:cubicBezTo>
                    <a:pt x="23133" y="7349"/>
                    <a:pt x="22027" y="5119"/>
                    <a:pt x="20171" y="4262"/>
                  </a:cubicBezTo>
                  <a:cubicBezTo>
                    <a:pt x="19493" y="3950"/>
                    <a:pt x="18672" y="3754"/>
                    <a:pt x="18324" y="3094"/>
                  </a:cubicBezTo>
                  <a:cubicBezTo>
                    <a:pt x="18066" y="2612"/>
                    <a:pt x="18155" y="2023"/>
                    <a:pt x="18083" y="1479"/>
                  </a:cubicBezTo>
                  <a:cubicBezTo>
                    <a:pt x="18009" y="971"/>
                    <a:pt x="17654" y="408"/>
                    <a:pt x="17164" y="408"/>
                  </a:cubicBezTo>
                  <a:cubicBezTo>
                    <a:pt x="17129" y="408"/>
                    <a:pt x="17094" y="411"/>
                    <a:pt x="17058" y="417"/>
                  </a:cubicBezTo>
                  <a:cubicBezTo>
                    <a:pt x="17058" y="417"/>
                    <a:pt x="11892" y="60"/>
                    <a:pt x="10340" y="7"/>
                  </a:cubicBezTo>
                  <a:cubicBezTo>
                    <a:pt x="10220" y="3"/>
                    <a:pt x="10092" y="1"/>
                    <a:pt x="9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33"/>
            <p:cNvSpPr/>
            <p:nvPr/>
          </p:nvSpPr>
          <p:spPr>
            <a:xfrm>
              <a:off x="1415025" y="1715025"/>
              <a:ext cx="28800" cy="22325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33"/>
            <p:cNvSpPr/>
            <p:nvPr/>
          </p:nvSpPr>
          <p:spPr>
            <a:xfrm>
              <a:off x="1456725" y="1728625"/>
              <a:ext cx="20100" cy="15650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33"/>
            <p:cNvSpPr/>
            <p:nvPr/>
          </p:nvSpPr>
          <p:spPr>
            <a:xfrm>
              <a:off x="1435325" y="1758750"/>
              <a:ext cx="19650" cy="15175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33"/>
            <p:cNvSpPr/>
            <p:nvPr/>
          </p:nvSpPr>
          <p:spPr>
            <a:xfrm>
              <a:off x="1386475" y="1763425"/>
              <a:ext cx="16300" cy="1275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33"/>
            <p:cNvSpPr/>
            <p:nvPr/>
          </p:nvSpPr>
          <p:spPr>
            <a:xfrm>
              <a:off x="1488400" y="1799100"/>
              <a:ext cx="18975" cy="14525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33"/>
            <p:cNvSpPr/>
            <p:nvPr/>
          </p:nvSpPr>
          <p:spPr>
            <a:xfrm>
              <a:off x="1524750" y="1733325"/>
              <a:ext cx="12075" cy="9375"/>
            </a:xfrm>
            <a:custGeom>
              <a:rect b="b" l="l" r="r" t="t"/>
              <a:pathLst>
                <a:path extrusionOk="0" h="375" w="483">
                  <a:moveTo>
                    <a:pt x="241" y="0"/>
                  </a:moveTo>
                  <a:cubicBezTo>
                    <a:pt x="1" y="0"/>
                    <a:pt x="1" y="375"/>
                    <a:pt x="241" y="375"/>
                  </a:cubicBezTo>
                  <a:cubicBezTo>
                    <a:pt x="482" y="375"/>
                    <a:pt x="48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33"/>
            <p:cNvSpPr/>
            <p:nvPr/>
          </p:nvSpPr>
          <p:spPr>
            <a:xfrm>
              <a:off x="1123075" y="1744550"/>
              <a:ext cx="541325" cy="159375"/>
            </a:xfrm>
            <a:custGeom>
              <a:rect b="b" l="l" r="r" t="t"/>
              <a:pathLst>
                <a:path extrusionOk="0" h="6375" w="21653">
                  <a:moveTo>
                    <a:pt x="3331" y="0"/>
                  </a:moveTo>
                  <a:cubicBezTo>
                    <a:pt x="2868" y="0"/>
                    <a:pt x="2391" y="178"/>
                    <a:pt x="2035" y="470"/>
                  </a:cubicBezTo>
                  <a:cubicBezTo>
                    <a:pt x="1499" y="907"/>
                    <a:pt x="1241" y="1514"/>
                    <a:pt x="920" y="2112"/>
                  </a:cubicBezTo>
                  <a:cubicBezTo>
                    <a:pt x="857" y="2236"/>
                    <a:pt x="786" y="2451"/>
                    <a:pt x="670" y="2522"/>
                  </a:cubicBezTo>
                  <a:lnTo>
                    <a:pt x="152" y="2504"/>
                  </a:lnTo>
                  <a:cubicBezTo>
                    <a:pt x="117" y="2451"/>
                    <a:pt x="81" y="2406"/>
                    <a:pt x="45" y="2352"/>
                  </a:cubicBezTo>
                  <a:cubicBezTo>
                    <a:pt x="27" y="2504"/>
                    <a:pt x="10" y="2665"/>
                    <a:pt x="1" y="2825"/>
                  </a:cubicBezTo>
                  <a:cubicBezTo>
                    <a:pt x="81" y="2879"/>
                    <a:pt x="170" y="2914"/>
                    <a:pt x="286" y="2941"/>
                  </a:cubicBezTo>
                  <a:cubicBezTo>
                    <a:pt x="341" y="2955"/>
                    <a:pt x="394" y="2961"/>
                    <a:pt x="444" y="2961"/>
                  </a:cubicBezTo>
                  <a:cubicBezTo>
                    <a:pt x="760" y="2961"/>
                    <a:pt x="982" y="2712"/>
                    <a:pt x="1152" y="2451"/>
                  </a:cubicBezTo>
                  <a:cubicBezTo>
                    <a:pt x="1606" y="1719"/>
                    <a:pt x="1865" y="827"/>
                    <a:pt x="2739" y="488"/>
                  </a:cubicBezTo>
                  <a:cubicBezTo>
                    <a:pt x="2926" y="417"/>
                    <a:pt x="3116" y="378"/>
                    <a:pt x="3301" y="378"/>
                  </a:cubicBezTo>
                  <a:cubicBezTo>
                    <a:pt x="3602" y="378"/>
                    <a:pt x="3890" y="482"/>
                    <a:pt x="4122" y="720"/>
                  </a:cubicBezTo>
                  <a:cubicBezTo>
                    <a:pt x="4408" y="1023"/>
                    <a:pt x="4452" y="1416"/>
                    <a:pt x="4559" y="1799"/>
                  </a:cubicBezTo>
                  <a:cubicBezTo>
                    <a:pt x="4684" y="2290"/>
                    <a:pt x="4836" y="2798"/>
                    <a:pt x="5327" y="3030"/>
                  </a:cubicBezTo>
                  <a:cubicBezTo>
                    <a:pt x="5500" y="3117"/>
                    <a:pt x="5689" y="3156"/>
                    <a:pt x="5879" y="3156"/>
                  </a:cubicBezTo>
                  <a:cubicBezTo>
                    <a:pt x="6156" y="3156"/>
                    <a:pt x="6435" y="3074"/>
                    <a:pt x="6674" y="2941"/>
                  </a:cubicBezTo>
                  <a:cubicBezTo>
                    <a:pt x="6959" y="2790"/>
                    <a:pt x="7200" y="2558"/>
                    <a:pt x="7423" y="2326"/>
                  </a:cubicBezTo>
                  <a:cubicBezTo>
                    <a:pt x="7708" y="2022"/>
                    <a:pt x="7655" y="1978"/>
                    <a:pt x="8128" y="1942"/>
                  </a:cubicBezTo>
                  <a:cubicBezTo>
                    <a:pt x="8175" y="1937"/>
                    <a:pt x="8219" y="1935"/>
                    <a:pt x="8260" y="1935"/>
                  </a:cubicBezTo>
                  <a:cubicBezTo>
                    <a:pt x="8676" y="1935"/>
                    <a:pt x="8790" y="2178"/>
                    <a:pt x="8993" y="2584"/>
                  </a:cubicBezTo>
                  <a:cubicBezTo>
                    <a:pt x="9484" y="3601"/>
                    <a:pt x="9314" y="5725"/>
                    <a:pt x="10519" y="6269"/>
                  </a:cubicBezTo>
                  <a:cubicBezTo>
                    <a:pt x="10682" y="6342"/>
                    <a:pt x="10829" y="6374"/>
                    <a:pt x="10963" y="6374"/>
                  </a:cubicBezTo>
                  <a:cubicBezTo>
                    <a:pt x="11962" y="6374"/>
                    <a:pt x="12243" y="4566"/>
                    <a:pt x="12856" y="4047"/>
                  </a:cubicBezTo>
                  <a:cubicBezTo>
                    <a:pt x="13079" y="3861"/>
                    <a:pt x="13289" y="3784"/>
                    <a:pt x="13489" y="3784"/>
                  </a:cubicBezTo>
                  <a:cubicBezTo>
                    <a:pt x="14450" y="3784"/>
                    <a:pt x="15201" y="5552"/>
                    <a:pt x="16197" y="5552"/>
                  </a:cubicBezTo>
                  <a:cubicBezTo>
                    <a:pt x="16398" y="5552"/>
                    <a:pt x="16610" y="5479"/>
                    <a:pt x="16835" y="5305"/>
                  </a:cubicBezTo>
                  <a:cubicBezTo>
                    <a:pt x="17227" y="5002"/>
                    <a:pt x="17218" y="4502"/>
                    <a:pt x="17325" y="4065"/>
                  </a:cubicBezTo>
                  <a:cubicBezTo>
                    <a:pt x="17450" y="3557"/>
                    <a:pt x="17718" y="3173"/>
                    <a:pt x="18244" y="3030"/>
                  </a:cubicBezTo>
                  <a:cubicBezTo>
                    <a:pt x="18349" y="3002"/>
                    <a:pt x="18448" y="2989"/>
                    <a:pt x="18544" y="2989"/>
                  </a:cubicBezTo>
                  <a:cubicBezTo>
                    <a:pt x="18954" y="2989"/>
                    <a:pt x="19294" y="3224"/>
                    <a:pt x="19663" y="3441"/>
                  </a:cubicBezTo>
                  <a:cubicBezTo>
                    <a:pt x="19945" y="3607"/>
                    <a:pt x="20306" y="3773"/>
                    <a:pt x="20650" y="3773"/>
                  </a:cubicBezTo>
                  <a:cubicBezTo>
                    <a:pt x="20861" y="3773"/>
                    <a:pt x="21066" y="3710"/>
                    <a:pt x="21242" y="3548"/>
                  </a:cubicBezTo>
                  <a:cubicBezTo>
                    <a:pt x="21652" y="3182"/>
                    <a:pt x="21500" y="2486"/>
                    <a:pt x="21429" y="2013"/>
                  </a:cubicBezTo>
                  <a:cubicBezTo>
                    <a:pt x="21376" y="1666"/>
                    <a:pt x="21304" y="1327"/>
                    <a:pt x="21206" y="996"/>
                  </a:cubicBezTo>
                  <a:cubicBezTo>
                    <a:pt x="21028" y="827"/>
                    <a:pt x="20840" y="684"/>
                    <a:pt x="20635" y="541"/>
                  </a:cubicBezTo>
                  <a:lnTo>
                    <a:pt x="20635" y="541"/>
                  </a:lnTo>
                  <a:cubicBezTo>
                    <a:pt x="20778" y="898"/>
                    <a:pt x="20894" y="1273"/>
                    <a:pt x="20974" y="1657"/>
                  </a:cubicBezTo>
                  <a:cubicBezTo>
                    <a:pt x="21045" y="1969"/>
                    <a:pt x="21188" y="2433"/>
                    <a:pt x="21117" y="2754"/>
                  </a:cubicBezTo>
                  <a:cubicBezTo>
                    <a:pt x="21027" y="3192"/>
                    <a:pt x="20815" y="3353"/>
                    <a:pt x="20549" y="3353"/>
                  </a:cubicBezTo>
                  <a:cubicBezTo>
                    <a:pt x="20338" y="3353"/>
                    <a:pt x="20094" y="3252"/>
                    <a:pt x="19850" y="3111"/>
                  </a:cubicBezTo>
                  <a:cubicBezTo>
                    <a:pt x="19436" y="2871"/>
                    <a:pt x="19061" y="2615"/>
                    <a:pt x="18581" y="2615"/>
                  </a:cubicBezTo>
                  <a:cubicBezTo>
                    <a:pt x="18544" y="2615"/>
                    <a:pt x="18506" y="2617"/>
                    <a:pt x="18467" y="2620"/>
                  </a:cubicBezTo>
                  <a:cubicBezTo>
                    <a:pt x="18084" y="2647"/>
                    <a:pt x="17709" y="2816"/>
                    <a:pt x="17432" y="3075"/>
                  </a:cubicBezTo>
                  <a:cubicBezTo>
                    <a:pt x="17004" y="3485"/>
                    <a:pt x="17058" y="3931"/>
                    <a:pt x="16888" y="4449"/>
                  </a:cubicBezTo>
                  <a:cubicBezTo>
                    <a:pt x="16720" y="4958"/>
                    <a:pt x="16482" y="5142"/>
                    <a:pt x="16221" y="5142"/>
                  </a:cubicBezTo>
                  <a:cubicBezTo>
                    <a:pt x="15697" y="5142"/>
                    <a:pt x="15078" y="4396"/>
                    <a:pt x="14738" y="4056"/>
                  </a:cubicBezTo>
                  <a:cubicBezTo>
                    <a:pt x="14399" y="3726"/>
                    <a:pt x="13989" y="3405"/>
                    <a:pt x="13489" y="3405"/>
                  </a:cubicBezTo>
                  <a:cubicBezTo>
                    <a:pt x="13034" y="3405"/>
                    <a:pt x="12651" y="3691"/>
                    <a:pt x="12374" y="4030"/>
                  </a:cubicBezTo>
                  <a:cubicBezTo>
                    <a:pt x="12029" y="4455"/>
                    <a:pt x="11648" y="5954"/>
                    <a:pt x="10894" y="5954"/>
                  </a:cubicBezTo>
                  <a:cubicBezTo>
                    <a:pt x="10810" y="5954"/>
                    <a:pt x="10720" y="5935"/>
                    <a:pt x="10626" y="5894"/>
                  </a:cubicBezTo>
                  <a:cubicBezTo>
                    <a:pt x="10019" y="5626"/>
                    <a:pt x="9921" y="4485"/>
                    <a:pt x="9796" y="3923"/>
                  </a:cubicBezTo>
                  <a:cubicBezTo>
                    <a:pt x="9671" y="3334"/>
                    <a:pt x="9528" y="2727"/>
                    <a:pt x="9225" y="2192"/>
                  </a:cubicBezTo>
                  <a:cubicBezTo>
                    <a:pt x="9002" y="1826"/>
                    <a:pt x="8654" y="1327"/>
                    <a:pt x="8181" y="1309"/>
                  </a:cubicBezTo>
                  <a:cubicBezTo>
                    <a:pt x="8172" y="1308"/>
                    <a:pt x="8164" y="1308"/>
                    <a:pt x="8155" y="1308"/>
                  </a:cubicBezTo>
                  <a:cubicBezTo>
                    <a:pt x="7698" y="1308"/>
                    <a:pt x="7427" y="1760"/>
                    <a:pt x="7155" y="2049"/>
                  </a:cubicBezTo>
                  <a:cubicBezTo>
                    <a:pt x="6797" y="2427"/>
                    <a:pt x="6302" y="2720"/>
                    <a:pt x="5864" y="2720"/>
                  </a:cubicBezTo>
                  <a:cubicBezTo>
                    <a:pt x="5493" y="2720"/>
                    <a:pt x="5163" y="2512"/>
                    <a:pt x="4988" y="1969"/>
                  </a:cubicBezTo>
                  <a:cubicBezTo>
                    <a:pt x="4836" y="1487"/>
                    <a:pt x="4818" y="961"/>
                    <a:pt x="4497" y="541"/>
                  </a:cubicBezTo>
                  <a:cubicBezTo>
                    <a:pt x="4201" y="162"/>
                    <a:pt x="3772" y="0"/>
                    <a:pt x="3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spTree>
      <p:nvGrpSpPr>
        <p:cNvPr id="1155" name="Shape 1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6" name="Google Shape;1156;p34"/>
          <p:cNvGrpSpPr/>
          <p:nvPr/>
        </p:nvGrpSpPr>
        <p:grpSpPr>
          <a:xfrm flipH="1" rot="10800000">
            <a:off x="4879023" y="-474650"/>
            <a:ext cx="4321927" cy="1208351"/>
            <a:chOff x="5165748" y="4147547"/>
            <a:chExt cx="4321927" cy="1208351"/>
          </a:xfrm>
        </p:grpSpPr>
        <p:sp>
          <p:nvSpPr>
            <p:cNvPr id="1157" name="Google Shape;1157;p34"/>
            <p:cNvSpPr/>
            <p:nvPr/>
          </p:nvSpPr>
          <p:spPr>
            <a:xfrm rot="10800000">
              <a:off x="5165748" y="4147547"/>
              <a:ext cx="4321927" cy="1208351"/>
            </a:xfrm>
            <a:custGeom>
              <a:rect b="b" l="l" r="r" t="t"/>
              <a:pathLst>
                <a:path extrusionOk="0" h="6405" w="19663">
                  <a:moveTo>
                    <a:pt x="15799" y="0"/>
                  </a:moveTo>
                  <a:cubicBezTo>
                    <a:pt x="14930" y="0"/>
                    <a:pt x="14048" y="589"/>
                    <a:pt x="13212" y="812"/>
                  </a:cubicBezTo>
                  <a:cubicBezTo>
                    <a:pt x="12864" y="905"/>
                    <a:pt x="12513" y="943"/>
                    <a:pt x="12160" y="943"/>
                  </a:cubicBezTo>
                  <a:cubicBezTo>
                    <a:pt x="10715" y="943"/>
                    <a:pt x="9235" y="318"/>
                    <a:pt x="7772" y="318"/>
                  </a:cubicBezTo>
                  <a:cubicBezTo>
                    <a:pt x="7530" y="318"/>
                    <a:pt x="7289" y="336"/>
                    <a:pt x="7048" y="375"/>
                  </a:cubicBezTo>
                  <a:cubicBezTo>
                    <a:pt x="6660" y="444"/>
                    <a:pt x="6281" y="563"/>
                    <a:pt x="5886" y="563"/>
                  </a:cubicBezTo>
                  <a:cubicBezTo>
                    <a:pt x="5872" y="563"/>
                    <a:pt x="5858" y="563"/>
                    <a:pt x="5844" y="563"/>
                  </a:cubicBezTo>
                  <a:cubicBezTo>
                    <a:pt x="5288" y="550"/>
                    <a:pt x="4709" y="284"/>
                    <a:pt x="4175" y="284"/>
                  </a:cubicBezTo>
                  <a:cubicBezTo>
                    <a:pt x="3971" y="284"/>
                    <a:pt x="3774" y="323"/>
                    <a:pt x="3587" y="429"/>
                  </a:cubicBezTo>
                  <a:cubicBezTo>
                    <a:pt x="3444" y="509"/>
                    <a:pt x="3319" y="616"/>
                    <a:pt x="3167" y="661"/>
                  </a:cubicBezTo>
                  <a:cubicBezTo>
                    <a:pt x="3094" y="682"/>
                    <a:pt x="3019" y="690"/>
                    <a:pt x="2941" y="690"/>
                  </a:cubicBezTo>
                  <a:cubicBezTo>
                    <a:pt x="2593" y="690"/>
                    <a:pt x="2206" y="519"/>
                    <a:pt x="1846" y="519"/>
                  </a:cubicBezTo>
                  <a:cubicBezTo>
                    <a:pt x="1668" y="519"/>
                    <a:pt x="1496" y="561"/>
                    <a:pt x="1338" y="688"/>
                  </a:cubicBezTo>
                  <a:cubicBezTo>
                    <a:pt x="1187" y="812"/>
                    <a:pt x="1071" y="991"/>
                    <a:pt x="883" y="1044"/>
                  </a:cubicBezTo>
                  <a:cubicBezTo>
                    <a:pt x="842" y="1055"/>
                    <a:pt x="799" y="1057"/>
                    <a:pt x="756" y="1057"/>
                  </a:cubicBezTo>
                  <a:cubicBezTo>
                    <a:pt x="721" y="1057"/>
                    <a:pt x="686" y="1056"/>
                    <a:pt x="651" y="1056"/>
                  </a:cubicBezTo>
                  <a:cubicBezTo>
                    <a:pt x="618" y="1056"/>
                    <a:pt x="585" y="1057"/>
                    <a:pt x="553" y="1062"/>
                  </a:cubicBezTo>
                  <a:cubicBezTo>
                    <a:pt x="268" y="1098"/>
                    <a:pt x="63" y="1392"/>
                    <a:pt x="27" y="1687"/>
                  </a:cubicBezTo>
                  <a:cubicBezTo>
                    <a:pt x="0" y="1981"/>
                    <a:pt x="107" y="2275"/>
                    <a:pt x="250" y="2534"/>
                  </a:cubicBezTo>
                  <a:cubicBezTo>
                    <a:pt x="535" y="3080"/>
                    <a:pt x="1051" y="3574"/>
                    <a:pt x="1628" y="3574"/>
                  </a:cubicBezTo>
                  <a:cubicBezTo>
                    <a:pt x="1682" y="3574"/>
                    <a:pt x="1738" y="3569"/>
                    <a:pt x="1793" y="3560"/>
                  </a:cubicBezTo>
                  <a:cubicBezTo>
                    <a:pt x="2025" y="3524"/>
                    <a:pt x="2239" y="3408"/>
                    <a:pt x="2462" y="3337"/>
                  </a:cubicBezTo>
                  <a:cubicBezTo>
                    <a:pt x="2635" y="3288"/>
                    <a:pt x="2809" y="3268"/>
                    <a:pt x="2985" y="3268"/>
                  </a:cubicBezTo>
                  <a:cubicBezTo>
                    <a:pt x="3537" y="3268"/>
                    <a:pt x="4102" y="3459"/>
                    <a:pt x="4657" y="3507"/>
                  </a:cubicBezTo>
                  <a:cubicBezTo>
                    <a:pt x="4746" y="3514"/>
                    <a:pt x="4836" y="3517"/>
                    <a:pt x="4925" y="3517"/>
                  </a:cubicBezTo>
                  <a:cubicBezTo>
                    <a:pt x="6130" y="3517"/>
                    <a:pt x="7329" y="2921"/>
                    <a:pt x="8502" y="2921"/>
                  </a:cubicBezTo>
                  <a:cubicBezTo>
                    <a:pt x="8786" y="2921"/>
                    <a:pt x="9069" y="2956"/>
                    <a:pt x="9350" y="3043"/>
                  </a:cubicBezTo>
                  <a:cubicBezTo>
                    <a:pt x="9813" y="3185"/>
                    <a:pt x="10393" y="3373"/>
                    <a:pt x="10822" y="3551"/>
                  </a:cubicBezTo>
                  <a:cubicBezTo>
                    <a:pt x="11294" y="3756"/>
                    <a:pt x="11384" y="4086"/>
                    <a:pt x="11223" y="4595"/>
                  </a:cubicBezTo>
                  <a:cubicBezTo>
                    <a:pt x="11143" y="4871"/>
                    <a:pt x="11036" y="5157"/>
                    <a:pt x="11125" y="5434"/>
                  </a:cubicBezTo>
                  <a:cubicBezTo>
                    <a:pt x="11204" y="5665"/>
                    <a:pt x="11444" y="5804"/>
                    <a:pt x="11680" y="5804"/>
                  </a:cubicBezTo>
                  <a:cubicBezTo>
                    <a:pt x="11817" y="5804"/>
                    <a:pt x="11951" y="5758"/>
                    <a:pt x="12053" y="5657"/>
                  </a:cubicBezTo>
                  <a:cubicBezTo>
                    <a:pt x="12293" y="5416"/>
                    <a:pt x="12276" y="5023"/>
                    <a:pt x="12204" y="4684"/>
                  </a:cubicBezTo>
                  <a:cubicBezTo>
                    <a:pt x="12124" y="4309"/>
                    <a:pt x="11928" y="3872"/>
                    <a:pt x="12035" y="3498"/>
                  </a:cubicBezTo>
                  <a:cubicBezTo>
                    <a:pt x="12169" y="3061"/>
                    <a:pt x="12731" y="2686"/>
                    <a:pt x="13114" y="2543"/>
                  </a:cubicBezTo>
                  <a:cubicBezTo>
                    <a:pt x="13328" y="2465"/>
                    <a:pt x="13554" y="2426"/>
                    <a:pt x="13779" y="2426"/>
                  </a:cubicBezTo>
                  <a:cubicBezTo>
                    <a:pt x="14120" y="2426"/>
                    <a:pt x="14461" y="2514"/>
                    <a:pt x="14756" y="2686"/>
                  </a:cubicBezTo>
                  <a:cubicBezTo>
                    <a:pt x="15014" y="2837"/>
                    <a:pt x="15246" y="3061"/>
                    <a:pt x="15344" y="3355"/>
                  </a:cubicBezTo>
                  <a:cubicBezTo>
                    <a:pt x="15478" y="3810"/>
                    <a:pt x="15246" y="4283"/>
                    <a:pt x="15095" y="4738"/>
                  </a:cubicBezTo>
                  <a:cubicBezTo>
                    <a:pt x="14970" y="5086"/>
                    <a:pt x="14889" y="5478"/>
                    <a:pt x="15005" y="5835"/>
                  </a:cubicBezTo>
                  <a:cubicBezTo>
                    <a:pt x="15107" y="6147"/>
                    <a:pt x="15393" y="6405"/>
                    <a:pt x="15701" y="6405"/>
                  </a:cubicBezTo>
                  <a:cubicBezTo>
                    <a:pt x="15746" y="6405"/>
                    <a:pt x="15790" y="6399"/>
                    <a:pt x="15835" y="6388"/>
                  </a:cubicBezTo>
                  <a:cubicBezTo>
                    <a:pt x="16210" y="6290"/>
                    <a:pt x="16397" y="5817"/>
                    <a:pt x="16388" y="5407"/>
                  </a:cubicBezTo>
                  <a:cubicBezTo>
                    <a:pt x="16388" y="4996"/>
                    <a:pt x="16272" y="4586"/>
                    <a:pt x="16317" y="4185"/>
                  </a:cubicBezTo>
                  <a:cubicBezTo>
                    <a:pt x="16379" y="3583"/>
                    <a:pt x="16671" y="3442"/>
                    <a:pt x="17037" y="3442"/>
                  </a:cubicBezTo>
                  <a:cubicBezTo>
                    <a:pt x="17360" y="3442"/>
                    <a:pt x="17739" y="3551"/>
                    <a:pt x="18068" y="3551"/>
                  </a:cubicBezTo>
                  <a:cubicBezTo>
                    <a:pt x="18119" y="3551"/>
                    <a:pt x="18169" y="3548"/>
                    <a:pt x="18217" y="3542"/>
                  </a:cubicBezTo>
                  <a:cubicBezTo>
                    <a:pt x="18654" y="3489"/>
                    <a:pt x="19020" y="3069"/>
                    <a:pt x="19038" y="2614"/>
                  </a:cubicBezTo>
                  <a:cubicBezTo>
                    <a:pt x="19038" y="2445"/>
                    <a:pt x="19011" y="2267"/>
                    <a:pt x="19091" y="2124"/>
                  </a:cubicBezTo>
                  <a:cubicBezTo>
                    <a:pt x="19145" y="2026"/>
                    <a:pt x="19243" y="1963"/>
                    <a:pt x="19323" y="1892"/>
                  </a:cubicBezTo>
                  <a:cubicBezTo>
                    <a:pt x="19662" y="1553"/>
                    <a:pt x="19537" y="902"/>
                    <a:pt x="19154" y="616"/>
                  </a:cubicBezTo>
                  <a:cubicBezTo>
                    <a:pt x="18952" y="462"/>
                    <a:pt x="18703" y="397"/>
                    <a:pt x="18449" y="397"/>
                  </a:cubicBezTo>
                  <a:cubicBezTo>
                    <a:pt x="18231" y="397"/>
                    <a:pt x="18008" y="445"/>
                    <a:pt x="17807" y="527"/>
                  </a:cubicBezTo>
                  <a:cubicBezTo>
                    <a:pt x="17672" y="577"/>
                    <a:pt x="17538" y="644"/>
                    <a:pt x="17403" y="644"/>
                  </a:cubicBezTo>
                  <a:cubicBezTo>
                    <a:pt x="17395" y="644"/>
                    <a:pt x="17387" y="643"/>
                    <a:pt x="17378" y="643"/>
                  </a:cubicBezTo>
                  <a:cubicBezTo>
                    <a:pt x="17164" y="634"/>
                    <a:pt x="16995" y="465"/>
                    <a:pt x="16825" y="340"/>
                  </a:cubicBezTo>
                  <a:cubicBezTo>
                    <a:pt x="16488" y="93"/>
                    <a:pt x="16144" y="0"/>
                    <a:pt x="15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58" name="Google Shape;1158;p34"/>
            <p:cNvGrpSpPr/>
            <p:nvPr/>
          </p:nvGrpSpPr>
          <p:grpSpPr>
            <a:xfrm flipH="1" rot="10800000">
              <a:off x="7158932" y="4853341"/>
              <a:ext cx="1629157" cy="306928"/>
              <a:chOff x="6356635" y="162913"/>
              <a:chExt cx="1581091" cy="306928"/>
            </a:xfrm>
          </p:grpSpPr>
          <p:sp>
            <p:nvSpPr>
              <p:cNvPr id="1159" name="Google Shape;1159;p34"/>
              <p:cNvSpPr/>
              <p:nvPr/>
            </p:nvSpPr>
            <p:spPr>
              <a:xfrm flipH="1">
                <a:off x="7787649" y="162913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" name="Google Shape;1160;p34"/>
              <p:cNvSpPr/>
              <p:nvPr/>
            </p:nvSpPr>
            <p:spPr>
              <a:xfrm flipH="1">
                <a:off x="7615686" y="233783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" name="Google Shape;1161;p34"/>
              <p:cNvSpPr/>
              <p:nvPr/>
            </p:nvSpPr>
            <p:spPr>
              <a:xfrm flipH="1">
                <a:off x="7729547" y="390764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" name="Google Shape;1162;p34"/>
              <p:cNvSpPr/>
              <p:nvPr/>
            </p:nvSpPr>
            <p:spPr>
              <a:xfrm flipH="1">
                <a:off x="6356635" y="338926"/>
                <a:ext cx="84939" cy="66440"/>
              </a:xfrm>
              <a:custGeom>
                <a:rect b="b" l="l" r="r" t="t"/>
                <a:pathLst>
                  <a:path extrusionOk="0" h="510" w="652">
                    <a:moveTo>
                      <a:pt x="331" y="1"/>
                    </a:moveTo>
                    <a:cubicBezTo>
                      <a:pt x="0" y="1"/>
                      <a:pt x="0" y="509"/>
                      <a:pt x="331" y="509"/>
                    </a:cubicBezTo>
                    <a:cubicBezTo>
                      <a:pt x="652" y="509"/>
                      <a:pt x="652" y="1"/>
                      <a:pt x="3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63" name="Google Shape;1163;p34"/>
          <p:cNvGrpSpPr/>
          <p:nvPr/>
        </p:nvGrpSpPr>
        <p:grpSpPr>
          <a:xfrm>
            <a:off x="264020" y="164939"/>
            <a:ext cx="8506244" cy="4276729"/>
            <a:chOff x="51134" y="164939"/>
            <a:chExt cx="8506244" cy="4276729"/>
          </a:xfrm>
        </p:grpSpPr>
        <p:sp>
          <p:nvSpPr>
            <p:cNvPr id="1164" name="Google Shape;1164;p34"/>
            <p:cNvSpPr/>
            <p:nvPr/>
          </p:nvSpPr>
          <p:spPr>
            <a:xfrm rot="-3266906">
              <a:off x="6025935" y="621682"/>
              <a:ext cx="48619" cy="124904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34"/>
            <p:cNvSpPr/>
            <p:nvPr/>
          </p:nvSpPr>
          <p:spPr>
            <a:xfrm rot="-3266906">
              <a:off x="8462382" y="12649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34"/>
            <p:cNvSpPr/>
            <p:nvPr/>
          </p:nvSpPr>
          <p:spPr>
            <a:xfrm rot="-3266906">
              <a:off x="7433316" y="1343297"/>
              <a:ext cx="128530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34"/>
            <p:cNvSpPr/>
            <p:nvPr/>
          </p:nvSpPr>
          <p:spPr>
            <a:xfrm rot="-3266906">
              <a:off x="97707" y="3950545"/>
              <a:ext cx="56744" cy="123225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34"/>
            <p:cNvSpPr/>
            <p:nvPr/>
          </p:nvSpPr>
          <p:spPr>
            <a:xfrm rot="1625383">
              <a:off x="2849454" y="4347435"/>
              <a:ext cx="128529" cy="63056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34"/>
            <p:cNvSpPr/>
            <p:nvPr/>
          </p:nvSpPr>
          <p:spPr>
            <a:xfrm rot="3522601">
              <a:off x="2972285" y="8402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34"/>
            <p:cNvSpPr/>
            <p:nvPr/>
          </p:nvSpPr>
          <p:spPr>
            <a:xfrm rot="-2695393">
              <a:off x="1537861" y="909177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34"/>
            <p:cNvSpPr/>
            <p:nvPr/>
          </p:nvSpPr>
          <p:spPr>
            <a:xfrm rot="-8488450">
              <a:off x="7205083" y="578475"/>
              <a:ext cx="151478" cy="74314"/>
            </a:xfrm>
            <a:custGeom>
              <a:rect b="b" l="l" r="r" t="t"/>
              <a:pathLst>
                <a:path extrusionOk="0" h="939" w="1914">
                  <a:moveTo>
                    <a:pt x="348" y="0"/>
                  </a:moveTo>
                  <a:cubicBezTo>
                    <a:pt x="303" y="0"/>
                    <a:pt x="259" y="3"/>
                    <a:pt x="215" y="10"/>
                  </a:cubicBezTo>
                  <a:cubicBezTo>
                    <a:pt x="36" y="37"/>
                    <a:pt x="1" y="260"/>
                    <a:pt x="108" y="376"/>
                  </a:cubicBezTo>
                  <a:cubicBezTo>
                    <a:pt x="277" y="563"/>
                    <a:pt x="518" y="617"/>
                    <a:pt x="750" y="697"/>
                  </a:cubicBezTo>
                  <a:cubicBezTo>
                    <a:pt x="1000" y="786"/>
                    <a:pt x="1268" y="858"/>
                    <a:pt x="1526" y="929"/>
                  </a:cubicBezTo>
                  <a:cubicBezTo>
                    <a:pt x="1552" y="936"/>
                    <a:pt x="1576" y="939"/>
                    <a:pt x="1599" y="939"/>
                  </a:cubicBezTo>
                  <a:cubicBezTo>
                    <a:pt x="1845" y="939"/>
                    <a:pt x="1913" y="571"/>
                    <a:pt x="1660" y="465"/>
                  </a:cubicBezTo>
                  <a:cubicBezTo>
                    <a:pt x="1272" y="295"/>
                    <a:pt x="788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34"/>
            <p:cNvSpPr/>
            <p:nvPr/>
          </p:nvSpPr>
          <p:spPr>
            <a:xfrm rot="-1982461">
              <a:off x="8462109" y="3311291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34"/>
            <p:cNvSpPr/>
            <p:nvPr/>
          </p:nvSpPr>
          <p:spPr>
            <a:xfrm rot="2821290">
              <a:off x="4612135" y="714757"/>
              <a:ext cx="48619" cy="124905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34"/>
            <p:cNvSpPr/>
            <p:nvPr/>
          </p:nvSpPr>
          <p:spPr>
            <a:xfrm rot="3522601">
              <a:off x="8223985" y="4305353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34"/>
            <p:cNvSpPr/>
            <p:nvPr/>
          </p:nvSpPr>
          <p:spPr>
            <a:xfrm rot="-2695393">
              <a:off x="92648" y="257415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34"/>
            <p:cNvSpPr/>
            <p:nvPr/>
          </p:nvSpPr>
          <p:spPr>
            <a:xfrm rot="3522601">
              <a:off x="1163910" y="409966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34"/>
            <p:cNvSpPr/>
            <p:nvPr/>
          </p:nvSpPr>
          <p:spPr>
            <a:xfrm rot="3522601">
              <a:off x="5276535" y="4167615"/>
              <a:ext cx="57300" cy="147208"/>
            </a:xfrm>
            <a:custGeom>
              <a:rect b="b" l="l" r="r" t="t"/>
              <a:pathLst>
                <a:path extrusionOk="0" h="1860" w="724">
                  <a:moveTo>
                    <a:pt x="388" y="0"/>
                  </a:moveTo>
                  <a:cubicBezTo>
                    <a:pt x="263" y="0"/>
                    <a:pt x="130" y="94"/>
                    <a:pt x="126" y="260"/>
                  </a:cubicBezTo>
                  <a:cubicBezTo>
                    <a:pt x="108" y="715"/>
                    <a:pt x="1" y="1357"/>
                    <a:pt x="233" y="1768"/>
                  </a:cubicBezTo>
                  <a:cubicBezTo>
                    <a:pt x="270" y="1832"/>
                    <a:pt x="334" y="1859"/>
                    <a:pt x="399" y="1859"/>
                  </a:cubicBezTo>
                  <a:cubicBezTo>
                    <a:pt x="488" y="1859"/>
                    <a:pt x="580" y="1809"/>
                    <a:pt x="616" y="1732"/>
                  </a:cubicBezTo>
                  <a:cubicBezTo>
                    <a:pt x="723" y="1509"/>
                    <a:pt x="688" y="1259"/>
                    <a:pt x="679" y="1018"/>
                  </a:cubicBezTo>
                  <a:cubicBezTo>
                    <a:pt x="670" y="751"/>
                    <a:pt x="634" y="483"/>
                    <a:pt x="607" y="207"/>
                  </a:cubicBezTo>
                  <a:cubicBezTo>
                    <a:pt x="591" y="65"/>
                    <a:pt x="492" y="0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34"/>
            <p:cNvSpPr/>
            <p:nvPr/>
          </p:nvSpPr>
          <p:spPr>
            <a:xfrm rot="-2695393">
              <a:off x="8407611" y="167352"/>
              <a:ext cx="66876" cy="145227"/>
            </a:xfrm>
            <a:custGeom>
              <a:rect b="b" l="l" r="r" t="t"/>
              <a:pathLst>
                <a:path extrusionOk="0" h="1835" w="845">
                  <a:moveTo>
                    <a:pt x="606" y="0"/>
                  </a:moveTo>
                  <a:cubicBezTo>
                    <a:pt x="497" y="0"/>
                    <a:pt x="382" y="68"/>
                    <a:pt x="349" y="206"/>
                  </a:cubicBezTo>
                  <a:cubicBezTo>
                    <a:pt x="242" y="652"/>
                    <a:pt x="1" y="1250"/>
                    <a:pt x="152" y="1705"/>
                  </a:cubicBezTo>
                  <a:cubicBezTo>
                    <a:pt x="181" y="1795"/>
                    <a:pt x="260" y="1835"/>
                    <a:pt x="341" y="1835"/>
                  </a:cubicBezTo>
                  <a:cubicBezTo>
                    <a:pt x="412" y="1835"/>
                    <a:pt x="485" y="1804"/>
                    <a:pt x="527" y="1750"/>
                  </a:cubicBezTo>
                  <a:cubicBezTo>
                    <a:pt x="679" y="1553"/>
                    <a:pt x="697" y="1304"/>
                    <a:pt x="732" y="1063"/>
                  </a:cubicBezTo>
                  <a:cubicBezTo>
                    <a:pt x="777" y="795"/>
                    <a:pt x="804" y="528"/>
                    <a:pt x="830" y="251"/>
                  </a:cubicBezTo>
                  <a:cubicBezTo>
                    <a:pt x="845" y="86"/>
                    <a:pt x="729" y="0"/>
                    <a:pt x="6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" name="Google Shape;1179;p34"/>
          <p:cNvGrpSpPr/>
          <p:nvPr/>
        </p:nvGrpSpPr>
        <p:grpSpPr>
          <a:xfrm flipH="1">
            <a:off x="-134175" y="4235977"/>
            <a:ext cx="9967003" cy="1593169"/>
            <a:chOff x="-479330" y="4235977"/>
            <a:chExt cx="9967003" cy="1593169"/>
          </a:xfrm>
        </p:grpSpPr>
        <p:sp>
          <p:nvSpPr>
            <p:cNvPr id="1180" name="Google Shape;1180;p34"/>
            <p:cNvSpPr/>
            <p:nvPr/>
          </p:nvSpPr>
          <p:spPr>
            <a:xfrm flipH="1" rot="10800000">
              <a:off x="2550525" y="4235977"/>
              <a:ext cx="3709572" cy="1208351"/>
            </a:xfrm>
            <a:custGeom>
              <a:rect b="b" l="l" r="r" t="t"/>
              <a:pathLst>
                <a:path extrusionOk="0" h="6405" w="19663">
                  <a:moveTo>
                    <a:pt x="15799" y="0"/>
                  </a:moveTo>
                  <a:cubicBezTo>
                    <a:pt x="14930" y="0"/>
                    <a:pt x="14048" y="589"/>
                    <a:pt x="13212" y="812"/>
                  </a:cubicBezTo>
                  <a:cubicBezTo>
                    <a:pt x="12864" y="905"/>
                    <a:pt x="12513" y="943"/>
                    <a:pt x="12160" y="943"/>
                  </a:cubicBezTo>
                  <a:cubicBezTo>
                    <a:pt x="10715" y="943"/>
                    <a:pt x="9235" y="318"/>
                    <a:pt x="7772" y="318"/>
                  </a:cubicBezTo>
                  <a:cubicBezTo>
                    <a:pt x="7530" y="318"/>
                    <a:pt x="7289" y="336"/>
                    <a:pt x="7048" y="375"/>
                  </a:cubicBezTo>
                  <a:cubicBezTo>
                    <a:pt x="6660" y="444"/>
                    <a:pt x="6281" y="563"/>
                    <a:pt x="5886" y="563"/>
                  </a:cubicBezTo>
                  <a:cubicBezTo>
                    <a:pt x="5872" y="563"/>
                    <a:pt x="5858" y="563"/>
                    <a:pt x="5844" y="563"/>
                  </a:cubicBezTo>
                  <a:cubicBezTo>
                    <a:pt x="5288" y="550"/>
                    <a:pt x="4709" y="284"/>
                    <a:pt x="4175" y="284"/>
                  </a:cubicBezTo>
                  <a:cubicBezTo>
                    <a:pt x="3971" y="284"/>
                    <a:pt x="3774" y="323"/>
                    <a:pt x="3587" y="429"/>
                  </a:cubicBezTo>
                  <a:cubicBezTo>
                    <a:pt x="3444" y="509"/>
                    <a:pt x="3319" y="616"/>
                    <a:pt x="3167" y="661"/>
                  </a:cubicBezTo>
                  <a:cubicBezTo>
                    <a:pt x="3094" y="682"/>
                    <a:pt x="3019" y="690"/>
                    <a:pt x="2941" y="690"/>
                  </a:cubicBezTo>
                  <a:cubicBezTo>
                    <a:pt x="2593" y="690"/>
                    <a:pt x="2206" y="519"/>
                    <a:pt x="1846" y="519"/>
                  </a:cubicBezTo>
                  <a:cubicBezTo>
                    <a:pt x="1668" y="519"/>
                    <a:pt x="1496" y="561"/>
                    <a:pt x="1338" y="688"/>
                  </a:cubicBezTo>
                  <a:cubicBezTo>
                    <a:pt x="1187" y="812"/>
                    <a:pt x="1071" y="991"/>
                    <a:pt x="883" y="1044"/>
                  </a:cubicBezTo>
                  <a:cubicBezTo>
                    <a:pt x="842" y="1055"/>
                    <a:pt x="799" y="1057"/>
                    <a:pt x="756" y="1057"/>
                  </a:cubicBezTo>
                  <a:cubicBezTo>
                    <a:pt x="721" y="1057"/>
                    <a:pt x="686" y="1056"/>
                    <a:pt x="651" y="1056"/>
                  </a:cubicBezTo>
                  <a:cubicBezTo>
                    <a:pt x="618" y="1056"/>
                    <a:pt x="585" y="1057"/>
                    <a:pt x="553" y="1062"/>
                  </a:cubicBezTo>
                  <a:cubicBezTo>
                    <a:pt x="268" y="1098"/>
                    <a:pt x="63" y="1392"/>
                    <a:pt x="27" y="1687"/>
                  </a:cubicBezTo>
                  <a:cubicBezTo>
                    <a:pt x="0" y="1981"/>
                    <a:pt x="107" y="2275"/>
                    <a:pt x="250" y="2534"/>
                  </a:cubicBezTo>
                  <a:cubicBezTo>
                    <a:pt x="535" y="3080"/>
                    <a:pt x="1051" y="3574"/>
                    <a:pt x="1628" y="3574"/>
                  </a:cubicBezTo>
                  <a:cubicBezTo>
                    <a:pt x="1682" y="3574"/>
                    <a:pt x="1738" y="3569"/>
                    <a:pt x="1793" y="3560"/>
                  </a:cubicBezTo>
                  <a:cubicBezTo>
                    <a:pt x="2025" y="3524"/>
                    <a:pt x="2239" y="3408"/>
                    <a:pt x="2462" y="3337"/>
                  </a:cubicBezTo>
                  <a:cubicBezTo>
                    <a:pt x="2635" y="3288"/>
                    <a:pt x="2809" y="3268"/>
                    <a:pt x="2985" y="3268"/>
                  </a:cubicBezTo>
                  <a:cubicBezTo>
                    <a:pt x="3537" y="3268"/>
                    <a:pt x="4102" y="3459"/>
                    <a:pt x="4657" y="3507"/>
                  </a:cubicBezTo>
                  <a:cubicBezTo>
                    <a:pt x="4746" y="3514"/>
                    <a:pt x="4836" y="3517"/>
                    <a:pt x="4925" y="3517"/>
                  </a:cubicBezTo>
                  <a:cubicBezTo>
                    <a:pt x="6130" y="3517"/>
                    <a:pt x="7329" y="2921"/>
                    <a:pt x="8502" y="2921"/>
                  </a:cubicBezTo>
                  <a:cubicBezTo>
                    <a:pt x="8786" y="2921"/>
                    <a:pt x="9069" y="2956"/>
                    <a:pt x="9350" y="3043"/>
                  </a:cubicBezTo>
                  <a:cubicBezTo>
                    <a:pt x="9813" y="3185"/>
                    <a:pt x="10393" y="3373"/>
                    <a:pt x="10822" y="3551"/>
                  </a:cubicBezTo>
                  <a:cubicBezTo>
                    <a:pt x="11294" y="3756"/>
                    <a:pt x="11384" y="4086"/>
                    <a:pt x="11223" y="4595"/>
                  </a:cubicBezTo>
                  <a:cubicBezTo>
                    <a:pt x="11143" y="4871"/>
                    <a:pt x="11036" y="5157"/>
                    <a:pt x="11125" y="5434"/>
                  </a:cubicBezTo>
                  <a:cubicBezTo>
                    <a:pt x="11204" y="5665"/>
                    <a:pt x="11444" y="5804"/>
                    <a:pt x="11680" y="5804"/>
                  </a:cubicBezTo>
                  <a:cubicBezTo>
                    <a:pt x="11817" y="5804"/>
                    <a:pt x="11951" y="5758"/>
                    <a:pt x="12053" y="5657"/>
                  </a:cubicBezTo>
                  <a:cubicBezTo>
                    <a:pt x="12293" y="5416"/>
                    <a:pt x="12276" y="5023"/>
                    <a:pt x="12204" y="4684"/>
                  </a:cubicBezTo>
                  <a:cubicBezTo>
                    <a:pt x="12124" y="4309"/>
                    <a:pt x="11928" y="3872"/>
                    <a:pt x="12035" y="3498"/>
                  </a:cubicBezTo>
                  <a:cubicBezTo>
                    <a:pt x="12169" y="3061"/>
                    <a:pt x="12731" y="2686"/>
                    <a:pt x="13114" y="2543"/>
                  </a:cubicBezTo>
                  <a:cubicBezTo>
                    <a:pt x="13328" y="2465"/>
                    <a:pt x="13554" y="2426"/>
                    <a:pt x="13779" y="2426"/>
                  </a:cubicBezTo>
                  <a:cubicBezTo>
                    <a:pt x="14120" y="2426"/>
                    <a:pt x="14461" y="2514"/>
                    <a:pt x="14756" y="2686"/>
                  </a:cubicBezTo>
                  <a:cubicBezTo>
                    <a:pt x="15014" y="2837"/>
                    <a:pt x="15246" y="3061"/>
                    <a:pt x="15344" y="3355"/>
                  </a:cubicBezTo>
                  <a:cubicBezTo>
                    <a:pt x="15478" y="3810"/>
                    <a:pt x="15246" y="4283"/>
                    <a:pt x="15095" y="4738"/>
                  </a:cubicBezTo>
                  <a:cubicBezTo>
                    <a:pt x="14970" y="5086"/>
                    <a:pt x="14889" y="5478"/>
                    <a:pt x="15005" y="5835"/>
                  </a:cubicBezTo>
                  <a:cubicBezTo>
                    <a:pt x="15107" y="6147"/>
                    <a:pt x="15393" y="6405"/>
                    <a:pt x="15701" y="6405"/>
                  </a:cubicBezTo>
                  <a:cubicBezTo>
                    <a:pt x="15746" y="6405"/>
                    <a:pt x="15790" y="6399"/>
                    <a:pt x="15835" y="6388"/>
                  </a:cubicBezTo>
                  <a:cubicBezTo>
                    <a:pt x="16210" y="6290"/>
                    <a:pt x="16397" y="5817"/>
                    <a:pt x="16388" y="5407"/>
                  </a:cubicBezTo>
                  <a:cubicBezTo>
                    <a:pt x="16388" y="4996"/>
                    <a:pt x="16272" y="4586"/>
                    <a:pt x="16317" y="4185"/>
                  </a:cubicBezTo>
                  <a:cubicBezTo>
                    <a:pt x="16379" y="3583"/>
                    <a:pt x="16671" y="3442"/>
                    <a:pt x="17037" y="3442"/>
                  </a:cubicBezTo>
                  <a:cubicBezTo>
                    <a:pt x="17360" y="3442"/>
                    <a:pt x="17739" y="3551"/>
                    <a:pt x="18068" y="3551"/>
                  </a:cubicBezTo>
                  <a:cubicBezTo>
                    <a:pt x="18119" y="3551"/>
                    <a:pt x="18169" y="3548"/>
                    <a:pt x="18217" y="3542"/>
                  </a:cubicBezTo>
                  <a:cubicBezTo>
                    <a:pt x="18654" y="3489"/>
                    <a:pt x="19020" y="3069"/>
                    <a:pt x="19038" y="2614"/>
                  </a:cubicBezTo>
                  <a:cubicBezTo>
                    <a:pt x="19038" y="2445"/>
                    <a:pt x="19011" y="2267"/>
                    <a:pt x="19091" y="2124"/>
                  </a:cubicBezTo>
                  <a:cubicBezTo>
                    <a:pt x="19145" y="2026"/>
                    <a:pt x="19243" y="1963"/>
                    <a:pt x="19323" y="1892"/>
                  </a:cubicBezTo>
                  <a:cubicBezTo>
                    <a:pt x="19662" y="1553"/>
                    <a:pt x="19537" y="902"/>
                    <a:pt x="19154" y="616"/>
                  </a:cubicBezTo>
                  <a:cubicBezTo>
                    <a:pt x="18952" y="462"/>
                    <a:pt x="18703" y="397"/>
                    <a:pt x="18449" y="397"/>
                  </a:cubicBezTo>
                  <a:cubicBezTo>
                    <a:pt x="18231" y="397"/>
                    <a:pt x="18008" y="445"/>
                    <a:pt x="17807" y="527"/>
                  </a:cubicBezTo>
                  <a:cubicBezTo>
                    <a:pt x="17672" y="577"/>
                    <a:pt x="17538" y="644"/>
                    <a:pt x="17403" y="644"/>
                  </a:cubicBezTo>
                  <a:cubicBezTo>
                    <a:pt x="17395" y="644"/>
                    <a:pt x="17387" y="643"/>
                    <a:pt x="17378" y="643"/>
                  </a:cubicBezTo>
                  <a:cubicBezTo>
                    <a:pt x="17164" y="634"/>
                    <a:pt x="16995" y="465"/>
                    <a:pt x="16825" y="340"/>
                  </a:cubicBezTo>
                  <a:cubicBezTo>
                    <a:pt x="16488" y="93"/>
                    <a:pt x="16144" y="0"/>
                    <a:pt x="157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34"/>
            <p:cNvSpPr/>
            <p:nvPr/>
          </p:nvSpPr>
          <p:spPr>
            <a:xfrm flipH="1" rot="10800000">
              <a:off x="5889220" y="4450248"/>
              <a:ext cx="3598453" cy="1378898"/>
            </a:xfrm>
            <a:custGeom>
              <a:rect b="b" l="l" r="r" t="t"/>
              <a:pathLst>
                <a:path extrusionOk="0" h="7309" w="19074">
                  <a:moveTo>
                    <a:pt x="14216" y="14"/>
                  </a:moveTo>
                  <a:cubicBezTo>
                    <a:pt x="13596" y="14"/>
                    <a:pt x="12976" y="28"/>
                    <a:pt x="12356" y="46"/>
                  </a:cubicBezTo>
                  <a:cubicBezTo>
                    <a:pt x="10259" y="90"/>
                    <a:pt x="8163" y="161"/>
                    <a:pt x="6066" y="269"/>
                  </a:cubicBezTo>
                  <a:cubicBezTo>
                    <a:pt x="5023" y="322"/>
                    <a:pt x="3970" y="376"/>
                    <a:pt x="2926" y="447"/>
                  </a:cubicBezTo>
                  <a:cubicBezTo>
                    <a:pt x="1624" y="527"/>
                    <a:pt x="0" y="545"/>
                    <a:pt x="295" y="2329"/>
                  </a:cubicBezTo>
                  <a:cubicBezTo>
                    <a:pt x="348" y="2659"/>
                    <a:pt x="571" y="2981"/>
                    <a:pt x="901" y="3052"/>
                  </a:cubicBezTo>
                  <a:cubicBezTo>
                    <a:pt x="973" y="3070"/>
                    <a:pt x="1044" y="3070"/>
                    <a:pt x="1106" y="3114"/>
                  </a:cubicBezTo>
                  <a:cubicBezTo>
                    <a:pt x="1222" y="3195"/>
                    <a:pt x="1213" y="3364"/>
                    <a:pt x="1204" y="3507"/>
                  </a:cubicBezTo>
                  <a:cubicBezTo>
                    <a:pt x="1142" y="4096"/>
                    <a:pt x="1204" y="4738"/>
                    <a:pt x="1570" y="5202"/>
                  </a:cubicBezTo>
                  <a:cubicBezTo>
                    <a:pt x="1804" y="5504"/>
                    <a:pt x="2193" y="5693"/>
                    <a:pt x="2565" y="5693"/>
                  </a:cubicBezTo>
                  <a:cubicBezTo>
                    <a:pt x="2776" y="5693"/>
                    <a:pt x="2981" y="5632"/>
                    <a:pt x="3149" y="5496"/>
                  </a:cubicBezTo>
                  <a:cubicBezTo>
                    <a:pt x="3363" y="5318"/>
                    <a:pt x="3479" y="5059"/>
                    <a:pt x="3640" y="4836"/>
                  </a:cubicBezTo>
                  <a:cubicBezTo>
                    <a:pt x="3797" y="4618"/>
                    <a:pt x="4023" y="4408"/>
                    <a:pt x="4292" y="4408"/>
                  </a:cubicBezTo>
                  <a:cubicBezTo>
                    <a:pt x="4298" y="4408"/>
                    <a:pt x="4303" y="4408"/>
                    <a:pt x="4309" y="4408"/>
                  </a:cubicBezTo>
                  <a:cubicBezTo>
                    <a:pt x="4621" y="4426"/>
                    <a:pt x="4853" y="4720"/>
                    <a:pt x="4933" y="5023"/>
                  </a:cubicBezTo>
                  <a:cubicBezTo>
                    <a:pt x="5014" y="5327"/>
                    <a:pt x="4996" y="5648"/>
                    <a:pt x="5058" y="5951"/>
                  </a:cubicBezTo>
                  <a:cubicBezTo>
                    <a:pt x="5201" y="6611"/>
                    <a:pt x="5763" y="7156"/>
                    <a:pt x="6423" y="7280"/>
                  </a:cubicBezTo>
                  <a:cubicBezTo>
                    <a:pt x="6522" y="7299"/>
                    <a:pt x="6623" y="7308"/>
                    <a:pt x="6723" y="7308"/>
                  </a:cubicBezTo>
                  <a:cubicBezTo>
                    <a:pt x="7290" y="7308"/>
                    <a:pt x="7853" y="7018"/>
                    <a:pt x="8172" y="6540"/>
                  </a:cubicBezTo>
                  <a:cubicBezTo>
                    <a:pt x="8261" y="6397"/>
                    <a:pt x="8341" y="6237"/>
                    <a:pt x="8475" y="6139"/>
                  </a:cubicBezTo>
                  <a:cubicBezTo>
                    <a:pt x="8546" y="6082"/>
                    <a:pt x="8641" y="6048"/>
                    <a:pt x="8731" y="6048"/>
                  </a:cubicBezTo>
                  <a:cubicBezTo>
                    <a:pt x="8812" y="6048"/>
                    <a:pt x="8888" y="6075"/>
                    <a:pt x="8939" y="6139"/>
                  </a:cubicBezTo>
                  <a:cubicBezTo>
                    <a:pt x="8993" y="6219"/>
                    <a:pt x="9001" y="6317"/>
                    <a:pt x="9037" y="6406"/>
                  </a:cubicBezTo>
                  <a:cubicBezTo>
                    <a:pt x="9114" y="6603"/>
                    <a:pt x="9322" y="6703"/>
                    <a:pt x="9535" y="6703"/>
                  </a:cubicBezTo>
                  <a:cubicBezTo>
                    <a:pt x="9669" y="6703"/>
                    <a:pt x="9805" y="6664"/>
                    <a:pt x="9911" y="6585"/>
                  </a:cubicBezTo>
                  <a:cubicBezTo>
                    <a:pt x="10188" y="6379"/>
                    <a:pt x="10286" y="6014"/>
                    <a:pt x="10295" y="5666"/>
                  </a:cubicBezTo>
                  <a:cubicBezTo>
                    <a:pt x="10295" y="5327"/>
                    <a:pt x="10224" y="4988"/>
                    <a:pt x="10215" y="4640"/>
                  </a:cubicBezTo>
                  <a:cubicBezTo>
                    <a:pt x="10215" y="4256"/>
                    <a:pt x="10366" y="3855"/>
                    <a:pt x="10670" y="3614"/>
                  </a:cubicBezTo>
                  <a:cubicBezTo>
                    <a:pt x="10799" y="3515"/>
                    <a:pt x="10944" y="3462"/>
                    <a:pt x="11075" y="3462"/>
                  </a:cubicBezTo>
                  <a:cubicBezTo>
                    <a:pt x="11287" y="3462"/>
                    <a:pt x="11466" y="3600"/>
                    <a:pt x="11499" y="3908"/>
                  </a:cubicBezTo>
                  <a:cubicBezTo>
                    <a:pt x="11526" y="4140"/>
                    <a:pt x="11455" y="4390"/>
                    <a:pt x="11508" y="4631"/>
                  </a:cubicBezTo>
                  <a:cubicBezTo>
                    <a:pt x="11562" y="4899"/>
                    <a:pt x="11776" y="5139"/>
                    <a:pt x="12044" y="5211"/>
                  </a:cubicBezTo>
                  <a:cubicBezTo>
                    <a:pt x="12109" y="5231"/>
                    <a:pt x="12178" y="5240"/>
                    <a:pt x="12247" y="5240"/>
                  </a:cubicBezTo>
                  <a:cubicBezTo>
                    <a:pt x="12457" y="5240"/>
                    <a:pt x="12670" y="5151"/>
                    <a:pt x="12811" y="4997"/>
                  </a:cubicBezTo>
                  <a:lnTo>
                    <a:pt x="12811" y="4997"/>
                  </a:lnTo>
                  <a:cubicBezTo>
                    <a:pt x="12748" y="5443"/>
                    <a:pt x="13034" y="5907"/>
                    <a:pt x="13453" y="6058"/>
                  </a:cubicBezTo>
                  <a:cubicBezTo>
                    <a:pt x="13552" y="6091"/>
                    <a:pt x="13656" y="6107"/>
                    <a:pt x="13760" y="6107"/>
                  </a:cubicBezTo>
                  <a:cubicBezTo>
                    <a:pt x="14102" y="6107"/>
                    <a:pt x="14444" y="5934"/>
                    <a:pt x="14622" y="5639"/>
                  </a:cubicBezTo>
                  <a:cubicBezTo>
                    <a:pt x="14943" y="5104"/>
                    <a:pt x="14729" y="4328"/>
                    <a:pt x="15148" y="3864"/>
                  </a:cubicBezTo>
                  <a:cubicBezTo>
                    <a:pt x="15225" y="3779"/>
                    <a:pt x="15336" y="3707"/>
                    <a:pt x="15452" y="3707"/>
                  </a:cubicBezTo>
                  <a:cubicBezTo>
                    <a:pt x="15469" y="3707"/>
                    <a:pt x="15487" y="3708"/>
                    <a:pt x="15505" y="3712"/>
                  </a:cubicBezTo>
                  <a:cubicBezTo>
                    <a:pt x="15737" y="3757"/>
                    <a:pt x="15790" y="4060"/>
                    <a:pt x="15781" y="4301"/>
                  </a:cubicBezTo>
                  <a:cubicBezTo>
                    <a:pt x="15746" y="4818"/>
                    <a:pt x="15639" y="5327"/>
                    <a:pt x="15683" y="5844"/>
                  </a:cubicBezTo>
                  <a:cubicBezTo>
                    <a:pt x="15728" y="6353"/>
                    <a:pt x="15978" y="6897"/>
                    <a:pt x="16451" y="7093"/>
                  </a:cubicBezTo>
                  <a:cubicBezTo>
                    <a:pt x="16566" y="7142"/>
                    <a:pt x="16687" y="7164"/>
                    <a:pt x="16808" y="7164"/>
                  </a:cubicBezTo>
                  <a:cubicBezTo>
                    <a:pt x="17329" y="7164"/>
                    <a:pt x="17850" y="6746"/>
                    <a:pt x="17958" y="6210"/>
                  </a:cubicBezTo>
                  <a:cubicBezTo>
                    <a:pt x="18038" y="5773"/>
                    <a:pt x="17896" y="5327"/>
                    <a:pt x="17807" y="4890"/>
                  </a:cubicBezTo>
                  <a:cubicBezTo>
                    <a:pt x="17717" y="4452"/>
                    <a:pt x="17691" y="3953"/>
                    <a:pt x="17967" y="3605"/>
                  </a:cubicBezTo>
                  <a:cubicBezTo>
                    <a:pt x="18190" y="3748"/>
                    <a:pt x="18146" y="4185"/>
                    <a:pt x="18413" y="4221"/>
                  </a:cubicBezTo>
                  <a:cubicBezTo>
                    <a:pt x="18421" y="4221"/>
                    <a:pt x="18428" y="4222"/>
                    <a:pt x="18436" y="4222"/>
                  </a:cubicBezTo>
                  <a:cubicBezTo>
                    <a:pt x="18501" y="4222"/>
                    <a:pt x="18571" y="4189"/>
                    <a:pt x="18627" y="4149"/>
                  </a:cubicBezTo>
                  <a:cubicBezTo>
                    <a:pt x="18877" y="3962"/>
                    <a:pt x="18939" y="3614"/>
                    <a:pt x="18913" y="3302"/>
                  </a:cubicBezTo>
                  <a:cubicBezTo>
                    <a:pt x="18886" y="2998"/>
                    <a:pt x="18797" y="2695"/>
                    <a:pt x="18806" y="2383"/>
                  </a:cubicBezTo>
                  <a:cubicBezTo>
                    <a:pt x="18806" y="2088"/>
                    <a:pt x="18904" y="1803"/>
                    <a:pt x="18931" y="1517"/>
                  </a:cubicBezTo>
                  <a:cubicBezTo>
                    <a:pt x="19073" y="1"/>
                    <a:pt x="17066" y="126"/>
                    <a:pt x="16076" y="63"/>
                  </a:cubicBezTo>
                  <a:cubicBezTo>
                    <a:pt x="15456" y="28"/>
                    <a:pt x="14836" y="14"/>
                    <a:pt x="14216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34"/>
            <p:cNvSpPr/>
            <p:nvPr/>
          </p:nvSpPr>
          <p:spPr>
            <a:xfrm flipH="1" rot="10800000">
              <a:off x="-479330" y="4450248"/>
              <a:ext cx="3598453" cy="1378898"/>
            </a:xfrm>
            <a:custGeom>
              <a:rect b="b" l="l" r="r" t="t"/>
              <a:pathLst>
                <a:path extrusionOk="0" h="7309" w="19074">
                  <a:moveTo>
                    <a:pt x="14216" y="14"/>
                  </a:moveTo>
                  <a:cubicBezTo>
                    <a:pt x="13596" y="14"/>
                    <a:pt x="12976" y="28"/>
                    <a:pt x="12356" y="46"/>
                  </a:cubicBezTo>
                  <a:cubicBezTo>
                    <a:pt x="10259" y="90"/>
                    <a:pt x="8163" y="161"/>
                    <a:pt x="6066" y="269"/>
                  </a:cubicBezTo>
                  <a:cubicBezTo>
                    <a:pt x="5023" y="322"/>
                    <a:pt x="3970" y="376"/>
                    <a:pt x="2926" y="447"/>
                  </a:cubicBezTo>
                  <a:cubicBezTo>
                    <a:pt x="1624" y="527"/>
                    <a:pt x="0" y="545"/>
                    <a:pt x="295" y="2329"/>
                  </a:cubicBezTo>
                  <a:cubicBezTo>
                    <a:pt x="348" y="2659"/>
                    <a:pt x="571" y="2981"/>
                    <a:pt x="901" y="3052"/>
                  </a:cubicBezTo>
                  <a:cubicBezTo>
                    <a:pt x="973" y="3070"/>
                    <a:pt x="1044" y="3070"/>
                    <a:pt x="1106" y="3114"/>
                  </a:cubicBezTo>
                  <a:cubicBezTo>
                    <a:pt x="1222" y="3195"/>
                    <a:pt x="1213" y="3364"/>
                    <a:pt x="1204" y="3507"/>
                  </a:cubicBezTo>
                  <a:cubicBezTo>
                    <a:pt x="1142" y="4096"/>
                    <a:pt x="1204" y="4738"/>
                    <a:pt x="1570" y="5202"/>
                  </a:cubicBezTo>
                  <a:cubicBezTo>
                    <a:pt x="1804" y="5504"/>
                    <a:pt x="2193" y="5693"/>
                    <a:pt x="2565" y="5693"/>
                  </a:cubicBezTo>
                  <a:cubicBezTo>
                    <a:pt x="2776" y="5693"/>
                    <a:pt x="2981" y="5632"/>
                    <a:pt x="3149" y="5496"/>
                  </a:cubicBezTo>
                  <a:cubicBezTo>
                    <a:pt x="3363" y="5318"/>
                    <a:pt x="3479" y="5059"/>
                    <a:pt x="3640" y="4836"/>
                  </a:cubicBezTo>
                  <a:cubicBezTo>
                    <a:pt x="3797" y="4618"/>
                    <a:pt x="4023" y="4408"/>
                    <a:pt x="4292" y="4408"/>
                  </a:cubicBezTo>
                  <a:cubicBezTo>
                    <a:pt x="4298" y="4408"/>
                    <a:pt x="4303" y="4408"/>
                    <a:pt x="4309" y="4408"/>
                  </a:cubicBezTo>
                  <a:cubicBezTo>
                    <a:pt x="4621" y="4426"/>
                    <a:pt x="4853" y="4720"/>
                    <a:pt x="4933" y="5023"/>
                  </a:cubicBezTo>
                  <a:cubicBezTo>
                    <a:pt x="5014" y="5327"/>
                    <a:pt x="4996" y="5648"/>
                    <a:pt x="5058" y="5951"/>
                  </a:cubicBezTo>
                  <a:cubicBezTo>
                    <a:pt x="5201" y="6611"/>
                    <a:pt x="5763" y="7156"/>
                    <a:pt x="6423" y="7280"/>
                  </a:cubicBezTo>
                  <a:cubicBezTo>
                    <a:pt x="6522" y="7299"/>
                    <a:pt x="6623" y="7308"/>
                    <a:pt x="6723" y="7308"/>
                  </a:cubicBezTo>
                  <a:cubicBezTo>
                    <a:pt x="7290" y="7308"/>
                    <a:pt x="7853" y="7018"/>
                    <a:pt x="8172" y="6540"/>
                  </a:cubicBezTo>
                  <a:cubicBezTo>
                    <a:pt x="8261" y="6397"/>
                    <a:pt x="8341" y="6237"/>
                    <a:pt x="8475" y="6139"/>
                  </a:cubicBezTo>
                  <a:cubicBezTo>
                    <a:pt x="8546" y="6082"/>
                    <a:pt x="8641" y="6048"/>
                    <a:pt x="8731" y="6048"/>
                  </a:cubicBezTo>
                  <a:cubicBezTo>
                    <a:pt x="8812" y="6048"/>
                    <a:pt x="8888" y="6075"/>
                    <a:pt x="8939" y="6139"/>
                  </a:cubicBezTo>
                  <a:cubicBezTo>
                    <a:pt x="8993" y="6219"/>
                    <a:pt x="9001" y="6317"/>
                    <a:pt x="9037" y="6406"/>
                  </a:cubicBezTo>
                  <a:cubicBezTo>
                    <a:pt x="9114" y="6603"/>
                    <a:pt x="9322" y="6703"/>
                    <a:pt x="9535" y="6703"/>
                  </a:cubicBezTo>
                  <a:cubicBezTo>
                    <a:pt x="9669" y="6703"/>
                    <a:pt x="9805" y="6664"/>
                    <a:pt x="9911" y="6585"/>
                  </a:cubicBezTo>
                  <a:cubicBezTo>
                    <a:pt x="10188" y="6379"/>
                    <a:pt x="10286" y="6014"/>
                    <a:pt x="10295" y="5666"/>
                  </a:cubicBezTo>
                  <a:cubicBezTo>
                    <a:pt x="10295" y="5327"/>
                    <a:pt x="10224" y="4988"/>
                    <a:pt x="10215" y="4640"/>
                  </a:cubicBezTo>
                  <a:cubicBezTo>
                    <a:pt x="10215" y="4256"/>
                    <a:pt x="10366" y="3855"/>
                    <a:pt x="10670" y="3614"/>
                  </a:cubicBezTo>
                  <a:cubicBezTo>
                    <a:pt x="10799" y="3515"/>
                    <a:pt x="10944" y="3462"/>
                    <a:pt x="11075" y="3462"/>
                  </a:cubicBezTo>
                  <a:cubicBezTo>
                    <a:pt x="11287" y="3462"/>
                    <a:pt x="11466" y="3600"/>
                    <a:pt x="11499" y="3908"/>
                  </a:cubicBezTo>
                  <a:cubicBezTo>
                    <a:pt x="11526" y="4140"/>
                    <a:pt x="11455" y="4390"/>
                    <a:pt x="11508" y="4631"/>
                  </a:cubicBezTo>
                  <a:cubicBezTo>
                    <a:pt x="11562" y="4899"/>
                    <a:pt x="11776" y="5139"/>
                    <a:pt x="12044" y="5211"/>
                  </a:cubicBezTo>
                  <a:cubicBezTo>
                    <a:pt x="12109" y="5231"/>
                    <a:pt x="12178" y="5240"/>
                    <a:pt x="12247" y="5240"/>
                  </a:cubicBezTo>
                  <a:cubicBezTo>
                    <a:pt x="12457" y="5240"/>
                    <a:pt x="12670" y="5151"/>
                    <a:pt x="12811" y="4997"/>
                  </a:cubicBezTo>
                  <a:lnTo>
                    <a:pt x="12811" y="4997"/>
                  </a:lnTo>
                  <a:cubicBezTo>
                    <a:pt x="12748" y="5443"/>
                    <a:pt x="13034" y="5907"/>
                    <a:pt x="13453" y="6058"/>
                  </a:cubicBezTo>
                  <a:cubicBezTo>
                    <a:pt x="13552" y="6091"/>
                    <a:pt x="13656" y="6107"/>
                    <a:pt x="13760" y="6107"/>
                  </a:cubicBezTo>
                  <a:cubicBezTo>
                    <a:pt x="14102" y="6107"/>
                    <a:pt x="14444" y="5934"/>
                    <a:pt x="14622" y="5639"/>
                  </a:cubicBezTo>
                  <a:cubicBezTo>
                    <a:pt x="14943" y="5104"/>
                    <a:pt x="14729" y="4328"/>
                    <a:pt x="15148" y="3864"/>
                  </a:cubicBezTo>
                  <a:cubicBezTo>
                    <a:pt x="15225" y="3779"/>
                    <a:pt x="15336" y="3707"/>
                    <a:pt x="15452" y="3707"/>
                  </a:cubicBezTo>
                  <a:cubicBezTo>
                    <a:pt x="15469" y="3707"/>
                    <a:pt x="15487" y="3708"/>
                    <a:pt x="15505" y="3712"/>
                  </a:cubicBezTo>
                  <a:cubicBezTo>
                    <a:pt x="15737" y="3757"/>
                    <a:pt x="15790" y="4060"/>
                    <a:pt x="15781" y="4301"/>
                  </a:cubicBezTo>
                  <a:cubicBezTo>
                    <a:pt x="15746" y="4818"/>
                    <a:pt x="15639" y="5327"/>
                    <a:pt x="15683" y="5844"/>
                  </a:cubicBezTo>
                  <a:cubicBezTo>
                    <a:pt x="15728" y="6353"/>
                    <a:pt x="15978" y="6897"/>
                    <a:pt x="16451" y="7093"/>
                  </a:cubicBezTo>
                  <a:cubicBezTo>
                    <a:pt x="16566" y="7142"/>
                    <a:pt x="16687" y="7164"/>
                    <a:pt x="16808" y="7164"/>
                  </a:cubicBezTo>
                  <a:cubicBezTo>
                    <a:pt x="17329" y="7164"/>
                    <a:pt x="17850" y="6746"/>
                    <a:pt x="17958" y="6210"/>
                  </a:cubicBezTo>
                  <a:cubicBezTo>
                    <a:pt x="18038" y="5773"/>
                    <a:pt x="17896" y="5327"/>
                    <a:pt x="17807" y="4890"/>
                  </a:cubicBezTo>
                  <a:cubicBezTo>
                    <a:pt x="17717" y="4452"/>
                    <a:pt x="17691" y="3953"/>
                    <a:pt x="17967" y="3605"/>
                  </a:cubicBezTo>
                  <a:cubicBezTo>
                    <a:pt x="18190" y="3748"/>
                    <a:pt x="18146" y="4185"/>
                    <a:pt x="18413" y="4221"/>
                  </a:cubicBezTo>
                  <a:cubicBezTo>
                    <a:pt x="18421" y="4221"/>
                    <a:pt x="18428" y="4222"/>
                    <a:pt x="18436" y="4222"/>
                  </a:cubicBezTo>
                  <a:cubicBezTo>
                    <a:pt x="18501" y="4222"/>
                    <a:pt x="18571" y="4189"/>
                    <a:pt x="18627" y="4149"/>
                  </a:cubicBezTo>
                  <a:cubicBezTo>
                    <a:pt x="18877" y="3962"/>
                    <a:pt x="18939" y="3614"/>
                    <a:pt x="18913" y="3302"/>
                  </a:cubicBezTo>
                  <a:cubicBezTo>
                    <a:pt x="18886" y="2998"/>
                    <a:pt x="18797" y="2695"/>
                    <a:pt x="18806" y="2383"/>
                  </a:cubicBezTo>
                  <a:cubicBezTo>
                    <a:pt x="18806" y="2088"/>
                    <a:pt x="18904" y="1803"/>
                    <a:pt x="18931" y="1517"/>
                  </a:cubicBezTo>
                  <a:cubicBezTo>
                    <a:pt x="19073" y="1"/>
                    <a:pt x="17066" y="126"/>
                    <a:pt x="16076" y="63"/>
                  </a:cubicBezTo>
                  <a:cubicBezTo>
                    <a:pt x="15456" y="28"/>
                    <a:pt x="14836" y="14"/>
                    <a:pt x="14216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34"/>
            <p:cNvSpPr/>
            <p:nvPr/>
          </p:nvSpPr>
          <p:spPr>
            <a:xfrm flipH="1" rot="10478091">
              <a:off x="-461826" y="4948336"/>
              <a:ext cx="3976904" cy="611563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34"/>
            <p:cNvSpPr/>
            <p:nvPr/>
          </p:nvSpPr>
          <p:spPr>
            <a:xfrm flipH="1" rot="-10479876">
              <a:off x="5943130" y="4983840"/>
              <a:ext cx="3362701" cy="611558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85" name="Google Shape;1185;p34"/>
            <p:cNvGrpSpPr/>
            <p:nvPr/>
          </p:nvGrpSpPr>
          <p:grpSpPr>
            <a:xfrm flipH="1">
              <a:off x="621333" y="4661434"/>
              <a:ext cx="562357" cy="435715"/>
              <a:chOff x="7391961" y="34126"/>
              <a:chExt cx="545765" cy="435716"/>
            </a:xfrm>
          </p:grpSpPr>
          <p:sp>
            <p:nvSpPr>
              <p:cNvPr id="1186" name="Google Shape;1186;p34"/>
              <p:cNvSpPr/>
              <p:nvPr/>
            </p:nvSpPr>
            <p:spPr>
              <a:xfrm flipH="1">
                <a:off x="7787649" y="162913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" name="Google Shape;1187;p34"/>
              <p:cNvSpPr/>
              <p:nvPr/>
            </p:nvSpPr>
            <p:spPr>
              <a:xfrm flipH="1">
                <a:off x="7615686" y="233783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" name="Google Shape;1188;p34"/>
              <p:cNvSpPr/>
              <p:nvPr/>
            </p:nvSpPr>
            <p:spPr>
              <a:xfrm flipH="1">
                <a:off x="7729547" y="390764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" name="Google Shape;1189;p34"/>
              <p:cNvSpPr/>
              <p:nvPr/>
            </p:nvSpPr>
            <p:spPr>
              <a:xfrm flipH="1">
                <a:off x="7391961" y="34126"/>
                <a:ext cx="84939" cy="66440"/>
              </a:xfrm>
              <a:custGeom>
                <a:rect b="b" l="l" r="r" t="t"/>
                <a:pathLst>
                  <a:path extrusionOk="0" h="510" w="652">
                    <a:moveTo>
                      <a:pt x="331" y="1"/>
                    </a:moveTo>
                    <a:cubicBezTo>
                      <a:pt x="0" y="1"/>
                      <a:pt x="0" y="509"/>
                      <a:pt x="331" y="509"/>
                    </a:cubicBezTo>
                    <a:cubicBezTo>
                      <a:pt x="652" y="509"/>
                      <a:pt x="652" y="1"/>
                      <a:pt x="3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0" name="Google Shape;1190;p34"/>
            <p:cNvGrpSpPr/>
            <p:nvPr/>
          </p:nvGrpSpPr>
          <p:grpSpPr>
            <a:xfrm flipH="1">
              <a:off x="4135058" y="4939558"/>
              <a:ext cx="540513" cy="247904"/>
              <a:chOff x="3879826" y="107300"/>
              <a:chExt cx="524567" cy="247904"/>
            </a:xfrm>
          </p:grpSpPr>
          <p:sp>
            <p:nvSpPr>
              <p:cNvPr id="1191" name="Google Shape;1191;p34"/>
              <p:cNvSpPr/>
              <p:nvPr/>
            </p:nvSpPr>
            <p:spPr>
              <a:xfrm flipH="1">
                <a:off x="4188136" y="119145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34"/>
              <p:cNvSpPr/>
              <p:nvPr/>
            </p:nvSpPr>
            <p:spPr>
              <a:xfrm flipH="1">
                <a:off x="4301997" y="276127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34"/>
              <p:cNvSpPr/>
              <p:nvPr/>
            </p:nvSpPr>
            <p:spPr>
              <a:xfrm flipH="1">
                <a:off x="3879826" y="107300"/>
                <a:ext cx="62923" cy="48853"/>
              </a:xfrm>
              <a:custGeom>
                <a:rect b="b" l="l" r="r" t="t"/>
                <a:pathLst>
                  <a:path extrusionOk="0" h="375" w="483">
                    <a:moveTo>
                      <a:pt x="241" y="0"/>
                    </a:moveTo>
                    <a:cubicBezTo>
                      <a:pt x="1" y="0"/>
                      <a:pt x="1" y="375"/>
                      <a:pt x="241" y="375"/>
                    </a:cubicBezTo>
                    <a:cubicBezTo>
                      <a:pt x="482" y="375"/>
                      <a:pt x="482" y="0"/>
                      <a:pt x="2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4" name="Google Shape;1194;p34"/>
            <p:cNvGrpSpPr/>
            <p:nvPr/>
          </p:nvGrpSpPr>
          <p:grpSpPr>
            <a:xfrm flipH="1">
              <a:off x="7109108" y="4795059"/>
              <a:ext cx="562357" cy="435715"/>
              <a:chOff x="7391961" y="34126"/>
              <a:chExt cx="545765" cy="435716"/>
            </a:xfrm>
          </p:grpSpPr>
          <p:sp>
            <p:nvSpPr>
              <p:cNvPr id="1195" name="Google Shape;1195;p34"/>
              <p:cNvSpPr/>
              <p:nvPr/>
            </p:nvSpPr>
            <p:spPr>
              <a:xfrm flipH="1">
                <a:off x="7787649" y="162913"/>
                <a:ext cx="150077" cy="116336"/>
              </a:xfrm>
              <a:custGeom>
                <a:rect b="b" l="l" r="r" t="t"/>
                <a:pathLst>
                  <a:path extrusionOk="0" h="893" w="1152">
                    <a:moveTo>
                      <a:pt x="571" y="1"/>
                    </a:moveTo>
                    <a:cubicBezTo>
                      <a:pt x="0" y="1"/>
                      <a:pt x="0" y="893"/>
                      <a:pt x="571" y="893"/>
                    </a:cubicBezTo>
                    <a:cubicBezTo>
                      <a:pt x="1151" y="893"/>
                      <a:pt x="1151" y="1"/>
                      <a:pt x="5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34"/>
              <p:cNvSpPr/>
              <p:nvPr/>
            </p:nvSpPr>
            <p:spPr>
              <a:xfrm flipH="1">
                <a:off x="7615686" y="233783"/>
                <a:ext cx="104741" cy="81552"/>
              </a:xfrm>
              <a:custGeom>
                <a:rect b="b" l="l" r="r" t="t"/>
                <a:pathLst>
                  <a:path extrusionOk="0" h="626" w="804">
                    <a:moveTo>
                      <a:pt x="402" y="1"/>
                    </a:moveTo>
                    <a:cubicBezTo>
                      <a:pt x="1" y="1"/>
                      <a:pt x="1" y="625"/>
                      <a:pt x="402" y="625"/>
                    </a:cubicBezTo>
                    <a:cubicBezTo>
                      <a:pt x="803" y="625"/>
                      <a:pt x="803" y="1"/>
                      <a:pt x="4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34"/>
              <p:cNvSpPr/>
              <p:nvPr/>
            </p:nvSpPr>
            <p:spPr>
              <a:xfrm flipH="1">
                <a:off x="7729547" y="390764"/>
                <a:ext cx="102396" cy="79077"/>
              </a:xfrm>
              <a:custGeom>
                <a:rect b="b" l="l" r="r" t="t"/>
                <a:pathLst>
                  <a:path extrusionOk="0" h="607" w="786">
                    <a:moveTo>
                      <a:pt x="393" y="0"/>
                    </a:moveTo>
                    <a:cubicBezTo>
                      <a:pt x="0" y="0"/>
                      <a:pt x="0" y="607"/>
                      <a:pt x="393" y="607"/>
                    </a:cubicBezTo>
                    <a:cubicBezTo>
                      <a:pt x="785" y="607"/>
                      <a:pt x="78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" name="Google Shape;1198;p34"/>
              <p:cNvSpPr/>
              <p:nvPr/>
            </p:nvSpPr>
            <p:spPr>
              <a:xfrm flipH="1">
                <a:off x="7391961" y="34126"/>
                <a:ext cx="84939" cy="66440"/>
              </a:xfrm>
              <a:custGeom>
                <a:rect b="b" l="l" r="r" t="t"/>
                <a:pathLst>
                  <a:path extrusionOk="0" h="510" w="652">
                    <a:moveTo>
                      <a:pt x="331" y="1"/>
                    </a:moveTo>
                    <a:cubicBezTo>
                      <a:pt x="0" y="1"/>
                      <a:pt x="0" y="509"/>
                      <a:pt x="331" y="509"/>
                    </a:cubicBezTo>
                    <a:cubicBezTo>
                      <a:pt x="652" y="509"/>
                      <a:pt x="652" y="1"/>
                      <a:pt x="3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99" name="Google Shape;1199;p34"/>
          <p:cNvGrpSpPr/>
          <p:nvPr/>
        </p:nvGrpSpPr>
        <p:grpSpPr>
          <a:xfrm>
            <a:off x="-1180809" y="-869598"/>
            <a:ext cx="6203733" cy="3107450"/>
            <a:chOff x="-1104609" y="-793398"/>
            <a:chExt cx="6203733" cy="3107450"/>
          </a:xfrm>
        </p:grpSpPr>
        <p:grpSp>
          <p:nvGrpSpPr>
            <p:cNvPr id="1200" name="Google Shape;1200;p34"/>
            <p:cNvGrpSpPr/>
            <p:nvPr/>
          </p:nvGrpSpPr>
          <p:grpSpPr>
            <a:xfrm>
              <a:off x="-1104609" y="-793398"/>
              <a:ext cx="6203733" cy="3107450"/>
              <a:chOff x="-1104609" y="-793398"/>
              <a:chExt cx="6203733" cy="3107450"/>
            </a:xfrm>
          </p:grpSpPr>
          <p:grpSp>
            <p:nvGrpSpPr>
              <p:cNvPr id="1201" name="Google Shape;1201;p34"/>
              <p:cNvGrpSpPr/>
              <p:nvPr/>
            </p:nvGrpSpPr>
            <p:grpSpPr>
              <a:xfrm>
                <a:off x="1849311" y="-686275"/>
                <a:ext cx="3249813" cy="1635316"/>
                <a:chOff x="2086319" y="-686283"/>
                <a:chExt cx="3153934" cy="1635316"/>
              </a:xfrm>
            </p:grpSpPr>
            <p:sp>
              <p:nvSpPr>
                <p:cNvPr id="1202" name="Google Shape;1202;p34"/>
                <p:cNvSpPr/>
                <p:nvPr/>
              </p:nvSpPr>
              <p:spPr>
                <a:xfrm flipH="1">
                  <a:off x="2086319" y="-686283"/>
                  <a:ext cx="3153934" cy="1635316"/>
                </a:xfrm>
                <a:custGeom>
                  <a:rect b="b" l="l" r="r" t="t"/>
                  <a:pathLst>
                    <a:path extrusionOk="0" h="11958" w="21055">
                      <a:moveTo>
                        <a:pt x="16827" y="1"/>
                      </a:moveTo>
                      <a:cubicBezTo>
                        <a:pt x="16033" y="1"/>
                        <a:pt x="15235" y="124"/>
                        <a:pt x="14444" y="243"/>
                      </a:cubicBezTo>
                      <a:cubicBezTo>
                        <a:pt x="14444" y="252"/>
                        <a:pt x="14435" y="252"/>
                        <a:pt x="14426" y="252"/>
                      </a:cubicBezTo>
                      <a:lnTo>
                        <a:pt x="446" y="3392"/>
                      </a:lnTo>
                      <a:cubicBezTo>
                        <a:pt x="304" y="3419"/>
                        <a:pt x="197" y="3535"/>
                        <a:pt x="161" y="3677"/>
                      </a:cubicBezTo>
                      <a:cubicBezTo>
                        <a:pt x="0" y="4355"/>
                        <a:pt x="18" y="5087"/>
                        <a:pt x="206" y="5765"/>
                      </a:cubicBezTo>
                      <a:cubicBezTo>
                        <a:pt x="249" y="5934"/>
                        <a:pt x="403" y="6030"/>
                        <a:pt x="560" y="6030"/>
                      </a:cubicBezTo>
                      <a:cubicBezTo>
                        <a:pt x="661" y="6030"/>
                        <a:pt x="763" y="5991"/>
                        <a:pt x="839" y="5908"/>
                      </a:cubicBezTo>
                      <a:cubicBezTo>
                        <a:pt x="839" y="5908"/>
                        <a:pt x="839" y="5908"/>
                        <a:pt x="839" y="5899"/>
                      </a:cubicBezTo>
                      <a:cubicBezTo>
                        <a:pt x="917" y="5821"/>
                        <a:pt x="1014" y="5785"/>
                        <a:pt x="1110" y="5785"/>
                      </a:cubicBezTo>
                      <a:cubicBezTo>
                        <a:pt x="1288" y="5785"/>
                        <a:pt x="1461" y="5909"/>
                        <a:pt x="1490" y="6113"/>
                      </a:cubicBezTo>
                      <a:cubicBezTo>
                        <a:pt x="1535" y="6425"/>
                        <a:pt x="1481" y="6782"/>
                        <a:pt x="1472" y="7112"/>
                      </a:cubicBezTo>
                      <a:cubicBezTo>
                        <a:pt x="1448" y="7622"/>
                        <a:pt x="1734" y="8277"/>
                        <a:pt x="2213" y="8277"/>
                      </a:cubicBezTo>
                      <a:cubicBezTo>
                        <a:pt x="2253" y="8277"/>
                        <a:pt x="2295" y="8272"/>
                        <a:pt x="2338" y="8263"/>
                      </a:cubicBezTo>
                      <a:cubicBezTo>
                        <a:pt x="2721" y="8173"/>
                        <a:pt x="2882" y="7718"/>
                        <a:pt x="3203" y="7478"/>
                      </a:cubicBezTo>
                      <a:cubicBezTo>
                        <a:pt x="3357" y="7360"/>
                        <a:pt x="3532" y="7309"/>
                        <a:pt x="3712" y="7309"/>
                      </a:cubicBezTo>
                      <a:cubicBezTo>
                        <a:pt x="4232" y="7309"/>
                        <a:pt x="4793" y="7737"/>
                        <a:pt x="5005" y="8254"/>
                      </a:cubicBezTo>
                      <a:cubicBezTo>
                        <a:pt x="5299" y="8950"/>
                        <a:pt x="5210" y="9735"/>
                        <a:pt x="5362" y="10475"/>
                      </a:cubicBezTo>
                      <a:cubicBezTo>
                        <a:pt x="5501" y="11195"/>
                        <a:pt x="6028" y="11958"/>
                        <a:pt x="6754" y="11958"/>
                      </a:cubicBezTo>
                      <a:cubicBezTo>
                        <a:pt x="6775" y="11958"/>
                        <a:pt x="6795" y="11957"/>
                        <a:pt x="6816" y="11956"/>
                      </a:cubicBezTo>
                      <a:cubicBezTo>
                        <a:pt x="7646" y="11902"/>
                        <a:pt x="8074" y="10903"/>
                        <a:pt x="8083" y="10074"/>
                      </a:cubicBezTo>
                      <a:cubicBezTo>
                        <a:pt x="8101" y="9244"/>
                        <a:pt x="7922" y="8352"/>
                        <a:pt x="8342" y="7638"/>
                      </a:cubicBezTo>
                      <a:cubicBezTo>
                        <a:pt x="8501" y="7373"/>
                        <a:pt x="8783" y="7133"/>
                        <a:pt x="9077" y="7133"/>
                      </a:cubicBezTo>
                      <a:cubicBezTo>
                        <a:pt x="9129" y="7133"/>
                        <a:pt x="9182" y="7140"/>
                        <a:pt x="9234" y="7156"/>
                      </a:cubicBezTo>
                      <a:cubicBezTo>
                        <a:pt x="9698" y="7290"/>
                        <a:pt x="9814" y="7950"/>
                        <a:pt x="10268" y="8111"/>
                      </a:cubicBezTo>
                      <a:cubicBezTo>
                        <a:pt x="10333" y="8133"/>
                        <a:pt x="10396" y="8143"/>
                        <a:pt x="10457" y="8143"/>
                      </a:cubicBezTo>
                      <a:cubicBezTo>
                        <a:pt x="10897" y="8143"/>
                        <a:pt x="11257" y="7623"/>
                        <a:pt x="11500" y="7192"/>
                      </a:cubicBezTo>
                      <a:cubicBezTo>
                        <a:pt x="11702" y="6827"/>
                        <a:pt x="12110" y="6447"/>
                        <a:pt x="12474" y="6447"/>
                      </a:cubicBezTo>
                      <a:cubicBezTo>
                        <a:pt x="12591" y="6447"/>
                        <a:pt x="12703" y="6486"/>
                        <a:pt x="12802" y="6577"/>
                      </a:cubicBezTo>
                      <a:cubicBezTo>
                        <a:pt x="13061" y="6817"/>
                        <a:pt x="13034" y="7290"/>
                        <a:pt x="13346" y="7460"/>
                      </a:cubicBezTo>
                      <a:cubicBezTo>
                        <a:pt x="13413" y="7496"/>
                        <a:pt x="13481" y="7511"/>
                        <a:pt x="13551" y="7511"/>
                      </a:cubicBezTo>
                      <a:cubicBezTo>
                        <a:pt x="13950" y="7511"/>
                        <a:pt x="14389" y="7006"/>
                        <a:pt x="14772" y="7006"/>
                      </a:cubicBezTo>
                      <a:cubicBezTo>
                        <a:pt x="14849" y="7006"/>
                        <a:pt x="14925" y="7026"/>
                        <a:pt x="14997" y="7076"/>
                      </a:cubicBezTo>
                      <a:cubicBezTo>
                        <a:pt x="15104" y="7156"/>
                        <a:pt x="15166" y="7281"/>
                        <a:pt x="15211" y="7415"/>
                      </a:cubicBezTo>
                      <a:cubicBezTo>
                        <a:pt x="15648" y="8602"/>
                        <a:pt x="15273" y="10065"/>
                        <a:pt x="16040" y="11073"/>
                      </a:cubicBezTo>
                      <a:cubicBezTo>
                        <a:pt x="16156" y="11216"/>
                        <a:pt x="16290" y="11349"/>
                        <a:pt x="16460" y="11421"/>
                      </a:cubicBezTo>
                      <a:cubicBezTo>
                        <a:pt x="16543" y="11452"/>
                        <a:pt x="16631" y="11466"/>
                        <a:pt x="16720" y="11466"/>
                      </a:cubicBezTo>
                      <a:cubicBezTo>
                        <a:pt x="16908" y="11466"/>
                        <a:pt x="17102" y="11404"/>
                        <a:pt x="17272" y="11314"/>
                      </a:cubicBezTo>
                      <a:cubicBezTo>
                        <a:pt x="18262" y="10761"/>
                        <a:pt x="18360" y="9387"/>
                        <a:pt x="18244" y="8263"/>
                      </a:cubicBezTo>
                      <a:cubicBezTo>
                        <a:pt x="18217" y="7959"/>
                        <a:pt x="18208" y="7594"/>
                        <a:pt x="18476" y="7442"/>
                      </a:cubicBezTo>
                      <a:cubicBezTo>
                        <a:pt x="18538" y="7406"/>
                        <a:pt x="18606" y="7390"/>
                        <a:pt x="18675" y="7390"/>
                      </a:cubicBezTo>
                      <a:cubicBezTo>
                        <a:pt x="18866" y="7390"/>
                        <a:pt x="19067" y="7513"/>
                        <a:pt x="19172" y="7683"/>
                      </a:cubicBezTo>
                      <a:cubicBezTo>
                        <a:pt x="19243" y="7808"/>
                        <a:pt x="19288" y="7950"/>
                        <a:pt x="19306" y="8102"/>
                      </a:cubicBezTo>
                      <a:cubicBezTo>
                        <a:pt x="19335" y="8293"/>
                        <a:pt x="19492" y="8424"/>
                        <a:pt x="19671" y="8424"/>
                      </a:cubicBezTo>
                      <a:cubicBezTo>
                        <a:pt x="19709" y="8424"/>
                        <a:pt x="19748" y="8418"/>
                        <a:pt x="19787" y="8405"/>
                      </a:cubicBezTo>
                      <a:cubicBezTo>
                        <a:pt x="20251" y="8272"/>
                        <a:pt x="20635" y="7861"/>
                        <a:pt x="20813" y="7406"/>
                      </a:cubicBezTo>
                      <a:cubicBezTo>
                        <a:pt x="21054" y="6809"/>
                        <a:pt x="21018" y="6139"/>
                        <a:pt x="20983" y="5497"/>
                      </a:cubicBezTo>
                      <a:cubicBezTo>
                        <a:pt x="20947" y="4819"/>
                        <a:pt x="20911" y="4141"/>
                        <a:pt x="20867" y="3463"/>
                      </a:cubicBezTo>
                      <a:cubicBezTo>
                        <a:pt x="20849" y="3044"/>
                        <a:pt x="20822" y="2616"/>
                        <a:pt x="20697" y="2214"/>
                      </a:cubicBezTo>
                      <a:cubicBezTo>
                        <a:pt x="20331" y="1081"/>
                        <a:pt x="19181" y="341"/>
                        <a:pt x="18012" y="109"/>
                      </a:cubicBezTo>
                      <a:cubicBezTo>
                        <a:pt x="17619" y="32"/>
                        <a:pt x="17224" y="1"/>
                        <a:pt x="1682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3" name="Google Shape;1203;p34"/>
                <p:cNvSpPr/>
                <p:nvPr/>
              </p:nvSpPr>
              <p:spPr>
                <a:xfrm flipH="1">
                  <a:off x="2615551" y="-470265"/>
                  <a:ext cx="1760908" cy="370395"/>
                </a:xfrm>
                <a:custGeom>
                  <a:rect b="b" l="l" r="r" t="t"/>
                  <a:pathLst>
                    <a:path extrusionOk="0" h="2965" w="14096">
                      <a:moveTo>
                        <a:pt x="7233" y="0"/>
                      </a:moveTo>
                      <a:cubicBezTo>
                        <a:pt x="7160" y="0"/>
                        <a:pt x="7087" y="4"/>
                        <a:pt x="7012" y="12"/>
                      </a:cubicBezTo>
                      <a:cubicBezTo>
                        <a:pt x="5977" y="119"/>
                        <a:pt x="5272" y="931"/>
                        <a:pt x="4487" y="1510"/>
                      </a:cubicBezTo>
                      <a:cubicBezTo>
                        <a:pt x="3718" y="2084"/>
                        <a:pt x="2849" y="2352"/>
                        <a:pt x="1954" y="2352"/>
                      </a:cubicBezTo>
                      <a:cubicBezTo>
                        <a:pt x="1428" y="2352"/>
                        <a:pt x="894" y="2260"/>
                        <a:pt x="366" y="2081"/>
                      </a:cubicBezTo>
                      <a:cubicBezTo>
                        <a:pt x="338" y="2072"/>
                        <a:pt x="312" y="2067"/>
                        <a:pt x="288" y="2067"/>
                      </a:cubicBezTo>
                      <a:cubicBezTo>
                        <a:pt x="70" y="2067"/>
                        <a:pt x="1" y="2430"/>
                        <a:pt x="250" y="2518"/>
                      </a:cubicBezTo>
                      <a:cubicBezTo>
                        <a:pt x="830" y="2716"/>
                        <a:pt x="1422" y="2827"/>
                        <a:pt x="2014" y="2827"/>
                      </a:cubicBezTo>
                      <a:cubicBezTo>
                        <a:pt x="2569" y="2827"/>
                        <a:pt x="3123" y="2730"/>
                        <a:pt x="3667" y="2518"/>
                      </a:cubicBezTo>
                      <a:cubicBezTo>
                        <a:pt x="4737" y="2099"/>
                        <a:pt x="5415" y="1162"/>
                        <a:pt x="6423" y="690"/>
                      </a:cubicBezTo>
                      <a:cubicBezTo>
                        <a:pt x="6688" y="567"/>
                        <a:pt x="6945" y="515"/>
                        <a:pt x="7196" y="515"/>
                      </a:cubicBezTo>
                      <a:cubicBezTo>
                        <a:pt x="8317" y="515"/>
                        <a:pt x="9317" y="1559"/>
                        <a:pt x="10286" y="2055"/>
                      </a:cubicBezTo>
                      <a:cubicBezTo>
                        <a:pt x="11366" y="2608"/>
                        <a:pt x="12552" y="2893"/>
                        <a:pt x="13774" y="2965"/>
                      </a:cubicBezTo>
                      <a:cubicBezTo>
                        <a:pt x="13780" y="2965"/>
                        <a:pt x="13785" y="2965"/>
                        <a:pt x="13791" y="2965"/>
                      </a:cubicBezTo>
                      <a:cubicBezTo>
                        <a:pt x="14095" y="2965"/>
                        <a:pt x="14090" y="2482"/>
                        <a:pt x="13774" y="2456"/>
                      </a:cubicBezTo>
                      <a:cubicBezTo>
                        <a:pt x="12293" y="2367"/>
                        <a:pt x="10928" y="1930"/>
                        <a:pt x="9697" y="1109"/>
                      </a:cubicBezTo>
                      <a:cubicBezTo>
                        <a:pt x="8944" y="612"/>
                        <a:pt x="8168" y="0"/>
                        <a:pt x="723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4" name="Google Shape;1204;p34"/>
                <p:cNvSpPr/>
                <p:nvPr/>
              </p:nvSpPr>
              <p:spPr>
                <a:xfrm flipH="1">
                  <a:off x="4188136" y="119145"/>
                  <a:ext cx="104741" cy="81552"/>
                </a:xfrm>
                <a:custGeom>
                  <a:rect b="b" l="l" r="r" t="t"/>
                  <a:pathLst>
                    <a:path extrusionOk="0" h="626" w="804">
                      <a:moveTo>
                        <a:pt x="402" y="1"/>
                      </a:moveTo>
                      <a:cubicBezTo>
                        <a:pt x="1" y="1"/>
                        <a:pt x="1" y="625"/>
                        <a:pt x="402" y="625"/>
                      </a:cubicBezTo>
                      <a:cubicBezTo>
                        <a:pt x="803" y="625"/>
                        <a:pt x="803" y="1"/>
                        <a:pt x="40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5" name="Google Shape;1205;p34"/>
                <p:cNvSpPr/>
                <p:nvPr/>
              </p:nvSpPr>
              <p:spPr>
                <a:xfrm flipH="1">
                  <a:off x="4301997" y="276127"/>
                  <a:ext cx="102396" cy="79077"/>
                </a:xfrm>
                <a:custGeom>
                  <a:rect b="b" l="l" r="r" t="t"/>
                  <a:pathLst>
                    <a:path extrusionOk="0" h="607" w="786">
                      <a:moveTo>
                        <a:pt x="393" y="0"/>
                      </a:moveTo>
                      <a:cubicBezTo>
                        <a:pt x="0" y="0"/>
                        <a:pt x="0" y="607"/>
                        <a:pt x="393" y="607"/>
                      </a:cubicBezTo>
                      <a:cubicBezTo>
                        <a:pt x="785" y="607"/>
                        <a:pt x="785" y="0"/>
                        <a:pt x="39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6" name="Google Shape;1206;p34"/>
                <p:cNvSpPr/>
                <p:nvPr/>
              </p:nvSpPr>
              <p:spPr>
                <a:xfrm flipH="1">
                  <a:off x="3879826" y="107300"/>
                  <a:ext cx="62923" cy="48853"/>
                </a:xfrm>
                <a:custGeom>
                  <a:rect b="b" l="l" r="r" t="t"/>
                  <a:pathLst>
                    <a:path extrusionOk="0" h="375" w="483">
                      <a:moveTo>
                        <a:pt x="241" y="0"/>
                      </a:moveTo>
                      <a:cubicBezTo>
                        <a:pt x="1" y="0"/>
                        <a:pt x="1" y="375"/>
                        <a:pt x="241" y="375"/>
                      </a:cubicBezTo>
                      <a:cubicBezTo>
                        <a:pt x="482" y="375"/>
                        <a:pt x="482" y="0"/>
                        <a:pt x="24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07" name="Google Shape;1207;p34"/>
              <p:cNvSpPr/>
              <p:nvPr/>
            </p:nvSpPr>
            <p:spPr>
              <a:xfrm flipH="1">
                <a:off x="-1104609" y="-793398"/>
                <a:ext cx="3105258" cy="3107450"/>
              </a:xfrm>
              <a:custGeom>
                <a:rect b="b" l="l" r="r" t="t"/>
                <a:pathLst>
                  <a:path extrusionOk="0" h="23853" w="23133">
                    <a:moveTo>
                      <a:pt x="9957" y="1"/>
                    </a:moveTo>
                    <a:cubicBezTo>
                      <a:pt x="8344" y="1"/>
                      <a:pt x="5686" y="285"/>
                      <a:pt x="3917" y="622"/>
                    </a:cubicBezTo>
                    <a:cubicBezTo>
                      <a:pt x="2579" y="881"/>
                      <a:pt x="3239" y="2050"/>
                      <a:pt x="2668" y="2755"/>
                    </a:cubicBezTo>
                    <a:cubicBezTo>
                      <a:pt x="2106" y="3459"/>
                      <a:pt x="1339" y="3477"/>
                      <a:pt x="848" y="4235"/>
                    </a:cubicBezTo>
                    <a:cubicBezTo>
                      <a:pt x="116" y="5377"/>
                      <a:pt x="63" y="6805"/>
                      <a:pt x="27" y="8161"/>
                    </a:cubicBezTo>
                    <a:cubicBezTo>
                      <a:pt x="0" y="8928"/>
                      <a:pt x="224" y="9972"/>
                      <a:pt x="991" y="9981"/>
                    </a:cubicBezTo>
                    <a:cubicBezTo>
                      <a:pt x="994" y="9981"/>
                      <a:pt x="998" y="9981"/>
                      <a:pt x="1001" y="9981"/>
                    </a:cubicBezTo>
                    <a:cubicBezTo>
                      <a:pt x="1725" y="9981"/>
                      <a:pt x="1999" y="9058"/>
                      <a:pt x="2106" y="8339"/>
                    </a:cubicBezTo>
                    <a:cubicBezTo>
                      <a:pt x="2204" y="7684"/>
                      <a:pt x="2588" y="6864"/>
                      <a:pt x="3188" y="6864"/>
                    </a:cubicBezTo>
                    <a:cubicBezTo>
                      <a:pt x="3242" y="6864"/>
                      <a:pt x="3297" y="6871"/>
                      <a:pt x="3355" y="6885"/>
                    </a:cubicBezTo>
                    <a:cubicBezTo>
                      <a:pt x="3970" y="7037"/>
                      <a:pt x="4060" y="7840"/>
                      <a:pt x="4095" y="8464"/>
                    </a:cubicBezTo>
                    <a:cubicBezTo>
                      <a:pt x="4120" y="9048"/>
                      <a:pt x="4426" y="9795"/>
                      <a:pt x="4962" y="9795"/>
                    </a:cubicBezTo>
                    <a:cubicBezTo>
                      <a:pt x="4999" y="9795"/>
                      <a:pt x="5037" y="9792"/>
                      <a:pt x="5077" y="9784"/>
                    </a:cubicBezTo>
                    <a:cubicBezTo>
                      <a:pt x="5371" y="9731"/>
                      <a:pt x="5576" y="9463"/>
                      <a:pt x="5844" y="9320"/>
                    </a:cubicBezTo>
                    <a:cubicBezTo>
                      <a:pt x="5986" y="9246"/>
                      <a:pt x="6140" y="9212"/>
                      <a:pt x="6296" y="9212"/>
                    </a:cubicBezTo>
                    <a:cubicBezTo>
                      <a:pt x="6718" y="9212"/>
                      <a:pt x="7156" y="9457"/>
                      <a:pt x="7423" y="9802"/>
                    </a:cubicBezTo>
                    <a:cubicBezTo>
                      <a:pt x="7789" y="10275"/>
                      <a:pt x="7913" y="10882"/>
                      <a:pt x="8021" y="11470"/>
                    </a:cubicBezTo>
                    <a:cubicBezTo>
                      <a:pt x="8208" y="12416"/>
                      <a:pt x="8395" y="13362"/>
                      <a:pt x="8574" y="14307"/>
                    </a:cubicBezTo>
                    <a:cubicBezTo>
                      <a:pt x="8663" y="14771"/>
                      <a:pt x="8788" y="15280"/>
                      <a:pt x="9189" y="15512"/>
                    </a:cubicBezTo>
                    <a:cubicBezTo>
                      <a:pt x="9323" y="15590"/>
                      <a:pt x="9462" y="15625"/>
                      <a:pt x="9602" y="15625"/>
                    </a:cubicBezTo>
                    <a:cubicBezTo>
                      <a:pt x="10161" y="15625"/>
                      <a:pt x="10725" y="15064"/>
                      <a:pt x="10947" y="14486"/>
                    </a:cubicBezTo>
                    <a:cubicBezTo>
                      <a:pt x="11214" y="13763"/>
                      <a:pt x="11036" y="12532"/>
                      <a:pt x="11785" y="12345"/>
                    </a:cubicBezTo>
                    <a:cubicBezTo>
                      <a:pt x="11840" y="12331"/>
                      <a:pt x="11893" y="12325"/>
                      <a:pt x="11944" y="12325"/>
                    </a:cubicBezTo>
                    <a:cubicBezTo>
                      <a:pt x="12752" y="12325"/>
                      <a:pt x="13183" y="13899"/>
                      <a:pt x="13141" y="14780"/>
                    </a:cubicBezTo>
                    <a:cubicBezTo>
                      <a:pt x="12990" y="17589"/>
                      <a:pt x="12414" y="23853"/>
                      <a:pt x="14299" y="23853"/>
                    </a:cubicBezTo>
                    <a:cubicBezTo>
                      <a:pt x="14305" y="23853"/>
                      <a:pt x="14312" y="23853"/>
                      <a:pt x="14319" y="23853"/>
                    </a:cubicBezTo>
                    <a:cubicBezTo>
                      <a:pt x="16692" y="23781"/>
                      <a:pt x="13730" y="15717"/>
                      <a:pt x="15773" y="12354"/>
                    </a:cubicBezTo>
                    <a:cubicBezTo>
                      <a:pt x="15951" y="12050"/>
                      <a:pt x="16647" y="11444"/>
                      <a:pt x="16986" y="11337"/>
                    </a:cubicBezTo>
                    <a:cubicBezTo>
                      <a:pt x="17032" y="11323"/>
                      <a:pt x="17074" y="11316"/>
                      <a:pt x="17113" y="11316"/>
                    </a:cubicBezTo>
                    <a:cubicBezTo>
                      <a:pt x="17549" y="11316"/>
                      <a:pt x="17621" y="12116"/>
                      <a:pt x="18128" y="12247"/>
                    </a:cubicBezTo>
                    <a:cubicBezTo>
                      <a:pt x="18163" y="12255"/>
                      <a:pt x="18196" y="12259"/>
                      <a:pt x="18226" y="12259"/>
                    </a:cubicBezTo>
                    <a:cubicBezTo>
                      <a:pt x="18779" y="12259"/>
                      <a:pt x="18706" y="10953"/>
                      <a:pt x="19145" y="10480"/>
                    </a:cubicBezTo>
                    <a:cubicBezTo>
                      <a:pt x="19545" y="10050"/>
                      <a:pt x="20110" y="9732"/>
                      <a:pt x="20686" y="9732"/>
                    </a:cubicBezTo>
                    <a:cubicBezTo>
                      <a:pt x="20779" y="9732"/>
                      <a:pt x="20872" y="9740"/>
                      <a:pt x="20965" y="9758"/>
                    </a:cubicBezTo>
                    <a:cubicBezTo>
                      <a:pt x="21313" y="9815"/>
                      <a:pt x="21705" y="9983"/>
                      <a:pt x="22036" y="9983"/>
                    </a:cubicBezTo>
                    <a:cubicBezTo>
                      <a:pt x="22214" y="9983"/>
                      <a:pt x="22374" y="9934"/>
                      <a:pt x="22499" y="9793"/>
                    </a:cubicBezTo>
                    <a:cubicBezTo>
                      <a:pt x="22606" y="9668"/>
                      <a:pt x="22660" y="9508"/>
                      <a:pt x="22696" y="9347"/>
                    </a:cubicBezTo>
                    <a:cubicBezTo>
                      <a:pt x="23133" y="7349"/>
                      <a:pt x="22027" y="5119"/>
                      <a:pt x="20171" y="4262"/>
                    </a:cubicBezTo>
                    <a:cubicBezTo>
                      <a:pt x="19493" y="3950"/>
                      <a:pt x="18672" y="3754"/>
                      <a:pt x="18324" y="3094"/>
                    </a:cubicBezTo>
                    <a:cubicBezTo>
                      <a:pt x="18066" y="2612"/>
                      <a:pt x="18155" y="2023"/>
                      <a:pt x="18083" y="1479"/>
                    </a:cubicBezTo>
                    <a:cubicBezTo>
                      <a:pt x="18009" y="971"/>
                      <a:pt x="17654" y="408"/>
                      <a:pt x="17164" y="408"/>
                    </a:cubicBezTo>
                    <a:cubicBezTo>
                      <a:pt x="17129" y="408"/>
                      <a:pt x="17094" y="411"/>
                      <a:pt x="17058" y="417"/>
                    </a:cubicBezTo>
                    <a:cubicBezTo>
                      <a:pt x="17058" y="417"/>
                      <a:pt x="11892" y="60"/>
                      <a:pt x="10340" y="7"/>
                    </a:cubicBezTo>
                    <a:cubicBezTo>
                      <a:pt x="10220" y="3"/>
                      <a:pt x="10092" y="1"/>
                      <a:pt x="99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08" name="Google Shape;1208;p34"/>
            <p:cNvSpPr/>
            <p:nvPr/>
          </p:nvSpPr>
          <p:spPr>
            <a:xfrm flipH="1">
              <a:off x="1209232" y="-153704"/>
              <a:ext cx="154639" cy="116336"/>
            </a:xfrm>
            <a:custGeom>
              <a:rect b="b" l="l" r="r" t="t"/>
              <a:pathLst>
                <a:path extrusionOk="0" h="893" w="1152">
                  <a:moveTo>
                    <a:pt x="571" y="1"/>
                  </a:moveTo>
                  <a:cubicBezTo>
                    <a:pt x="0" y="1"/>
                    <a:pt x="0" y="893"/>
                    <a:pt x="571" y="893"/>
                  </a:cubicBezTo>
                  <a:cubicBezTo>
                    <a:pt x="1151" y="893"/>
                    <a:pt x="115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34"/>
            <p:cNvSpPr/>
            <p:nvPr/>
          </p:nvSpPr>
          <p:spPr>
            <a:xfrm flipH="1">
              <a:off x="1032041" y="-82834"/>
              <a:ext cx="107925" cy="81552"/>
            </a:xfrm>
            <a:custGeom>
              <a:rect b="b" l="l" r="r" t="t"/>
              <a:pathLst>
                <a:path extrusionOk="0" h="626" w="804">
                  <a:moveTo>
                    <a:pt x="402" y="1"/>
                  </a:moveTo>
                  <a:cubicBezTo>
                    <a:pt x="1" y="1"/>
                    <a:pt x="1" y="625"/>
                    <a:pt x="402" y="625"/>
                  </a:cubicBezTo>
                  <a:cubicBezTo>
                    <a:pt x="803" y="625"/>
                    <a:pt x="803" y="1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34"/>
            <p:cNvSpPr/>
            <p:nvPr/>
          </p:nvSpPr>
          <p:spPr>
            <a:xfrm flipH="1">
              <a:off x="1149363" y="74147"/>
              <a:ext cx="105509" cy="79077"/>
            </a:xfrm>
            <a:custGeom>
              <a:rect b="b" l="l" r="r" t="t"/>
              <a:pathLst>
                <a:path extrusionOk="0" h="607" w="786">
                  <a:moveTo>
                    <a:pt x="393" y="0"/>
                  </a:moveTo>
                  <a:cubicBezTo>
                    <a:pt x="0" y="0"/>
                    <a:pt x="0" y="607"/>
                    <a:pt x="393" y="607"/>
                  </a:cubicBezTo>
                  <a:cubicBezTo>
                    <a:pt x="785" y="607"/>
                    <a:pt x="785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34"/>
            <p:cNvSpPr/>
            <p:nvPr/>
          </p:nvSpPr>
          <p:spPr>
            <a:xfrm flipH="1">
              <a:off x="1429646" y="98509"/>
              <a:ext cx="87521" cy="66440"/>
            </a:xfrm>
            <a:custGeom>
              <a:rect b="b" l="l" r="r" t="t"/>
              <a:pathLst>
                <a:path extrusionOk="0" h="510" w="652">
                  <a:moveTo>
                    <a:pt x="331" y="1"/>
                  </a:moveTo>
                  <a:cubicBezTo>
                    <a:pt x="0" y="1"/>
                    <a:pt x="0" y="509"/>
                    <a:pt x="331" y="509"/>
                  </a:cubicBezTo>
                  <a:cubicBezTo>
                    <a:pt x="652" y="509"/>
                    <a:pt x="65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34"/>
            <p:cNvSpPr/>
            <p:nvPr/>
          </p:nvSpPr>
          <p:spPr>
            <a:xfrm flipH="1">
              <a:off x="868005" y="284411"/>
              <a:ext cx="101884" cy="75690"/>
            </a:xfrm>
            <a:custGeom>
              <a:rect b="b" l="l" r="r" t="t"/>
              <a:pathLst>
                <a:path extrusionOk="0" h="581" w="759">
                  <a:moveTo>
                    <a:pt x="375" y="1"/>
                  </a:moveTo>
                  <a:cubicBezTo>
                    <a:pt x="0" y="1"/>
                    <a:pt x="0" y="581"/>
                    <a:pt x="375" y="581"/>
                  </a:cubicBezTo>
                  <a:cubicBezTo>
                    <a:pt x="759" y="581"/>
                    <a:pt x="759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34"/>
            <p:cNvSpPr/>
            <p:nvPr/>
          </p:nvSpPr>
          <p:spPr>
            <a:xfrm rot="-763273">
              <a:off x="-365036" y="-328393"/>
              <a:ext cx="2614881" cy="573109"/>
            </a:xfrm>
            <a:custGeom>
              <a:rect b="b" l="l" r="r" t="t"/>
              <a:pathLst>
                <a:path extrusionOk="0" h="4893" w="21733">
                  <a:moveTo>
                    <a:pt x="3008" y="0"/>
                  </a:moveTo>
                  <a:cubicBezTo>
                    <a:pt x="1945" y="0"/>
                    <a:pt x="940" y="367"/>
                    <a:pt x="1" y="872"/>
                  </a:cubicBezTo>
                  <a:cubicBezTo>
                    <a:pt x="10" y="1024"/>
                    <a:pt x="27" y="1184"/>
                    <a:pt x="45" y="1336"/>
                  </a:cubicBezTo>
                  <a:cubicBezTo>
                    <a:pt x="961" y="881"/>
                    <a:pt x="1925" y="542"/>
                    <a:pt x="2912" y="542"/>
                  </a:cubicBezTo>
                  <a:cubicBezTo>
                    <a:pt x="3377" y="542"/>
                    <a:pt x="3847" y="617"/>
                    <a:pt x="4318" y="792"/>
                  </a:cubicBezTo>
                  <a:cubicBezTo>
                    <a:pt x="5514" y="1229"/>
                    <a:pt x="5942" y="2076"/>
                    <a:pt x="6272" y="3245"/>
                  </a:cubicBezTo>
                  <a:cubicBezTo>
                    <a:pt x="6468" y="3968"/>
                    <a:pt x="6879" y="4797"/>
                    <a:pt x="7726" y="4886"/>
                  </a:cubicBezTo>
                  <a:cubicBezTo>
                    <a:pt x="7768" y="4891"/>
                    <a:pt x="7809" y="4893"/>
                    <a:pt x="7849" y="4893"/>
                  </a:cubicBezTo>
                  <a:cubicBezTo>
                    <a:pt x="8482" y="4893"/>
                    <a:pt x="8945" y="4383"/>
                    <a:pt x="9314" y="3905"/>
                  </a:cubicBezTo>
                  <a:cubicBezTo>
                    <a:pt x="9662" y="3450"/>
                    <a:pt x="9974" y="3013"/>
                    <a:pt x="10501" y="2736"/>
                  </a:cubicBezTo>
                  <a:cubicBezTo>
                    <a:pt x="10762" y="2599"/>
                    <a:pt x="11002" y="2543"/>
                    <a:pt x="11233" y="2543"/>
                  </a:cubicBezTo>
                  <a:cubicBezTo>
                    <a:pt x="11662" y="2543"/>
                    <a:pt x="12058" y="2739"/>
                    <a:pt x="12499" y="2977"/>
                  </a:cubicBezTo>
                  <a:cubicBezTo>
                    <a:pt x="12804" y="3137"/>
                    <a:pt x="13117" y="3206"/>
                    <a:pt x="13428" y="3206"/>
                  </a:cubicBezTo>
                  <a:cubicBezTo>
                    <a:pt x="13936" y="3206"/>
                    <a:pt x="14440" y="3022"/>
                    <a:pt x="14899" y="2745"/>
                  </a:cubicBezTo>
                  <a:cubicBezTo>
                    <a:pt x="15934" y="2121"/>
                    <a:pt x="16728" y="1327"/>
                    <a:pt x="18003" y="1247"/>
                  </a:cubicBezTo>
                  <a:cubicBezTo>
                    <a:pt x="18054" y="1243"/>
                    <a:pt x="18105" y="1242"/>
                    <a:pt x="18157" y="1242"/>
                  </a:cubicBezTo>
                  <a:cubicBezTo>
                    <a:pt x="19210" y="1242"/>
                    <a:pt x="20504" y="1905"/>
                    <a:pt x="21661" y="2041"/>
                  </a:cubicBezTo>
                  <a:cubicBezTo>
                    <a:pt x="21688" y="1907"/>
                    <a:pt x="21714" y="1773"/>
                    <a:pt x="21732" y="1639"/>
                  </a:cubicBezTo>
                  <a:cubicBezTo>
                    <a:pt x="21268" y="1595"/>
                    <a:pt x="20804" y="1461"/>
                    <a:pt x="20385" y="1318"/>
                  </a:cubicBezTo>
                  <a:cubicBezTo>
                    <a:pt x="19626" y="1063"/>
                    <a:pt x="18898" y="825"/>
                    <a:pt x="18116" y="825"/>
                  </a:cubicBezTo>
                  <a:cubicBezTo>
                    <a:pt x="17941" y="825"/>
                    <a:pt x="17764" y="837"/>
                    <a:pt x="17584" y="863"/>
                  </a:cubicBezTo>
                  <a:cubicBezTo>
                    <a:pt x="16540" y="1015"/>
                    <a:pt x="15800" y="1550"/>
                    <a:pt x="14952" y="2130"/>
                  </a:cubicBezTo>
                  <a:cubicBezTo>
                    <a:pt x="14506" y="2434"/>
                    <a:pt x="13992" y="2713"/>
                    <a:pt x="13455" y="2713"/>
                  </a:cubicBezTo>
                  <a:cubicBezTo>
                    <a:pt x="13284" y="2713"/>
                    <a:pt x="13110" y="2685"/>
                    <a:pt x="12936" y="2620"/>
                  </a:cubicBezTo>
                  <a:cubicBezTo>
                    <a:pt x="12499" y="2451"/>
                    <a:pt x="12160" y="2130"/>
                    <a:pt x="11687" y="2041"/>
                  </a:cubicBezTo>
                  <a:cubicBezTo>
                    <a:pt x="11567" y="2017"/>
                    <a:pt x="11445" y="2006"/>
                    <a:pt x="11325" y="2006"/>
                  </a:cubicBezTo>
                  <a:cubicBezTo>
                    <a:pt x="10703" y="2006"/>
                    <a:pt x="10089" y="2296"/>
                    <a:pt x="9626" y="2692"/>
                  </a:cubicBezTo>
                  <a:cubicBezTo>
                    <a:pt x="9139" y="3107"/>
                    <a:pt x="8440" y="4288"/>
                    <a:pt x="7772" y="4288"/>
                  </a:cubicBezTo>
                  <a:cubicBezTo>
                    <a:pt x="7522" y="4288"/>
                    <a:pt x="7276" y="4123"/>
                    <a:pt x="7048" y="3691"/>
                  </a:cubicBezTo>
                  <a:cubicBezTo>
                    <a:pt x="6575" y="2808"/>
                    <a:pt x="6647" y="1871"/>
                    <a:pt x="5897" y="1122"/>
                  </a:cubicBezTo>
                  <a:cubicBezTo>
                    <a:pt x="5362" y="578"/>
                    <a:pt x="4631" y="239"/>
                    <a:pt x="3890" y="87"/>
                  </a:cubicBezTo>
                  <a:cubicBezTo>
                    <a:pt x="3592" y="28"/>
                    <a:pt x="3298" y="0"/>
                    <a:pt x="3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1217" name="Shape 1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8" name="Google Shape;1218;p36"/>
          <p:cNvGrpSpPr/>
          <p:nvPr/>
        </p:nvGrpSpPr>
        <p:grpSpPr>
          <a:xfrm>
            <a:off x="4082157" y="-503850"/>
            <a:ext cx="5202193" cy="2493393"/>
            <a:chOff x="4082157" y="-503850"/>
            <a:chExt cx="5202193" cy="2493393"/>
          </a:xfrm>
        </p:grpSpPr>
        <p:sp>
          <p:nvSpPr>
            <p:cNvPr id="1219" name="Google Shape;1219;p36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36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36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" name="Google Shape;1222;p36"/>
          <p:cNvGrpSpPr/>
          <p:nvPr/>
        </p:nvGrpSpPr>
        <p:grpSpPr>
          <a:xfrm>
            <a:off x="-519875" y="1198836"/>
            <a:ext cx="2019058" cy="4141278"/>
            <a:chOff x="-519875" y="1198836"/>
            <a:chExt cx="2019058" cy="4141278"/>
          </a:xfrm>
        </p:grpSpPr>
        <p:sp>
          <p:nvSpPr>
            <p:cNvPr id="1223" name="Google Shape;1223;p36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36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36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" name="Google Shape;1226;p36"/>
          <p:cNvGrpSpPr/>
          <p:nvPr/>
        </p:nvGrpSpPr>
        <p:grpSpPr>
          <a:xfrm>
            <a:off x="1471992" y="3091774"/>
            <a:ext cx="7807582" cy="2576715"/>
            <a:chOff x="1471992" y="3091774"/>
            <a:chExt cx="7807582" cy="2576715"/>
          </a:xfrm>
        </p:grpSpPr>
        <p:sp>
          <p:nvSpPr>
            <p:cNvPr id="1227" name="Google Shape;1227;p36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36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36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" name="Google Shape;1230;p36"/>
          <p:cNvGrpSpPr/>
          <p:nvPr/>
        </p:nvGrpSpPr>
        <p:grpSpPr>
          <a:xfrm>
            <a:off x="297527" y="0"/>
            <a:ext cx="1070045" cy="1045102"/>
            <a:chOff x="297527" y="0"/>
            <a:chExt cx="1070045" cy="1045102"/>
          </a:xfrm>
        </p:grpSpPr>
        <p:sp>
          <p:nvSpPr>
            <p:cNvPr id="1231" name="Google Shape;1231;p36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36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36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36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36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36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36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36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36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36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36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36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36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36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36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36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36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36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36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36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36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36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36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36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36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36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36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36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6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36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36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36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36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6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36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36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36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36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36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36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36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36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36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6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36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36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36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6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36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36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6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6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6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6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6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36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36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36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36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36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36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36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" name="Google Shape;1293;p36"/>
          <p:cNvGrpSpPr/>
          <p:nvPr/>
        </p:nvGrpSpPr>
        <p:grpSpPr>
          <a:xfrm rot="-2051532">
            <a:off x="-363665" y="3139303"/>
            <a:ext cx="945899" cy="937249"/>
            <a:chOff x="581988" y="3891200"/>
            <a:chExt cx="945850" cy="937200"/>
          </a:xfrm>
        </p:grpSpPr>
        <p:sp>
          <p:nvSpPr>
            <p:cNvPr id="1294" name="Google Shape;1294;p36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36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6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36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36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36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36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36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36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6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36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36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36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36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36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36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36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36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36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6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36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36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36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36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36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36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36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36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36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6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36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36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6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36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36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36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6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6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6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6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6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6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6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6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6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6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6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6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6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6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6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6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" name="Google Shape;1346;p36"/>
          <p:cNvGrpSpPr/>
          <p:nvPr/>
        </p:nvGrpSpPr>
        <p:grpSpPr>
          <a:xfrm>
            <a:off x="2" y="3857588"/>
            <a:ext cx="1070045" cy="1045102"/>
            <a:chOff x="297527" y="0"/>
            <a:chExt cx="1070045" cy="1045102"/>
          </a:xfrm>
        </p:grpSpPr>
        <p:sp>
          <p:nvSpPr>
            <p:cNvPr id="1347" name="Google Shape;1347;p36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6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6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6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6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6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6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6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36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6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6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6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6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6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6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6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36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36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36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36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6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6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36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36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36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36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36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36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36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36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36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36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36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36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36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36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36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36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36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36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36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36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36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36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36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36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36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36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36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36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36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36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36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36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36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36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36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36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36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36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36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36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" name="Google Shape;1409;p36"/>
          <p:cNvGrpSpPr/>
          <p:nvPr/>
        </p:nvGrpSpPr>
        <p:grpSpPr>
          <a:xfrm rot="-1298509">
            <a:off x="1167369" y="4729860"/>
            <a:ext cx="1070036" cy="1045094"/>
            <a:chOff x="297527" y="0"/>
            <a:chExt cx="1070045" cy="1045102"/>
          </a:xfrm>
        </p:grpSpPr>
        <p:sp>
          <p:nvSpPr>
            <p:cNvPr id="1410" name="Google Shape;1410;p36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36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36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36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36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36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36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36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36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36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36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36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36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36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36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36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36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36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36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36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36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36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36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36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36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36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36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36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36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36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36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36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36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36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36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36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36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st="57150">
                <a:srgbClr val="000000">
                  <a:alpha val="26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36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36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36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36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36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36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36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36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36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36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36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36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36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36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36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36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36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36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36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36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36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36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36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36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36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2" name="Google Shape;1472;p36"/>
          <p:cNvGrpSpPr/>
          <p:nvPr/>
        </p:nvGrpSpPr>
        <p:grpSpPr>
          <a:xfrm>
            <a:off x="7950052" y="3411738"/>
            <a:ext cx="1070045" cy="1045102"/>
            <a:chOff x="297527" y="0"/>
            <a:chExt cx="1070045" cy="1045102"/>
          </a:xfrm>
        </p:grpSpPr>
        <p:sp>
          <p:nvSpPr>
            <p:cNvPr id="1473" name="Google Shape;1473;p36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36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36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36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36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36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36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36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36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36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36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36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36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36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36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36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36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36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36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36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36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36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36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36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36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36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36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36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36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36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36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36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36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36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36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36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36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36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36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36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36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36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36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36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36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36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36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36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36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36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6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36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36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36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36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36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36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36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36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36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36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36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" name="Google Shape;1535;p36"/>
          <p:cNvGrpSpPr/>
          <p:nvPr/>
        </p:nvGrpSpPr>
        <p:grpSpPr>
          <a:xfrm rot="-2051532">
            <a:off x="7673935" y="4097678"/>
            <a:ext cx="945899" cy="937249"/>
            <a:chOff x="581988" y="3891200"/>
            <a:chExt cx="945850" cy="937200"/>
          </a:xfrm>
        </p:grpSpPr>
        <p:sp>
          <p:nvSpPr>
            <p:cNvPr id="1536" name="Google Shape;1536;p36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36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36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36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36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36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36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36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36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36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36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36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36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36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36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6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6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6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36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36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6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6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36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36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6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6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6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6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6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6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1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6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36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36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6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36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6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6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36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36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36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36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36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6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6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36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36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6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6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6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6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36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6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8" name="Google Shape;1588;p36"/>
          <p:cNvGrpSpPr/>
          <p:nvPr/>
        </p:nvGrpSpPr>
        <p:grpSpPr>
          <a:xfrm rot="-2051432">
            <a:off x="8091030" y="248857"/>
            <a:ext cx="997108" cy="987989"/>
            <a:chOff x="581988" y="3891200"/>
            <a:chExt cx="945850" cy="937200"/>
          </a:xfrm>
        </p:grpSpPr>
        <p:sp>
          <p:nvSpPr>
            <p:cNvPr id="1589" name="Google Shape;1589;p36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6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6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36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36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36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36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36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36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36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36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36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36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36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36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36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36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36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36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36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36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36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36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36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36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36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36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36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36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36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36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36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36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36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36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36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36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36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36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36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36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36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36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36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36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36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36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36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36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36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36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36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1" name="Google Shape;1641;p36"/>
          <p:cNvGrpSpPr/>
          <p:nvPr/>
        </p:nvGrpSpPr>
        <p:grpSpPr>
          <a:xfrm rot="6753585">
            <a:off x="8555828" y="4521931"/>
            <a:ext cx="723910" cy="415307"/>
            <a:chOff x="344875" y="2058100"/>
            <a:chExt cx="676225" cy="387950"/>
          </a:xfrm>
        </p:grpSpPr>
        <p:sp>
          <p:nvSpPr>
            <p:cNvPr id="1642" name="Google Shape;1642;p36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36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36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36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36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7" name="Google Shape;1647;p36"/>
          <p:cNvGrpSpPr/>
          <p:nvPr/>
        </p:nvGrpSpPr>
        <p:grpSpPr>
          <a:xfrm>
            <a:off x="7351290" y="53290"/>
            <a:ext cx="723899" cy="415300"/>
            <a:chOff x="344875" y="2058100"/>
            <a:chExt cx="676225" cy="387950"/>
          </a:xfrm>
        </p:grpSpPr>
        <p:sp>
          <p:nvSpPr>
            <p:cNvPr id="1648" name="Google Shape;1648;p36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36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36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36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36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53" name="Google Shape;1653;p36"/>
          <p:cNvSpPr txBox="1"/>
          <p:nvPr>
            <p:ph type="ctrTitle"/>
          </p:nvPr>
        </p:nvSpPr>
        <p:spPr>
          <a:xfrm>
            <a:off x="715100" y="1367194"/>
            <a:ext cx="7713900" cy="19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3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1654" name="Google Shape;1654;p36"/>
          <p:cNvSpPr txBox="1"/>
          <p:nvPr>
            <p:ph idx="1" type="subTitle"/>
          </p:nvPr>
        </p:nvSpPr>
        <p:spPr>
          <a:xfrm>
            <a:off x="2528425" y="3366806"/>
            <a:ext cx="4087200" cy="409500"/>
          </a:xfrm>
          <a:prstGeom prst="rect">
            <a:avLst/>
          </a:prstGeom>
          <a:solidFill>
            <a:schemeClr val="lt2"/>
          </a:solidFill>
          <a:effectLst>
            <a:outerShdw rotWithShape="0" algn="bl" dir="2820000" dist="66675">
              <a:schemeClr val="accent3">
                <a:alpha val="20000"/>
              </a:scheme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655" name="Shape 1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6" name="Google Shape;1656;p37"/>
          <p:cNvGrpSpPr/>
          <p:nvPr/>
        </p:nvGrpSpPr>
        <p:grpSpPr>
          <a:xfrm rot="-2700000">
            <a:off x="78661" y="850533"/>
            <a:ext cx="2744876" cy="5629999"/>
            <a:chOff x="-519875" y="1198836"/>
            <a:chExt cx="2019058" cy="4141278"/>
          </a:xfrm>
        </p:grpSpPr>
        <p:sp>
          <p:nvSpPr>
            <p:cNvPr id="1657" name="Google Shape;1657;p37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37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37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0" name="Google Shape;1660;p37"/>
          <p:cNvGrpSpPr/>
          <p:nvPr/>
        </p:nvGrpSpPr>
        <p:grpSpPr>
          <a:xfrm rot="-9881969">
            <a:off x="2098084" y="-1119903"/>
            <a:ext cx="8556686" cy="2823940"/>
            <a:chOff x="1471992" y="3091774"/>
            <a:chExt cx="7807582" cy="2576715"/>
          </a:xfrm>
        </p:grpSpPr>
        <p:sp>
          <p:nvSpPr>
            <p:cNvPr id="1661" name="Google Shape;1661;p37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37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37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4" name="Google Shape;1664;p37"/>
          <p:cNvGrpSpPr/>
          <p:nvPr/>
        </p:nvGrpSpPr>
        <p:grpSpPr>
          <a:xfrm rot="8733401">
            <a:off x="4939490" y="2938610"/>
            <a:ext cx="5202280" cy="2493434"/>
            <a:chOff x="4082157" y="-503850"/>
            <a:chExt cx="5202193" cy="2493393"/>
          </a:xfrm>
        </p:grpSpPr>
        <p:sp>
          <p:nvSpPr>
            <p:cNvPr id="1665" name="Google Shape;1665;p37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37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37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8" name="Google Shape;1668;p37"/>
          <p:cNvGrpSpPr/>
          <p:nvPr/>
        </p:nvGrpSpPr>
        <p:grpSpPr>
          <a:xfrm rot="-2951737">
            <a:off x="-71866" y="3559224"/>
            <a:ext cx="1149097" cy="1138589"/>
            <a:chOff x="581988" y="3891200"/>
            <a:chExt cx="945850" cy="937200"/>
          </a:xfrm>
        </p:grpSpPr>
        <p:sp>
          <p:nvSpPr>
            <p:cNvPr id="1669" name="Google Shape;1669;p37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37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37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37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37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37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37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37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37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37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37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37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37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37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37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37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37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37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37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37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37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37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37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37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37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37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37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37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37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37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37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37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37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37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37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37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37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37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37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7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7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7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7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7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37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7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7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7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7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7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7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7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1" name="Google Shape;1721;p37"/>
          <p:cNvGrpSpPr/>
          <p:nvPr/>
        </p:nvGrpSpPr>
        <p:grpSpPr>
          <a:xfrm rot="6538712">
            <a:off x="579109" y="4242259"/>
            <a:ext cx="1069999" cy="1045058"/>
            <a:chOff x="297527" y="0"/>
            <a:chExt cx="1070045" cy="1045102"/>
          </a:xfrm>
        </p:grpSpPr>
        <p:sp>
          <p:nvSpPr>
            <p:cNvPr id="1722" name="Google Shape;1722;p37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7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7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7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7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7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7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7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7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7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7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7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7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7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7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7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7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7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7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7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7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7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7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7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7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7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7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7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7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7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7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7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7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7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7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7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7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7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7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7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7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7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7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7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7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7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7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7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7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7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7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7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7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7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7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7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7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7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7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7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7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7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4" name="Google Shape;1784;p37"/>
          <p:cNvGrpSpPr/>
          <p:nvPr/>
        </p:nvGrpSpPr>
        <p:grpSpPr>
          <a:xfrm rot="6538741">
            <a:off x="-337330" y="668159"/>
            <a:ext cx="1304235" cy="1273834"/>
            <a:chOff x="297527" y="0"/>
            <a:chExt cx="1070045" cy="1045102"/>
          </a:xfrm>
        </p:grpSpPr>
        <p:sp>
          <p:nvSpPr>
            <p:cNvPr id="1785" name="Google Shape;1785;p37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7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7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7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7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7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7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7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7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7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7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7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7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7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7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7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7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7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7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7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7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7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7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7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7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7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7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7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7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7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7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7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7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7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7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7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7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7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7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7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7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7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7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7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7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7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7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7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7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7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7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7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7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7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7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7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7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7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7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7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7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7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7" name="Google Shape;1847;p37"/>
          <p:cNvGrpSpPr/>
          <p:nvPr/>
        </p:nvGrpSpPr>
        <p:grpSpPr>
          <a:xfrm rot="-2951737">
            <a:off x="-105528" y="-286901"/>
            <a:ext cx="1149097" cy="1138589"/>
            <a:chOff x="581988" y="3891200"/>
            <a:chExt cx="945850" cy="937200"/>
          </a:xfrm>
        </p:grpSpPr>
        <p:sp>
          <p:nvSpPr>
            <p:cNvPr id="1848" name="Google Shape;1848;p37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7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7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7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7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7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7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7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7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7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7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7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7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7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7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7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7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7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7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7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7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7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7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7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7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7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7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7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7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7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7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7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7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7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7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7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7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7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7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7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7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7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7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7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7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7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7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7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7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7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7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7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0" name="Google Shape;1900;p37"/>
          <p:cNvGrpSpPr/>
          <p:nvPr/>
        </p:nvGrpSpPr>
        <p:grpSpPr>
          <a:xfrm rot="6538712">
            <a:off x="545447" y="396134"/>
            <a:ext cx="1069999" cy="1045058"/>
            <a:chOff x="297527" y="0"/>
            <a:chExt cx="1070045" cy="1045102"/>
          </a:xfrm>
        </p:grpSpPr>
        <p:sp>
          <p:nvSpPr>
            <p:cNvPr id="1901" name="Google Shape;1901;p37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7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7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7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7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7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7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7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7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7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7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7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7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7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7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7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7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7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7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7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7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7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7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7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7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7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7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7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7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7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7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7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7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7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7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7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7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7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7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7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7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7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7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7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7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7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7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7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7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7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7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7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7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7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7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7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7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7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7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7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7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7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3" name="Google Shape;1963;p37"/>
          <p:cNvGrpSpPr/>
          <p:nvPr/>
        </p:nvGrpSpPr>
        <p:grpSpPr>
          <a:xfrm rot="1138741">
            <a:off x="8267408" y="3971572"/>
            <a:ext cx="1304235" cy="1273834"/>
            <a:chOff x="297527" y="0"/>
            <a:chExt cx="1070045" cy="1045102"/>
          </a:xfrm>
        </p:grpSpPr>
        <p:sp>
          <p:nvSpPr>
            <p:cNvPr id="1964" name="Google Shape;1964;p37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7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7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7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7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7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7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7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7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7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7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7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7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7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7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7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7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7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7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7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7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7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7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7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7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7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7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7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7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7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7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7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7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7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7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7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7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7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7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7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7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7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7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7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7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7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7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7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7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7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7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7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7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7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7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7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7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7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7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7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7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7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6" name="Google Shape;2026;p37"/>
          <p:cNvGrpSpPr/>
          <p:nvPr/>
        </p:nvGrpSpPr>
        <p:grpSpPr>
          <a:xfrm rot="1138712">
            <a:off x="7893900" y="3467176"/>
            <a:ext cx="1069999" cy="1045058"/>
            <a:chOff x="297527" y="0"/>
            <a:chExt cx="1070045" cy="1045102"/>
          </a:xfrm>
        </p:grpSpPr>
        <p:sp>
          <p:nvSpPr>
            <p:cNvPr id="2027" name="Google Shape;2027;p37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7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7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7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7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7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7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7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7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7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7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7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7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7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7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7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7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7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7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7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7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7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7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7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7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7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7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7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7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7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7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7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7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7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7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7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7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7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7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7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7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7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7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7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7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7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7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7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7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7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7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7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7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7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7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7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7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7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7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7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7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7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89" name="Google Shape;2089;p37"/>
          <p:cNvSpPr txBox="1"/>
          <p:nvPr>
            <p:ph type="title"/>
          </p:nvPr>
        </p:nvSpPr>
        <p:spPr>
          <a:xfrm>
            <a:off x="2087125" y="2351725"/>
            <a:ext cx="49698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/>
        </p:txBody>
      </p:sp>
      <p:sp>
        <p:nvSpPr>
          <p:cNvPr id="2090" name="Google Shape;2090;p37"/>
          <p:cNvSpPr txBox="1"/>
          <p:nvPr>
            <p:ph hasCustomPrompt="1" idx="2" type="title"/>
          </p:nvPr>
        </p:nvSpPr>
        <p:spPr>
          <a:xfrm>
            <a:off x="3378975" y="1191100"/>
            <a:ext cx="2386200" cy="1095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091" name="Google Shape;2091;p37"/>
          <p:cNvSpPr txBox="1"/>
          <p:nvPr>
            <p:ph idx="1" type="subTitle"/>
          </p:nvPr>
        </p:nvSpPr>
        <p:spPr>
          <a:xfrm>
            <a:off x="2087125" y="3537275"/>
            <a:ext cx="4969800" cy="408900"/>
          </a:xfrm>
          <a:prstGeom prst="rect">
            <a:avLst/>
          </a:prstGeom>
          <a:solidFill>
            <a:schemeClr val="lt2"/>
          </a:solidFill>
          <a:effectLst>
            <a:outerShdw rotWithShape="0" algn="bl" dir="2820000" dist="66675">
              <a:schemeClr val="accent3">
                <a:alpha val="2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092" name="Google Shape;2092;p37"/>
          <p:cNvGrpSpPr/>
          <p:nvPr/>
        </p:nvGrpSpPr>
        <p:grpSpPr>
          <a:xfrm rot="-7721951">
            <a:off x="7660171" y="396141"/>
            <a:ext cx="1069991" cy="1045050"/>
            <a:chOff x="297527" y="0"/>
            <a:chExt cx="1070045" cy="1045102"/>
          </a:xfrm>
        </p:grpSpPr>
        <p:sp>
          <p:nvSpPr>
            <p:cNvPr id="2093" name="Google Shape;2093;p37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7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7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7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7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7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7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7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7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7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7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7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7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7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7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7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7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7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7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7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7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7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7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7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7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7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7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7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7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7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7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7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7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7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7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7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7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7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7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7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7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7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7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7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7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7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7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7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7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7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7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7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7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7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7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7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7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7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7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7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7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7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2155" name="Shape 2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6" name="Google Shape;2156;p38"/>
          <p:cNvGrpSpPr/>
          <p:nvPr/>
        </p:nvGrpSpPr>
        <p:grpSpPr>
          <a:xfrm rot="-2700000">
            <a:off x="78661" y="850533"/>
            <a:ext cx="2744876" cy="5629999"/>
            <a:chOff x="-519875" y="1198836"/>
            <a:chExt cx="2019058" cy="4141278"/>
          </a:xfrm>
        </p:grpSpPr>
        <p:sp>
          <p:nvSpPr>
            <p:cNvPr id="2157" name="Google Shape;2157;p38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8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8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0" name="Google Shape;2160;p38"/>
          <p:cNvGrpSpPr/>
          <p:nvPr/>
        </p:nvGrpSpPr>
        <p:grpSpPr>
          <a:xfrm rot="-9881969">
            <a:off x="2098084" y="-1119903"/>
            <a:ext cx="8556686" cy="2823940"/>
            <a:chOff x="1471992" y="3091774"/>
            <a:chExt cx="7807582" cy="2576715"/>
          </a:xfrm>
        </p:grpSpPr>
        <p:sp>
          <p:nvSpPr>
            <p:cNvPr id="2161" name="Google Shape;2161;p38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8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8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4" name="Google Shape;2164;p38"/>
          <p:cNvGrpSpPr/>
          <p:nvPr/>
        </p:nvGrpSpPr>
        <p:grpSpPr>
          <a:xfrm rot="8733401">
            <a:off x="4939490" y="2938610"/>
            <a:ext cx="5202280" cy="2493434"/>
            <a:chOff x="4082157" y="-503850"/>
            <a:chExt cx="5202193" cy="2493393"/>
          </a:xfrm>
        </p:grpSpPr>
        <p:sp>
          <p:nvSpPr>
            <p:cNvPr id="2165" name="Google Shape;2165;p38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8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8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68" name="Google Shape;2168;p3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2169" name="Google Shape;2169;p38"/>
          <p:cNvSpPr txBox="1"/>
          <p:nvPr>
            <p:ph idx="1" type="body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grpSp>
        <p:nvGrpSpPr>
          <p:cNvPr id="2170" name="Google Shape;2170;p38"/>
          <p:cNvGrpSpPr/>
          <p:nvPr/>
        </p:nvGrpSpPr>
        <p:grpSpPr>
          <a:xfrm rot="-7562891">
            <a:off x="-2829" y="4143898"/>
            <a:ext cx="937869" cy="929216"/>
            <a:chOff x="581988" y="3891200"/>
            <a:chExt cx="945850" cy="937200"/>
          </a:xfrm>
        </p:grpSpPr>
        <p:sp>
          <p:nvSpPr>
            <p:cNvPr id="2171" name="Google Shape;2171;p38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8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8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8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8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8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8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8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8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8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8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8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8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8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8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8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8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8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8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8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8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8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8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8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8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8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8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8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8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8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8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8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8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8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8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8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8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8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8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8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8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8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8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8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8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8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8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8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8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8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8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8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3" name="Google Shape;2223;p38"/>
          <p:cNvGrpSpPr/>
          <p:nvPr/>
        </p:nvGrpSpPr>
        <p:grpSpPr>
          <a:xfrm>
            <a:off x="7351290" y="53290"/>
            <a:ext cx="723899" cy="415300"/>
            <a:chOff x="344875" y="2058100"/>
            <a:chExt cx="676225" cy="387950"/>
          </a:xfrm>
        </p:grpSpPr>
        <p:sp>
          <p:nvSpPr>
            <p:cNvPr id="2224" name="Google Shape;2224;p38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8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8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8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8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9" name="Google Shape;2229;p38"/>
          <p:cNvGrpSpPr/>
          <p:nvPr/>
        </p:nvGrpSpPr>
        <p:grpSpPr>
          <a:xfrm rot="3765883">
            <a:off x="8292561" y="327352"/>
            <a:ext cx="723885" cy="415292"/>
            <a:chOff x="344875" y="2058100"/>
            <a:chExt cx="676225" cy="387950"/>
          </a:xfrm>
        </p:grpSpPr>
        <p:sp>
          <p:nvSpPr>
            <p:cNvPr id="2230" name="Google Shape;2230;p38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8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8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8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8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5" name="Google Shape;2235;p38"/>
          <p:cNvGrpSpPr/>
          <p:nvPr/>
        </p:nvGrpSpPr>
        <p:grpSpPr>
          <a:xfrm>
            <a:off x="1304165" y="4568865"/>
            <a:ext cx="723899" cy="415300"/>
            <a:chOff x="344875" y="2058100"/>
            <a:chExt cx="676225" cy="387950"/>
          </a:xfrm>
        </p:grpSpPr>
        <p:sp>
          <p:nvSpPr>
            <p:cNvPr id="2236" name="Google Shape;2236;p38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8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8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8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8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241" name="Shape 2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42" name="Google Shape;2242;p39"/>
          <p:cNvGrpSpPr/>
          <p:nvPr/>
        </p:nvGrpSpPr>
        <p:grpSpPr>
          <a:xfrm>
            <a:off x="1248328" y="4608503"/>
            <a:ext cx="723899" cy="415300"/>
            <a:chOff x="344875" y="2058100"/>
            <a:chExt cx="676225" cy="387950"/>
          </a:xfrm>
        </p:grpSpPr>
        <p:sp>
          <p:nvSpPr>
            <p:cNvPr id="2243" name="Google Shape;2243;p39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9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9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9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9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8" name="Google Shape;2248;p39"/>
          <p:cNvGrpSpPr/>
          <p:nvPr/>
        </p:nvGrpSpPr>
        <p:grpSpPr>
          <a:xfrm rot="10800000">
            <a:off x="-102775" y="3514196"/>
            <a:ext cx="5202193" cy="2493393"/>
            <a:chOff x="4082157" y="-503850"/>
            <a:chExt cx="5202193" cy="2493393"/>
          </a:xfrm>
        </p:grpSpPr>
        <p:sp>
          <p:nvSpPr>
            <p:cNvPr id="2249" name="Google Shape;2249;p39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9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9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2" name="Google Shape;2252;p39"/>
          <p:cNvGrpSpPr/>
          <p:nvPr/>
        </p:nvGrpSpPr>
        <p:grpSpPr>
          <a:xfrm>
            <a:off x="-519714" y="-264503"/>
            <a:ext cx="6385040" cy="1888990"/>
            <a:chOff x="1471992" y="3091774"/>
            <a:chExt cx="7807582" cy="2576715"/>
          </a:xfrm>
        </p:grpSpPr>
        <p:sp>
          <p:nvSpPr>
            <p:cNvPr id="2253" name="Google Shape;2253;p39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9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9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6" name="Google Shape;2256;p39"/>
          <p:cNvGrpSpPr/>
          <p:nvPr/>
        </p:nvGrpSpPr>
        <p:grpSpPr>
          <a:xfrm rot="10800000">
            <a:off x="7485949" y="-264494"/>
            <a:ext cx="2680704" cy="5498789"/>
            <a:chOff x="-519875" y="1198836"/>
            <a:chExt cx="2019058" cy="4141278"/>
          </a:xfrm>
        </p:grpSpPr>
        <p:sp>
          <p:nvSpPr>
            <p:cNvPr id="2257" name="Google Shape;2257;p39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9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9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0" name="Google Shape;2260;p39"/>
          <p:cNvGrpSpPr/>
          <p:nvPr/>
        </p:nvGrpSpPr>
        <p:grpSpPr>
          <a:xfrm rot="-2951737">
            <a:off x="-300466" y="3635424"/>
            <a:ext cx="1149097" cy="1138589"/>
            <a:chOff x="581988" y="3891200"/>
            <a:chExt cx="945850" cy="937200"/>
          </a:xfrm>
        </p:grpSpPr>
        <p:sp>
          <p:nvSpPr>
            <p:cNvPr id="2261" name="Google Shape;2261;p39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62" name="Google Shape;2262;p39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63" name="Google Shape;2263;p39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64" name="Google Shape;2264;p39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65" name="Google Shape;2265;p39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66" name="Google Shape;2266;p39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67" name="Google Shape;2267;p39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68" name="Google Shape;2268;p39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69" name="Google Shape;2269;p39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70" name="Google Shape;2270;p39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71" name="Google Shape;2271;p39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72" name="Google Shape;2272;p39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73" name="Google Shape;2273;p39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74" name="Google Shape;2274;p39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75" name="Google Shape;2275;p39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76" name="Google Shape;2276;p39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77" name="Google Shape;2277;p39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78" name="Google Shape;2278;p39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79" name="Google Shape;2279;p39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80" name="Google Shape;2280;p39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81" name="Google Shape;2281;p39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82" name="Google Shape;2282;p39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83" name="Google Shape;2283;p39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84" name="Google Shape;2284;p39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85" name="Google Shape;2285;p39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86" name="Google Shape;2286;p39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87" name="Google Shape;2287;p39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88" name="Google Shape;2288;p39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89" name="Google Shape;2289;p39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90" name="Google Shape;2290;p39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91" name="Google Shape;2291;p39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92" name="Google Shape;2292;p39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93" name="Google Shape;2293;p39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94" name="Google Shape;2294;p39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95" name="Google Shape;2295;p39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96" name="Google Shape;2296;p39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97" name="Google Shape;2297;p39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98" name="Google Shape;2298;p39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299" name="Google Shape;2299;p39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00" name="Google Shape;2300;p39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01" name="Google Shape;2301;p39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02" name="Google Shape;2302;p39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03" name="Google Shape;2303;p39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04" name="Google Shape;2304;p39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05" name="Google Shape;2305;p39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06" name="Google Shape;2306;p39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07" name="Google Shape;2307;p39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08" name="Google Shape;2308;p39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09" name="Google Shape;2309;p39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10" name="Google Shape;2310;p39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11" name="Google Shape;2311;p39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12" name="Google Shape;2312;p39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</p:grpSp>
      <p:grpSp>
        <p:nvGrpSpPr>
          <p:cNvPr id="2313" name="Google Shape;2313;p39"/>
          <p:cNvGrpSpPr/>
          <p:nvPr/>
        </p:nvGrpSpPr>
        <p:grpSpPr>
          <a:xfrm rot="6538712">
            <a:off x="350509" y="4318459"/>
            <a:ext cx="1069999" cy="1045058"/>
            <a:chOff x="297527" y="0"/>
            <a:chExt cx="1070045" cy="1045102"/>
          </a:xfrm>
        </p:grpSpPr>
        <p:sp>
          <p:nvSpPr>
            <p:cNvPr id="2314" name="Google Shape;2314;p39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15" name="Google Shape;2315;p39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16" name="Google Shape;2316;p39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17" name="Google Shape;2317;p39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18" name="Google Shape;2318;p39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19" name="Google Shape;2319;p39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20" name="Google Shape;2320;p39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21" name="Google Shape;2321;p39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22" name="Google Shape;2322;p39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23" name="Google Shape;2323;p39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24" name="Google Shape;2324;p39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25" name="Google Shape;2325;p39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26" name="Google Shape;2326;p39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27" name="Google Shape;2327;p39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28" name="Google Shape;2328;p39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29" name="Google Shape;2329;p39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30" name="Google Shape;2330;p39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31" name="Google Shape;2331;p39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32" name="Google Shape;2332;p39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33" name="Google Shape;2333;p39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34" name="Google Shape;2334;p39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35" name="Google Shape;2335;p39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36" name="Google Shape;2336;p39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37" name="Google Shape;2337;p39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38" name="Google Shape;2338;p39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39" name="Google Shape;2339;p39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40" name="Google Shape;2340;p39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41" name="Google Shape;2341;p39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42" name="Google Shape;2342;p39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43" name="Google Shape;2343;p39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44" name="Google Shape;2344;p39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45" name="Google Shape;2345;p39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46" name="Google Shape;2346;p39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47" name="Google Shape;2347;p39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48" name="Google Shape;2348;p39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49" name="Google Shape;2349;p39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50" name="Google Shape;2350;p39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51" name="Google Shape;2351;p39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52" name="Google Shape;2352;p39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53" name="Google Shape;2353;p39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54" name="Google Shape;2354;p39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55" name="Google Shape;2355;p39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56" name="Google Shape;2356;p39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57" name="Google Shape;2357;p39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58" name="Google Shape;2358;p39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59" name="Google Shape;2359;p39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60" name="Google Shape;2360;p39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61" name="Google Shape;2361;p39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62" name="Google Shape;2362;p39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63" name="Google Shape;2363;p39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64" name="Google Shape;2364;p39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65" name="Google Shape;2365;p39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66" name="Google Shape;2366;p39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67" name="Google Shape;2367;p39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68" name="Google Shape;2368;p39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69" name="Google Shape;2369;p39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70" name="Google Shape;2370;p39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71" name="Google Shape;2371;p39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72" name="Google Shape;2372;p39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73" name="Google Shape;2373;p39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74" name="Google Shape;2374;p39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75" name="Google Shape;2375;p39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</p:grpSp>
      <p:grpSp>
        <p:nvGrpSpPr>
          <p:cNvPr id="2376" name="Google Shape;2376;p39"/>
          <p:cNvGrpSpPr/>
          <p:nvPr/>
        </p:nvGrpSpPr>
        <p:grpSpPr>
          <a:xfrm rot="1138741">
            <a:off x="8267408" y="3971572"/>
            <a:ext cx="1304235" cy="1273834"/>
            <a:chOff x="297527" y="0"/>
            <a:chExt cx="1070045" cy="1045102"/>
          </a:xfrm>
        </p:grpSpPr>
        <p:sp>
          <p:nvSpPr>
            <p:cNvPr id="2377" name="Google Shape;2377;p39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78" name="Google Shape;2378;p39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79" name="Google Shape;2379;p39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80" name="Google Shape;2380;p39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81" name="Google Shape;2381;p39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82" name="Google Shape;2382;p39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83" name="Google Shape;2383;p39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84" name="Google Shape;2384;p39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85" name="Google Shape;2385;p39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86" name="Google Shape;2386;p39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87" name="Google Shape;2387;p39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88" name="Google Shape;2388;p39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89" name="Google Shape;2389;p39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90" name="Google Shape;2390;p39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91" name="Google Shape;2391;p39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92" name="Google Shape;2392;p39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93" name="Google Shape;2393;p39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94" name="Google Shape;2394;p39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95" name="Google Shape;2395;p39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96" name="Google Shape;2396;p39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97" name="Google Shape;2397;p39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98" name="Google Shape;2398;p39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399" name="Google Shape;2399;p39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00" name="Google Shape;2400;p39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01" name="Google Shape;2401;p39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02" name="Google Shape;2402;p39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03" name="Google Shape;2403;p39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04" name="Google Shape;2404;p39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05" name="Google Shape;2405;p39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06" name="Google Shape;2406;p39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07" name="Google Shape;2407;p39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08" name="Google Shape;2408;p39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09" name="Google Shape;2409;p39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10" name="Google Shape;2410;p39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11" name="Google Shape;2411;p39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12" name="Google Shape;2412;p39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13" name="Google Shape;2413;p39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14" name="Google Shape;2414;p39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15" name="Google Shape;2415;p39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16" name="Google Shape;2416;p39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17" name="Google Shape;2417;p39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18" name="Google Shape;2418;p39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19" name="Google Shape;2419;p39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20" name="Google Shape;2420;p39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21" name="Google Shape;2421;p39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22" name="Google Shape;2422;p39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23" name="Google Shape;2423;p39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24" name="Google Shape;2424;p39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25" name="Google Shape;2425;p39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26" name="Google Shape;2426;p39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27" name="Google Shape;2427;p39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28" name="Google Shape;2428;p39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29" name="Google Shape;2429;p39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30" name="Google Shape;2430;p39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31" name="Google Shape;2431;p39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32" name="Google Shape;2432;p39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33" name="Google Shape;2433;p39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34" name="Google Shape;2434;p39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35" name="Google Shape;2435;p39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36" name="Google Shape;2436;p39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37" name="Google Shape;2437;p39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38" name="Google Shape;2438;p39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</p:grpSp>
      <p:grpSp>
        <p:nvGrpSpPr>
          <p:cNvPr id="2439" name="Google Shape;2439;p39"/>
          <p:cNvGrpSpPr/>
          <p:nvPr/>
        </p:nvGrpSpPr>
        <p:grpSpPr>
          <a:xfrm rot="1138712">
            <a:off x="7893900" y="3467176"/>
            <a:ext cx="1069999" cy="1045058"/>
            <a:chOff x="297527" y="0"/>
            <a:chExt cx="1070045" cy="1045102"/>
          </a:xfrm>
        </p:grpSpPr>
        <p:sp>
          <p:nvSpPr>
            <p:cNvPr id="2440" name="Google Shape;2440;p39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41" name="Google Shape;2441;p39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42" name="Google Shape;2442;p39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43" name="Google Shape;2443;p39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44" name="Google Shape;2444;p39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45" name="Google Shape;2445;p39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46" name="Google Shape;2446;p39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47" name="Google Shape;2447;p39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48" name="Google Shape;2448;p39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49" name="Google Shape;2449;p39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50" name="Google Shape;2450;p39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51" name="Google Shape;2451;p39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52" name="Google Shape;2452;p39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53" name="Google Shape;2453;p39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54" name="Google Shape;2454;p39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55" name="Google Shape;2455;p39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56" name="Google Shape;2456;p39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57" name="Google Shape;2457;p39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58" name="Google Shape;2458;p39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59" name="Google Shape;2459;p39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60" name="Google Shape;2460;p39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61" name="Google Shape;2461;p39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62" name="Google Shape;2462;p39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63" name="Google Shape;2463;p39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64" name="Google Shape;2464;p39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65" name="Google Shape;2465;p39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66" name="Google Shape;2466;p39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67" name="Google Shape;2467;p39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68" name="Google Shape;2468;p39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69" name="Google Shape;2469;p39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70" name="Google Shape;2470;p39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71" name="Google Shape;2471;p39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72" name="Google Shape;2472;p39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73" name="Google Shape;2473;p39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74" name="Google Shape;2474;p39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75" name="Google Shape;2475;p39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76" name="Google Shape;2476;p39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77" name="Google Shape;2477;p39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78" name="Google Shape;2478;p39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79" name="Google Shape;2479;p39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80" name="Google Shape;2480;p39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81" name="Google Shape;2481;p39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82" name="Google Shape;2482;p39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83" name="Google Shape;2483;p39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84" name="Google Shape;2484;p39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85" name="Google Shape;2485;p39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86" name="Google Shape;2486;p39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87" name="Google Shape;2487;p39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88" name="Google Shape;2488;p39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89" name="Google Shape;2489;p39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90" name="Google Shape;2490;p39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91" name="Google Shape;2491;p39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92" name="Google Shape;2492;p39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93" name="Google Shape;2493;p39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94" name="Google Shape;2494;p39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95" name="Google Shape;2495;p39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96" name="Google Shape;2496;p39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97" name="Google Shape;2497;p39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98" name="Google Shape;2498;p39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499" name="Google Shape;2499;p39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500" name="Google Shape;2500;p39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  <p:sp>
          <p:nvSpPr>
            <p:cNvPr id="2501" name="Google Shape;2501;p39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Coustard"/>
                <a:ea typeface="Coustard"/>
                <a:cs typeface="Coustard"/>
                <a:sym typeface="Coustard"/>
              </a:endParaRPr>
            </a:p>
          </p:txBody>
        </p:sp>
      </p:grpSp>
      <p:sp>
        <p:nvSpPr>
          <p:cNvPr id="2502" name="Google Shape;2502;p39"/>
          <p:cNvSpPr txBox="1"/>
          <p:nvPr>
            <p:ph idx="1" type="subTitle"/>
          </p:nvPr>
        </p:nvSpPr>
        <p:spPr>
          <a:xfrm>
            <a:off x="1449913" y="2420050"/>
            <a:ext cx="2589300" cy="47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503" name="Google Shape;2503;p39"/>
          <p:cNvSpPr txBox="1"/>
          <p:nvPr>
            <p:ph idx="2" type="subTitle"/>
          </p:nvPr>
        </p:nvSpPr>
        <p:spPr>
          <a:xfrm>
            <a:off x="5104788" y="2420050"/>
            <a:ext cx="2589300" cy="47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504" name="Google Shape;2504;p39"/>
          <p:cNvSpPr txBox="1"/>
          <p:nvPr>
            <p:ph idx="3" type="subTitle"/>
          </p:nvPr>
        </p:nvSpPr>
        <p:spPr>
          <a:xfrm>
            <a:off x="1449913" y="2773001"/>
            <a:ext cx="2589300" cy="107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05" name="Google Shape;2505;p39"/>
          <p:cNvSpPr txBox="1"/>
          <p:nvPr>
            <p:ph idx="4" type="subTitle"/>
          </p:nvPr>
        </p:nvSpPr>
        <p:spPr>
          <a:xfrm>
            <a:off x="5104788" y="2773001"/>
            <a:ext cx="2589300" cy="107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06" name="Google Shape;2506;p3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2507" name="Google Shape;2507;p39"/>
          <p:cNvGrpSpPr/>
          <p:nvPr/>
        </p:nvGrpSpPr>
        <p:grpSpPr>
          <a:xfrm rot="-7721951">
            <a:off x="7960346" y="109266"/>
            <a:ext cx="1069991" cy="1045050"/>
            <a:chOff x="297527" y="0"/>
            <a:chExt cx="1070045" cy="1045102"/>
          </a:xfrm>
        </p:grpSpPr>
        <p:sp>
          <p:nvSpPr>
            <p:cNvPr id="2508" name="Google Shape;2508;p39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9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9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9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9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9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9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9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9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9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9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9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9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9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9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9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9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9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9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9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9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9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9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9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9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9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9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9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9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9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9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9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9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9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9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9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9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9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9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9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9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9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9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9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9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9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9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9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9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9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9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9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9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9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9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9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9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9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9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9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9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9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0" name="Google Shape;2570;p39"/>
          <p:cNvGrpSpPr/>
          <p:nvPr/>
        </p:nvGrpSpPr>
        <p:grpSpPr>
          <a:xfrm>
            <a:off x="7029140" y="4553240"/>
            <a:ext cx="723899" cy="415300"/>
            <a:chOff x="344875" y="2058100"/>
            <a:chExt cx="676225" cy="387950"/>
          </a:xfrm>
        </p:grpSpPr>
        <p:sp>
          <p:nvSpPr>
            <p:cNvPr id="2571" name="Google Shape;2571;p39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9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9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9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9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6" name="Google Shape;2576;p39"/>
          <p:cNvGrpSpPr/>
          <p:nvPr/>
        </p:nvGrpSpPr>
        <p:grpSpPr>
          <a:xfrm rot="-4249523">
            <a:off x="-46933" y="327354"/>
            <a:ext cx="723891" cy="415296"/>
            <a:chOff x="344875" y="2058100"/>
            <a:chExt cx="676225" cy="387950"/>
          </a:xfrm>
        </p:grpSpPr>
        <p:sp>
          <p:nvSpPr>
            <p:cNvPr id="2577" name="Google Shape;2577;p39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9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9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9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9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2" name="Google Shape;2582;p39"/>
          <p:cNvGrpSpPr/>
          <p:nvPr/>
        </p:nvGrpSpPr>
        <p:grpSpPr>
          <a:xfrm rot="8818945">
            <a:off x="1303021" y="4031015"/>
            <a:ext cx="723884" cy="415292"/>
            <a:chOff x="344875" y="2058100"/>
            <a:chExt cx="676225" cy="387950"/>
          </a:xfrm>
        </p:grpSpPr>
        <p:sp>
          <p:nvSpPr>
            <p:cNvPr id="2583" name="Google Shape;2583;p39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9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9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9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9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588" name="Shape 2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9" name="Google Shape;2589;p40"/>
          <p:cNvGrpSpPr/>
          <p:nvPr/>
        </p:nvGrpSpPr>
        <p:grpSpPr>
          <a:xfrm rot="10800000">
            <a:off x="-102775" y="3514196"/>
            <a:ext cx="5202193" cy="2493393"/>
            <a:chOff x="4082157" y="-503850"/>
            <a:chExt cx="5202193" cy="2493393"/>
          </a:xfrm>
        </p:grpSpPr>
        <p:sp>
          <p:nvSpPr>
            <p:cNvPr id="2590" name="Google Shape;2590;p40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0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40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3" name="Google Shape;2593;p40"/>
          <p:cNvGrpSpPr/>
          <p:nvPr/>
        </p:nvGrpSpPr>
        <p:grpSpPr>
          <a:xfrm>
            <a:off x="-519714" y="-264503"/>
            <a:ext cx="6385040" cy="1888990"/>
            <a:chOff x="1471992" y="3091774"/>
            <a:chExt cx="7807582" cy="2576715"/>
          </a:xfrm>
        </p:grpSpPr>
        <p:sp>
          <p:nvSpPr>
            <p:cNvPr id="2594" name="Google Shape;2594;p40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40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0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7" name="Google Shape;2597;p40"/>
          <p:cNvGrpSpPr/>
          <p:nvPr/>
        </p:nvGrpSpPr>
        <p:grpSpPr>
          <a:xfrm rot="10800000">
            <a:off x="7485949" y="-264494"/>
            <a:ext cx="2680704" cy="5498789"/>
            <a:chOff x="-519875" y="1198836"/>
            <a:chExt cx="2019058" cy="4141278"/>
          </a:xfrm>
        </p:grpSpPr>
        <p:sp>
          <p:nvSpPr>
            <p:cNvPr id="2598" name="Google Shape;2598;p40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0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0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1" name="Google Shape;2601;p40"/>
          <p:cNvGrpSpPr/>
          <p:nvPr/>
        </p:nvGrpSpPr>
        <p:grpSpPr>
          <a:xfrm rot="7848420">
            <a:off x="8376171" y="475503"/>
            <a:ext cx="945831" cy="937181"/>
            <a:chOff x="581988" y="3891200"/>
            <a:chExt cx="945850" cy="937200"/>
          </a:xfrm>
        </p:grpSpPr>
        <p:sp>
          <p:nvSpPr>
            <p:cNvPr id="2602" name="Google Shape;2602;p40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40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40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0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40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40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40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40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40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0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40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40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0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40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40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0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40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40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40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40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40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40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40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40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0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0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40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40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0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40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40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40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40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40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40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40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40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40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40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40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40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40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40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40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40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40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40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40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40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40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40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40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4" name="Google Shape;2654;p40"/>
          <p:cNvGrpSpPr/>
          <p:nvPr/>
        </p:nvGrpSpPr>
        <p:grpSpPr>
          <a:xfrm rot="9900040">
            <a:off x="7702757" y="-214357"/>
            <a:ext cx="1070013" cy="1045071"/>
            <a:chOff x="297527" y="0"/>
            <a:chExt cx="1070045" cy="1045102"/>
          </a:xfrm>
        </p:grpSpPr>
        <p:sp>
          <p:nvSpPr>
            <p:cNvPr id="2655" name="Google Shape;2655;p40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40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40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40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40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40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40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40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40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40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40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40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40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40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40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40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40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40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40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40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40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40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40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40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40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40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40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40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40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40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40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40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40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40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40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40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40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40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40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40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40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40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40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40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40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40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40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40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40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40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40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40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40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40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40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40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40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0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40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40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40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40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7" name="Google Shape;2717;p40"/>
          <p:cNvGrpSpPr/>
          <p:nvPr/>
        </p:nvGrpSpPr>
        <p:grpSpPr>
          <a:xfrm rot="-9830479">
            <a:off x="-40673" y="4447090"/>
            <a:ext cx="945855" cy="937205"/>
            <a:chOff x="581988" y="3891200"/>
            <a:chExt cx="945850" cy="937200"/>
          </a:xfrm>
        </p:grpSpPr>
        <p:sp>
          <p:nvSpPr>
            <p:cNvPr id="2718" name="Google Shape;2718;p40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40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40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40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40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40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0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40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40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40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40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40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40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40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40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40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40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40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40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40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40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40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40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40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40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40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40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40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40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40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40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40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40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40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40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40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40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40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40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70" name="Google Shape;2770;p4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2771" name="Google Shape;2771;p40"/>
          <p:cNvGrpSpPr/>
          <p:nvPr/>
        </p:nvGrpSpPr>
        <p:grpSpPr>
          <a:xfrm>
            <a:off x="6925515" y="-10"/>
            <a:ext cx="723899" cy="415300"/>
            <a:chOff x="344875" y="2058100"/>
            <a:chExt cx="676225" cy="387950"/>
          </a:xfrm>
        </p:grpSpPr>
        <p:sp>
          <p:nvSpPr>
            <p:cNvPr id="2772" name="Google Shape;2772;p40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40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40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40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0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7" name="Google Shape;2777;p40"/>
          <p:cNvGrpSpPr/>
          <p:nvPr/>
        </p:nvGrpSpPr>
        <p:grpSpPr>
          <a:xfrm>
            <a:off x="-10" y="3918665"/>
            <a:ext cx="723899" cy="415300"/>
            <a:chOff x="344875" y="2058100"/>
            <a:chExt cx="676225" cy="387950"/>
          </a:xfrm>
        </p:grpSpPr>
        <p:sp>
          <p:nvSpPr>
            <p:cNvPr id="2778" name="Google Shape;2778;p40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40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40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40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40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783" name="Shape 2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84" name="Google Shape;2784;p41"/>
          <p:cNvGrpSpPr/>
          <p:nvPr/>
        </p:nvGrpSpPr>
        <p:grpSpPr>
          <a:xfrm rot="-1020527">
            <a:off x="1721265" y="3520330"/>
            <a:ext cx="7807093" cy="2576554"/>
            <a:chOff x="1471992" y="3091774"/>
            <a:chExt cx="7807582" cy="2576715"/>
          </a:xfrm>
        </p:grpSpPr>
        <p:sp>
          <p:nvSpPr>
            <p:cNvPr id="2785" name="Google Shape;2785;p41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41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41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88" name="Google Shape;2788;p41"/>
          <p:cNvGrpSpPr/>
          <p:nvPr/>
        </p:nvGrpSpPr>
        <p:grpSpPr>
          <a:xfrm rot="-9596084">
            <a:off x="3765679" y="-555424"/>
            <a:ext cx="6788366" cy="2493395"/>
            <a:chOff x="4082157" y="-503850"/>
            <a:chExt cx="5202193" cy="2493393"/>
          </a:xfrm>
        </p:grpSpPr>
        <p:sp>
          <p:nvSpPr>
            <p:cNvPr id="2789" name="Google Shape;2789;p41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41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41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92" name="Google Shape;2792;p41"/>
          <p:cNvGrpSpPr/>
          <p:nvPr/>
        </p:nvGrpSpPr>
        <p:grpSpPr>
          <a:xfrm rot="3281806">
            <a:off x="-294426" y="-1227447"/>
            <a:ext cx="2019046" cy="4141252"/>
            <a:chOff x="-519875" y="1198836"/>
            <a:chExt cx="2019058" cy="4141278"/>
          </a:xfrm>
        </p:grpSpPr>
        <p:sp>
          <p:nvSpPr>
            <p:cNvPr id="2793" name="Google Shape;2793;p41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1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41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96" name="Google Shape;2796;p41"/>
          <p:cNvGrpSpPr/>
          <p:nvPr/>
        </p:nvGrpSpPr>
        <p:grpSpPr>
          <a:xfrm rot="-2951737">
            <a:off x="-232287" y="3639434"/>
            <a:ext cx="1149097" cy="1138589"/>
            <a:chOff x="581988" y="3891200"/>
            <a:chExt cx="945850" cy="937200"/>
          </a:xfrm>
        </p:grpSpPr>
        <p:sp>
          <p:nvSpPr>
            <p:cNvPr id="2797" name="Google Shape;2797;p41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1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1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41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41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41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41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41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41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41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41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41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41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41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41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41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41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41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41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41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41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41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41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41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41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41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41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41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41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41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41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41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41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41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41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41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41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41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41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41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41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41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41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41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41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41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41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41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41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41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41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41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49" name="Google Shape;2849;p41"/>
          <p:cNvGrpSpPr/>
          <p:nvPr/>
        </p:nvGrpSpPr>
        <p:grpSpPr>
          <a:xfrm rot="6538712">
            <a:off x="418688" y="4322470"/>
            <a:ext cx="1069999" cy="1045058"/>
            <a:chOff x="297527" y="0"/>
            <a:chExt cx="1070045" cy="1045102"/>
          </a:xfrm>
        </p:grpSpPr>
        <p:sp>
          <p:nvSpPr>
            <p:cNvPr id="2850" name="Google Shape;2850;p41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41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41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41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41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41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41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41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41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41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41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41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41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41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41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41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41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41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41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41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41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41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41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41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41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41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41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41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41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41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41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41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41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41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41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41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41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41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41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41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41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41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41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41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41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41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41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41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41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41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41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41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41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41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41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41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41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41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41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41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41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41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2" name="Google Shape;2912;p41"/>
          <p:cNvGrpSpPr/>
          <p:nvPr/>
        </p:nvGrpSpPr>
        <p:grpSpPr>
          <a:xfrm rot="-704124">
            <a:off x="-300410" y="-233880"/>
            <a:ext cx="1149108" cy="1138599"/>
            <a:chOff x="581988" y="3891200"/>
            <a:chExt cx="945850" cy="937200"/>
          </a:xfrm>
        </p:grpSpPr>
        <p:sp>
          <p:nvSpPr>
            <p:cNvPr id="2913" name="Google Shape;2913;p41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41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41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41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41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41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41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41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41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41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41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41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41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41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41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41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41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41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41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41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41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41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41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41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41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41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41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41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41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41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41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41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41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41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41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41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41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41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41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41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41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41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41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41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41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41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41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41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41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41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41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41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65" name="Google Shape;2965;p41"/>
          <p:cNvSpPr txBox="1"/>
          <p:nvPr>
            <p:ph type="title"/>
          </p:nvPr>
        </p:nvSpPr>
        <p:spPr>
          <a:xfrm>
            <a:off x="720000" y="1277075"/>
            <a:ext cx="3908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2966" name="Google Shape;2966;p41"/>
          <p:cNvSpPr txBox="1"/>
          <p:nvPr>
            <p:ph idx="1" type="subTitle"/>
          </p:nvPr>
        </p:nvSpPr>
        <p:spPr>
          <a:xfrm>
            <a:off x="720000" y="1832125"/>
            <a:ext cx="3908400" cy="189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600"/>
              <a:buFont typeface="Nunito Light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9pPr>
          </a:lstStyle>
          <a:p/>
        </p:txBody>
      </p:sp>
      <p:sp>
        <p:nvSpPr>
          <p:cNvPr id="2967" name="Google Shape;2967;p41"/>
          <p:cNvSpPr/>
          <p:nvPr>
            <p:ph idx="2" type="pic"/>
          </p:nvPr>
        </p:nvSpPr>
        <p:spPr>
          <a:xfrm>
            <a:off x="4628600" y="742950"/>
            <a:ext cx="3657600" cy="3657600"/>
          </a:xfrm>
          <a:prstGeom prst="ellipse">
            <a:avLst/>
          </a:prstGeom>
          <a:noFill/>
          <a:ln>
            <a:noFill/>
          </a:ln>
        </p:spPr>
      </p:sp>
      <p:grpSp>
        <p:nvGrpSpPr>
          <p:cNvPr id="2968" name="Google Shape;2968;p41"/>
          <p:cNvGrpSpPr/>
          <p:nvPr/>
        </p:nvGrpSpPr>
        <p:grpSpPr>
          <a:xfrm>
            <a:off x="7623515" y="127753"/>
            <a:ext cx="723899" cy="415300"/>
            <a:chOff x="344875" y="2058100"/>
            <a:chExt cx="676225" cy="387950"/>
          </a:xfrm>
        </p:grpSpPr>
        <p:sp>
          <p:nvSpPr>
            <p:cNvPr id="2969" name="Google Shape;2969;p41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41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41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41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41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74" name="Google Shape;2974;p41"/>
          <p:cNvGrpSpPr/>
          <p:nvPr/>
        </p:nvGrpSpPr>
        <p:grpSpPr>
          <a:xfrm rot="5400000">
            <a:off x="8459990" y="207590"/>
            <a:ext cx="723899" cy="415300"/>
            <a:chOff x="344875" y="2058100"/>
            <a:chExt cx="676225" cy="387950"/>
          </a:xfrm>
        </p:grpSpPr>
        <p:sp>
          <p:nvSpPr>
            <p:cNvPr id="2975" name="Google Shape;2975;p41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41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41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41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41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0" name="Google Shape;2980;p41"/>
          <p:cNvGrpSpPr/>
          <p:nvPr/>
        </p:nvGrpSpPr>
        <p:grpSpPr>
          <a:xfrm rot="6165139">
            <a:off x="717801" y="327347"/>
            <a:ext cx="723903" cy="415303"/>
            <a:chOff x="344875" y="2058100"/>
            <a:chExt cx="676225" cy="387950"/>
          </a:xfrm>
        </p:grpSpPr>
        <p:sp>
          <p:nvSpPr>
            <p:cNvPr id="2981" name="Google Shape;2981;p41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41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41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41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41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6" name="Google Shape;2986;p41"/>
          <p:cNvGrpSpPr/>
          <p:nvPr/>
        </p:nvGrpSpPr>
        <p:grpSpPr>
          <a:xfrm>
            <a:off x="1056390" y="4149640"/>
            <a:ext cx="723899" cy="415300"/>
            <a:chOff x="344875" y="2058100"/>
            <a:chExt cx="676225" cy="387950"/>
          </a:xfrm>
        </p:grpSpPr>
        <p:sp>
          <p:nvSpPr>
            <p:cNvPr id="2987" name="Google Shape;2987;p41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41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41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41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41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92" name="Google Shape;2992;p41"/>
          <p:cNvGrpSpPr/>
          <p:nvPr/>
        </p:nvGrpSpPr>
        <p:grpSpPr>
          <a:xfrm>
            <a:off x="8305690" y="4637340"/>
            <a:ext cx="723899" cy="415300"/>
            <a:chOff x="344875" y="2058100"/>
            <a:chExt cx="676225" cy="387950"/>
          </a:xfrm>
        </p:grpSpPr>
        <p:sp>
          <p:nvSpPr>
            <p:cNvPr id="2993" name="Google Shape;2993;p41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41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41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41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41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2998" name="Shape 2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99" name="Google Shape;2999;p42"/>
          <p:cNvGrpSpPr/>
          <p:nvPr/>
        </p:nvGrpSpPr>
        <p:grpSpPr>
          <a:xfrm>
            <a:off x="3459851" y="-802077"/>
            <a:ext cx="5824376" cy="2436294"/>
            <a:chOff x="4082157" y="-503850"/>
            <a:chExt cx="5202193" cy="2493393"/>
          </a:xfrm>
        </p:grpSpPr>
        <p:sp>
          <p:nvSpPr>
            <p:cNvPr id="3000" name="Google Shape;3000;p42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42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42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03" name="Google Shape;3003;p42"/>
          <p:cNvGrpSpPr/>
          <p:nvPr/>
        </p:nvGrpSpPr>
        <p:grpSpPr>
          <a:xfrm rot="1544398">
            <a:off x="-750472" y="-1327852"/>
            <a:ext cx="2019116" cy="4141396"/>
            <a:chOff x="-519875" y="1198836"/>
            <a:chExt cx="2019058" cy="4141278"/>
          </a:xfrm>
        </p:grpSpPr>
        <p:sp>
          <p:nvSpPr>
            <p:cNvPr id="3004" name="Google Shape;3004;p42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42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42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07" name="Google Shape;3007;p42"/>
          <p:cNvGrpSpPr/>
          <p:nvPr/>
        </p:nvGrpSpPr>
        <p:grpSpPr>
          <a:xfrm>
            <a:off x="2394417" y="3091774"/>
            <a:ext cx="7807582" cy="2576715"/>
            <a:chOff x="1471992" y="3091774"/>
            <a:chExt cx="7807582" cy="2576715"/>
          </a:xfrm>
        </p:grpSpPr>
        <p:sp>
          <p:nvSpPr>
            <p:cNvPr id="3008" name="Google Shape;3008;p42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42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42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11" name="Google Shape;3011;p42"/>
          <p:cNvGrpSpPr/>
          <p:nvPr/>
        </p:nvGrpSpPr>
        <p:grpSpPr>
          <a:xfrm rot="-899890">
            <a:off x="-847869" y="3165561"/>
            <a:ext cx="1618910" cy="3320537"/>
            <a:chOff x="-519875" y="1198836"/>
            <a:chExt cx="2019058" cy="4141278"/>
          </a:xfrm>
        </p:grpSpPr>
        <p:sp>
          <p:nvSpPr>
            <p:cNvPr id="3012" name="Google Shape;3012;p42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42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42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15" name="Google Shape;3015;p42"/>
          <p:cNvGrpSpPr/>
          <p:nvPr/>
        </p:nvGrpSpPr>
        <p:grpSpPr>
          <a:xfrm flipH="1" rot="-2448263">
            <a:off x="-178241" y="4039202"/>
            <a:ext cx="1149097" cy="1138589"/>
            <a:chOff x="581988" y="3891200"/>
            <a:chExt cx="945850" cy="937200"/>
          </a:xfrm>
        </p:grpSpPr>
        <p:sp>
          <p:nvSpPr>
            <p:cNvPr id="3016" name="Google Shape;3016;p42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42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42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42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42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42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42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42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42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42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42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42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42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42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42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42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42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42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42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42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42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42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42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42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42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42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42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42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42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42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42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42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42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42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42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42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42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42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42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42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42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42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42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42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42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42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42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42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42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42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42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42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68" name="Google Shape;3068;p42"/>
          <p:cNvGrpSpPr/>
          <p:nvPr/>
        </p:nvGrpSpPr>
        <p:grpSpPr>
          <a:xfrm flipH="1" rot="-4240300">
            <a:off x="452078" y="3466538"/>
            <a:ext cx="1149088" cy="1138579"/>
            <a:chOff x="581988" y="3891200"/>
            <a:chExt cx="945850" cy="937200"/>
          </a:xfrm>
        </p:grpSpPr>
        <p:sp>
          <p:nvSpPr>
            <p:cNvPr id="3069" name="Google Shape;3069;p42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42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42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42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42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42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42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42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42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42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42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42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42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42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42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42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42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42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42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42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42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42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42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42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42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42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42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42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42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42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42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42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42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42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42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42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42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42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42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42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42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42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42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42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42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42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42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42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42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42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42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42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21" name="Google Shape;3121;p42"/>
          <p:cNvGrpSpPr/>
          <p:nvPr/>
        </p:nvGrpSpPr>
        <p:grpSpPr>
          <a:xfrm rot="-9661288">
            <a:off x="8073364" y="3947718"/>
            <a:ext cx="1069999" cy="1045058"/>
            <a:chOff x="297527" y="0"/>
            <a:chExt cx="1070045" cy="1045102"/>
          </a:xfrm>
        </p:grpSpPr>
        <p:sp>
          <p:nvSpPr>
            <p:cNvPr id="3122" name="Google Shape;3122;p42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42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42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42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42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42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42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42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42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42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42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42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42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42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42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42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42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42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42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42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42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42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42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42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42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42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42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42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42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42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42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42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42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42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42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42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42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42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42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42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42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42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42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42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42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42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42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42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42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42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42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42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42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42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42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42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42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42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42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42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42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4" name="Google Shape;3184;p42"/>
          <p:cNvGrpSpPr/>
          <p:nvPr/>
        </p:nvGrpSpPr>
        <p:grpSpPr>
          <a:xfrm rot="-4261259">
            <a:off x="8086492" y="-396966"/>
            <a:ext cx="1304235" cy="1273834"/>
            <a:chOff x="297527" y="0"/>
            <a:chExt cx="1070045" cy="1045102"/>
          </a:xfrm>
        </p:grpSpPr>
        <p:sp>
          <p:nvSpPr>
            <p:cNvPr id="3185" name="Google Shape;3185;p42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42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42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42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42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42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42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42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42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42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42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42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42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42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42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42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42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42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42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42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42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42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42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42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42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42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42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42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42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42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42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42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42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42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42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42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42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42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42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42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42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42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42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42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42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42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42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42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7" name="Google Shape;3247;p42"/>
          <p:cNvGrpSpPr/>
          <p:nvPr/>
        </p:nvGrpSpPr>
        <p:grpSpPr>
          <a:xfrm rot="7848263">
            <a:off x="8009828" y="693339"/>
            <a:ext cx="1149097" cy="1138589"/>
            <a:chOff x="581988" y="3891200"/>
            <a:chExt cx="945850" cy="937200"/>
          </a:xfrm>
        </p:grpSpPr>
        <p:sp>
          <p:nvSpPr>
            <p:cNvPr id="3248" name="Google Shape;3248;p42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42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42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42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42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42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42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42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42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42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42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42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42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42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42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42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00" name="Google Shape;3300;p42"/>
          <p:cNvGrpSpPr/>
          <p:nvPr/>
        </p:nvGrpSpPr>
        <p:grpSpPr>
          <a:xfrm rot="-4261288">
            <a:off x="7437951" y="103835"/>
            <a:ext cx="1069999" cy="1045058"/>
            <a:chOff x="297527" y="0"/>
            <a:chExt cx="1070045" cy="1045102"/>
          </a:xfrm>
        </p:grpSpPr>
        <p:sp>
          <p:nvSpPr>
            <p:cNvPr id="3301" name="Google Shape;3301;p42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42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42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42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42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42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42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42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42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42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42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42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42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42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42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42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42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42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42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42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42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42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42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42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42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42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42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42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42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42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42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42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42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42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42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42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42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42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42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42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42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42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42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42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42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42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42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42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42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42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42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42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42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42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42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42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42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42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42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42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42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42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3" name="Google Shape;3363;p42"/>
          <p:cNvGrpSpPr/>
          <p:nvPr/>
        </p:nvGrpSpPr>
        <p:grpSpPr>
          <a:xfrm flipH="1" rot="-4695876">
            <a:off x="-97779" y="-229899"/>
            <a:ext cx="1149108" cy="1138599"/>
            <a:chOff x="581988" y="3891200"/>
            <a:chExt cx="945850" cy="937200"/>
          </a:xfrm>
        </p:grpSpPr>
        <p:sp>
          <p:nvSpPr>
            <p:cNvPr id="3364" name="Google Shape;3364;p42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42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42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42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42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42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42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42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42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42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42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42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42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42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42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42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42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42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42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42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42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42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42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42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42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42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42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42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42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42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42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42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42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42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42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42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42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42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42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42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42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42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42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42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42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42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42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42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42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42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42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42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16" name="Google Shape;3416;p42"/>
          <p:cNvSpPr txBox="1"/>
          <p:nvPr>
            <p:ph type="title"/>
          </p:nvPr>
        </p:nvSpPr>
        <p:spPr>
          <a:xfrm>
            <a:off x="1874925" y="1307100"/>
            <a:ext cx="5394300" cy="25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3417" name="Google Shape;3417;p42"/>
          <p:cNvGrpSpPr/>
          <p:nvPr/>
        </p:nvGrpSpPr>
        <p:grpSpPr>
          <a:xfrm>
            <a:off x="7344315" y="4618178"/>
            <a:ext cx="723899" cy="415300"/>
            <a:chOff x="344875" y="2058100"/>
            <a:chExt cx="676225" cy="387950"/>
          </a:xfrm>
        </p:grpSpPr>
        <p:sp>
          <p:nvSpPr>
            <p:cNvPr id="3418" name="Google Shape;3418;p42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42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42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42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42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3" name="Google Shape;3423;p42"/>
          <p:cNvGrpSpPr/>
          <p:nvPr/>
        </p:nvGrpSpPr>
        <p:grpSpPr>
          <a:xfrm>
            <a:off x="114815" y="973490"/>
            <a:ext cx="723899" cy="415300"/>
            <a:chOff x="344875" y="2058100"/>
            <a:chExt cx="676225" cy="387950"/>
          </a:xfrm>
        </p:grpSpPr>
        <p:sp>
          <p:nvSpPr>
            <p:cNvPr id="3424" name="Google Shape;3424;p42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42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42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42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42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9" name="Google Shape;3429;p42"/>
          <p:cNvGrpSpPr/>
          <p:nvPr/>
        </p:nvGrpSpPr>
        <p:grpSpPr>
          <a:xfrm>
            <a:off x="801590" y="4766415"/>
            <a:ext cx="723899" cy="415300"/>
            <a:chOff x="344875" y="2058100"/>
            <a:chExt cx="676225" cy="387950"/>
          </a:xfrm>
        </p:grpSpPr>
        <p:sp>
          <p:nvSpPr>
            <p:cNvPr id="3430" name="Google Shape;3430;p42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42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42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42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42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35" name="Google Shape;3435;p42"/>
          <p:cNvGrpSpPr/>
          <p:nvPr/>
        </p:nvGrpSpPr>
        <p:grpSpPr>
          <a:xfrm rot="6045405">
            <a:off x="1386713" y="4262592"/>
            <a:ext cx="723906" cy="415305"/>
            <a:chOff x="344875" y="2058100"/>
            <a:chExt cx="676225" cy="387950"/>
          </a:xfrm>
        </p:grpSpPr>
        <p:sp>
          <p:nvSpPr>
            <p:cNvPr id="3436" name="Google Shape;3436;p42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42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42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42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42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441" name="Shape 3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42" name="Google Shape;3442;p43"/>
          <p:cNvGrpSpPr/>
          <p:nvPr/>
        </p:nvGrpSpPr>
        <p:grpSpPr>
          <a:xfrm flipH="1">
            <a:off x="-399400" y="-1172903"/>
            <a:ext cx="5202193" cy="2493393"/>
            <a:chOff x="4082157" y="-503850"/>
            <a:chExt cx="5202193" cy="2493393"/>
          </a:xfrm>
        </p:grpSpPr>
        <p:sp>
          <p:nvSpPr>
            <p:cNvPr id="3443" name="Google Shape;3443;p43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 flipH="1" rot="-10326025">
            <a:off x="-1221628" y="3240408"/>
            <a:ext cx="7958841" cy="3004087"/>
            <a:chOff x="1471992" y="3091774"/>
            <a:chExt cx="7807582" cy="2576715"/>
          </a:xfrm>
        </p:grpSpPr>
        <p:sp>
          <p:nvSpPr>
            <p:cNvPr id="3447" name="Google Shape;3447;p43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43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50" name="Google Shape;3450;p43"/>
          <p:cNvGrpSpPr/>
          <p:nvPr/>
        </p:nvGrpSpPr>
        <p:grpSpPr>
          <a:xfrm rot="10800000">
            <a:off x="7299175" y="-647523"/>
            <a:ext cx="2867467" cy="5881857"/>
            <a:chOff x="-519875" y="1198836"/>
            <a:chExt cx="2019058" cy="4141278"/>
          </a:xfrm>
        </p:grpSpPr>
        <p:sp>
          <p:nvSpPr>
            <p:cNvPr id="3451" name="Google Shape;3451;p43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43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54" name="Google Shape;3454;p43"/>
          <p:cNvGrpSpPr/>
          <p:nvPr/>
        </p:nvGrpSpPr>
        <p:grpSpPr>
          <a:xfrm flipH="1">
            <a:off x="8197890" y="275400"/>
            <a:ext cx="1070045" cy="1045102"/>
            <a:chOff x="297527" y="0"/>
            <a:chExt cx="1070045" cy="1045102"/>
          </a:xfrm>
        </p:grpSpPr>
        <p:sp>
          <p:nvSpPr>
            <p:cNvPr id="3455" name="Google Shape;3455;p43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43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43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43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43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43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43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43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43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43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43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43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43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43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43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43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43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43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43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43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43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43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43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43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43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43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43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43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43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43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43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43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43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43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43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43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43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43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43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43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43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43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43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43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43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43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43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43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43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43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43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43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43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43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43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43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43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43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43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43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43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43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17" name="Google Shape;3517;p43"/>
          <p:cNvGrpSpPr/>
          <p:nvPr/>
        </p:nvGrpSpPr>
        <p:grpSpPr>
          <a:xfrm rot="-2051532">
            <a:off x="-363665" y="3139303"/>
            <a:ext cx="945899" cy="937249"/>
            <a:chOff x="581988" y="3891200"/>
            <a:chExt cx="945850" cy="937200"/>
          </a:xfrm>
        </p:grpSpPr>
        <p:sp>
          <p:nvSpPr>
            <p:cNvPr id="3518" name="Google Shape;3518;p43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43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43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43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43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43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43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43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43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43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43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43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43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43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43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43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43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43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43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43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43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43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43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43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43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43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43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43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43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43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43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43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43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43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43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43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43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43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43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43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43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43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43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43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43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43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43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43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43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43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43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43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70" name="Google Shape;3570;p43"/>
          <p:cNvGrpSpPr/>
          <p:nvPr/>
        </p:nvGrpSpPr>
        <p:grpSpPr>
          <a:xfrm>
            <a:off x="2" y="3857588"/>
            <a:ext cx="1070045" cy="1045102"/>
            <a:chOff x="297527" y="0"/>
            <a:chExt cx="1070045" cy="1045102"/>
          </a:xfrm>
        </p:grpSpPr>
        <p:sp>
          <p:nvSpPr>
            <p:cNvPr id="3571" name="Google Shape;3571;p43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43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43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43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43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43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43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43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43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43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43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43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43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43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43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43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43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43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43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43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43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43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43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43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43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43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43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43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43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43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43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43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43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43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43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43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43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43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43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43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43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43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43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43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43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43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43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43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43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43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43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43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43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43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43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43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43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43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43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43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43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43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33" name="Google Shape;3633;p43"/>
          <p:cNvGrpSpPr/>
          <p:nvPr/>
        </p:nvGrpSpPr>
        <p:grpSpPr>
          <a:xfrm>
            <a:off x="553313" y="3190100"/>
            <a:ext cx="945850" cy="937200"/>
            <a:chOff x="581988" y="3891200"/>
            <a:chExt cx="945850" cy="937200"/>
          </a:xfrm>
        </p:grpSpPr>
        <p:sp>
          <p:nvSpPr>
            <p:cNvPr id="3634" name="Google Shape;3634;p43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43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43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43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43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43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43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43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43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43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43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43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43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43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43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43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43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43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43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43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43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43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43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43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43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43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43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43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43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43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43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43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43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43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43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43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43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43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43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43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43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43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43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43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43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43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43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43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43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43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43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43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86" name="Google Shape;3686;p43"/>
          <p:cNvGrpSpPr/>
          <p:nvPr/>
        </p:nvGrpSpPr>
        <p:grpSpPr>
          <a:xfrm rot="-1298509">
            <a:off x="6972869" y="-487040"/>
            <a:ext cx="1070036" cy="1045094"/>
            <a:chOff x="297527" y="0"/>
            <a:chExt cx="1070045" cy="1045102"/>
          </a:xfrm>
        </p:grpSpPr>
        <p:sp>
          <p:nvSpPr>
            <p:cNvPr id="3687" name="Google Shape;3687;p43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43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43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43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43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43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43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43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43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43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43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43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43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43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43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43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43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43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43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43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43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43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43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43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43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43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43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43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43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43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43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43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43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43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43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43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43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st="57150">
                <a:srgbClr val="000000">
                  <a:alpha val="26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43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43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43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43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43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43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43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43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43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43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43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43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43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43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43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43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43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43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43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43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43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43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43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43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43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49" name="Google Shape;3749;p43"/>
          <p:cNvGrpSpPr/>
          <p:nvPr/>
        </p:nvGrpSpPr>
        <p:grpSpPr>
          <a:xfrm>
            <a:off x="294788" y="53290"/>
            <a:ext cx="1070045" cy="1045102"/>
            <a:chOff x="297527" y="0"/>
            <a:chExt cx="1070045" cy="1045102"/>
          </a:xfrm>
        </p:grpSpPr>
        <p:sp>
          <p:nvSpPr>
            <p:cNvPr id="3750" name="Google Shape;3750;p43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43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43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43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43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43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43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43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43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43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43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43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43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43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43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43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43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43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43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43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43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43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43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43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43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43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43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43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43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43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43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43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43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43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43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43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43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43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43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43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43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43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43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43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43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43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43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43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43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43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43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43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43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43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43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43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43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43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43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43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43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43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2" name="Google Shape;3812;p43"/>
          <p:cNvGrpSpPr/>
          <p:nvPr/>
        </p:nvGrpSpPr>
        <p:grpSpPr>
          <a:xfrm rot="-2051532">
            <a:off x="18671" y="739231"/>
            <a:ext cx="945899" cy="937249"/>
            <a:chOff x="581988" y="3891200"/>
            <a:chExt cx="945850" cy="937200"/>
          </a:xfrm>
        </p:grpSpPr>
        <p:sp>
          <p:nvSpPr>
            <p:cNvPr id="3813" name="Google Shape;3813;p43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43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43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43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43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43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43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43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43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43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43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43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43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43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43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43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43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43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43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43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43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43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43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43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43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43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43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43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43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43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1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43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43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43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43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43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43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43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43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43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43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43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43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43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43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43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43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43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43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43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43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43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43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65" name="Google Shape;3865;p43"/>
          <p:cNvGrpSpPr/>
          <p:nvPr/>
        </p:nvGrpSpPr>
        <p:grpSpPr>
          <a:xfrm rot="6753585">
            <a:off x="900564" y="1163484"/>
            <a:ext cx="723910" cy="415307"/>
            <a:chOff x="344875" y="2058100"/>
            <a:chExt cx="676225" cy="387950"/>
          </a:xfrm>
        </p:grpSpPr>
        <p:sp>
          <p:nvSpPr>
            <p:cNvPr id="3866" name="Google Shape;3866;p43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43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43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43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43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71" name="Google Shape;3871;p43"/>
          <p:cNvGrpSpPr/>
          <p:nvPr/>
        </p:nvGrpSpPr>
        <p:grpSpPr>
          <a:xfrm rot="1608839">
            <a:off x="7228425" y="867442"/>
            <a:ext cx="723902" cy="415303"/>
            <a:chOff x="344875" y="2058100"/>
            <a:chExt cx="676225" cy="387950"/>
          </a:xfrm>
        </p:grpSpPr>
        <p:sp>
          <p:nvSpPr>
            <p:cNvPr id="3872" name="Google Shape;3872;p43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360000" dist="952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43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360000" dist="952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43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360000" dist="952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43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360000" dist="952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43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77" name="Google Shape;3877;p43"/>
          <p:cNvGrpSpPr/>
          <p:nvPr/>
        </p:nvGrpSpPr>
        <p:grpSpPr>
          <a:xfrm flipH="1" rot="-4500166">
            <a:off x="8060029" y="4035982"/>
            <a:ext cx="997123" cy="988004"/>
            <a:chOff x="581988" y="3891200"/>
            <a:chExt cx="945850" cy="937200"/>
          </a:xfrm>
        </p:grpSpPr>
        <p:sp>
          <p:nvSpPr>
            <p:cNvPr id="3878" name="Google Shape;3878;p43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43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43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43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43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43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43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43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43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43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43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43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43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43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43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43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43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43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43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43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43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43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43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43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43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43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43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43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43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43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43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43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43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43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43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43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43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43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43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43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43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43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43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43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43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43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43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43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43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43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43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43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30" name="Google Shape;3930;p43"/>
          <p:cNvGrpSpPr/>
          <p:nvPr/>
        </p:nvGrpSpPr>
        <p:grpSpPr>
          <a:xfrm flipH="1" rot="10800000">
            <a:off x="7228501" y="4322349"/>
            <a:ext cx="723899" cy="415300"/>
            <a:chOff x="344875" y="2058100"/>
            <a:chExt cx="676225" cy="387950"/>
          </a:xfrm>
        </p:grpSpPr>
        <p:sp>
          <p:nvSpPr>
            <p:cNvPr id="3931" name="Google Shape;3931;p43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43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43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43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43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36" name="Google Shape;3936;p43"/>
          <p:cNvSpPr txBox="1"/>
          <p:nvPr>
            <p:ph idx="1" type="subTitle"/>
          </p:nvPr>
        </p:nvSpPr>
        <p:spPr>
          <a:xfrm>
            <a:off x="2065625" y="3227288"/>
            <a:ext cx="5013000" cy="45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37" name="Google Shape;3937;p43"/>
          <p:cNvSpPr txBox="1"/>
          <p:nvPr>
            <p:ph type="title"/>
          </p:nvPr>
        </p:nvSpPr>
        <p:spPr>
          <a:xfrm>
            <a:off x="1388100" y="1456913"/>
            <a:ext cx="6367800" cy="154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3938" name="Google Shape;3938;p43"/>
          <p:cNvGrpSpPr/>
          <p:nvPr/>
        </p:nvGrpSpPr>
        <p:grpSpPr>
          <a:xfrm>
            <a:off x="1111040" y="4073865"/>
            <a:ext cx="723899" cy="415300"/>
            <a:chOff x="344875" y="2058100"/>
            <a:chExt cx="676225" cy="387950"/>
          </a:xfrm>
        </p:grpSpPr>
        <p:sp>
          <p:nvSpPr>
            <p:cNvPr id="3939" name="Google Shape;3939;p43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43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43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43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43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3944" name="Shape 3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5" name="Google Shape;3945;p44"/>
          <p:cNvSpPr txBox="1"/>
          <p:nvPr>
            <p:ph type="title"/>
          </p:nvPr>
        </p:nvSpPr>
        <p:spPr>
          <a:xfrm>
            <a:off x="720000" y="4035800"/>
            <a:ext cx="7704000" cy="572700"/>
          </a:xfrm>
          <a:prstGeom prst="rect">
            <a:avLst/>
          </a:prstGeom>
          <a:solidFill>
            <a:schemeClr val="lt2"/>
          </a:solidFill>
          <a:effectLst>
            <a:outerShdw rotWithShape="0" algn="bl" dir="2820000" dist="66675">
              <a:schemeClr val="accent3">
                <a:alpha val="2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3946" name="Shape 3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47" name="Google Shape;3947;p45"/>
          <p:cNvGrpSpPr/>
          <p:nvPr/>
        </p:nvGrpSpPr>
        <p:grpSpPr>
          <a:xfrm rot="9212708">
            <a:off x="-3589063" y="180666"/>
            <a:ext cx="7807708" cy="2576757"/>
            <a:chOff x="1471992" y="3091774"/>
            <a:chExt cx="7807582" cy="2576715"/>
          </a:xfrm>
        </p:grpSpPr>
        <p:sp>
          <p:nvSpPr>
            <p:cNvPr id="3948" name="Google Shape;3948;p45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45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45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51" name="Google Shape;3951;p45"/>
          <p:cNvGrpSpPr/>
          <p:nvPr/>
        </p:nvGrpSpPr>
        <p:grpSpPr>
          <a:xfrm rot="-2951737">
            <a:off x="-71866" y="3559224"/>
            <a:ext cx="1149097" cy="1138589"/>
            <a:chOff x="581988" y="3891200"/>
            <a:chExt cx="945850" cy="937200"/>
          </a:xfrm>
        </p:grpSpPr>
        <p:sp>
          <p:nvSpPr>
            <p:cNvPr id="3952" name="Google Shape;3952;p45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45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45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45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45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45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45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45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45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45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45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45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45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45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45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45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45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45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45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45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45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45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45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45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45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45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45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45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45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45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45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45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45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45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45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45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45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45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45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45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45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45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45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45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45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45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45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45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45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45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45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45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04" name="Google Shape;4004;p45"/>
          <p:cNvGrpSpPr/>
          <p:nvPr/>
        </p:nvGrpSpPr>
        <p:grpSpPr>
          <a:xfrm rot="6538712">
            <a:off x="579109" y="4242259"/>
            <a:ext cx="1069999" cy="1045058"/>
            <a:chOff x="297527" y="0"/>
            <a:chExt cx="1070045" cy="1045102"/>
          </a:xfrm>
        </p:grpSpPr>
        <p:sp>
          <p:nvSpPr>
            <p:cNvPr id="4005" name="Google Shape;4005;p45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45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45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45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45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45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45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45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45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45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45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45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45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45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45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45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45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45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45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45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45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45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45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45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45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45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45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45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45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45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45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45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45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45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45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45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45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45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45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45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45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45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45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45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45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45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45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45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45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45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45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45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45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45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45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45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45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45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45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45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45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45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67" name="Google Shape;4067;p45"/>
          <p:cNvGrpSpPr/>
          <p:nvPr/>
        </p:nvGrpSpPr>
        <p:grpSpPr>
          <a:xfrm rot="6538741">
            <a:off x="-337330" y="668159"/>
            <a:ext cx="1304235" cy="1273834"/>
            <a:chOff x="297527" y="0"/>
            <a:chExt cx="1070045" cy="1045102"/>
          </a:xfrm>
        </p:grpSpPr>
        <p:sp>
          <p:nvSpPr>
            <p:cNvPr id="4068" name="Google Shape;4068;p45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45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45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45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45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45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45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45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45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45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45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45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45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45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45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45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45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45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45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45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45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45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45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45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45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45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45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45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45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45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45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45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45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45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45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45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45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45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45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45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45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45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45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45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45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45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45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45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45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45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45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45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45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45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45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45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45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45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45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45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45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45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30" name="Google Shape;4130;p45"/>
          <p:cNvGrpSpPr/>
          <p:nvPr/>
        </p:nvGrpSpPr>
        <p:grpSpPr>
          <a:xfrm rot="-2951737">
            <a:off x="-105528" y="-286901"/>
            <a:ext cx="1149097" cy="1138589"/>
            <a:chOff x="581988" y="3891200"/>
            <a:chExt cx="945850" cy="937200"/>
          </a:xfrm>
        </p:grpSpPr>
        <p:sp>
          <p:nvSpPr>
            <p:cNvPr id="4131" name="Google Shape;4131;p45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45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45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45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45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45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45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45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45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45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45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45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45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45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45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45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45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45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45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45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45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45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45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45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45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45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45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45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45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45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45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45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45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45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45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45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45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45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45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45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45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45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45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45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45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45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45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45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45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45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45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45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83" name="Google Shape;4183;p45"/>
          <p:cNvGrpSpPr/>
          <p:nvPr/>
        </p:nvGrpSpPr>
        <p:grpSpPr>
          <a:xfrm rot="6538712">
            <a:off x="545447" y="396134"/>
            <a:ext cx="1069999" cy="1045058"/>
            <a:chOff x="297527" y="0"/>
            <a:chExt cx="1070045" cy="1045102"/>
          </a:xfrm>
        </p:grpSpPr>
        <p:sp>
          <p:nvSpPr>
            <p:cNvPr id="4184" name="Google Shape;4184;p45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45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45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45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45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45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45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45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45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45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45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45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45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45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45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45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45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45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45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45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45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45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45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45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45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45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45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45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45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45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45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45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45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45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45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45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45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45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45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45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45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45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45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45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45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45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45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45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45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45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45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45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45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45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45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45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45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45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45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45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45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45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6" name="Google Shape;4246;p45"/>
          <p:cNvGrpSpPr/>
          <p:nvPr/>
        </p:nvGrpSpPr>
        <p:grpSpPr>
          <a:xfrm rot="2700000">
            <a:off x="5184481" y="-524357"/>
            <a:ext cx="5824547" cy="2436244"/>
            <a:chOff x="4082157" y="-503850"/>
            <a:chExt cx="5202193" cy="2493393"/>
          </a:xfrm>
        </p:grpSpPr>
        <p:sp>
          <p:nvSpPr>
            <p:cNvPr id="4247" name="Google Shape;4247;p45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45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45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0" name="Google Shape;4250;p45"/>
          <p:cNvGrpSpPr/>
          <p:nvPr/>
        </p:nvGrpSpPr>
        <p:grpSpPr>
          <a:xfrm>
            <a:off x="2394417" y="3091774"/>
            <a:ext cx="7807582" cy="2576715"/>
            <a:chOff x="1471992" y="3091774"/>
            <a:chExt cx="7807582" cy="2576715"/>
          </a:xfrm>
        </p:grpSpPr>
        <p:sp>
          <p:nvSpPr>
            <p:cNvPr id="4251" name="Google Shape;4251;p45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45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45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4" name="Google Shape;4254;p45"/>
          <p:cNvGrpSpPr/>
          <p:nvPr/>
        </p:nvGrpSpPr>
        <p:grpSpPr>
          <a:xfrm rot="1138741">
            <a:off x="8267408" y="3971572"/>
            <a:ext cx="1304235" cy="1273834"/>
            <a:chOff x="297527" y="0"/>
            <a:chExt cx="1070045" cy="1045102"/>
          </a:xfrm>
        </p:grpSpPr>
        <p:sp>
          <p:nvSpPr>
            <p:cNvPr id="4255" name="Google Shape;4255;p45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45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45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45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45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45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45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45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45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45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45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45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45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45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45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45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45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45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45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45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45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45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45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45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45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45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45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45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45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45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45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45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45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45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45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45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45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45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45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45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45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45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45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45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45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45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45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45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45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45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45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45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45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45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45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45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45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45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45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45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45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45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7" name="Google Shape;4317;p45"/>
          <p:cNvGrpSpPr/>
          <p:nvPr/>
        </p:nvGrpSpPr>
        <p:grpSpPr>
          <a:xfrm rot="1138712">
            <a:off x="7893900" y="3467176"/>
            <a:ext cx="1069999" cy="1045058"/>
            <a:chOff x="297527" y="0"/>
            <a:chExt cx="1070045" cy="1045102"/>
          </a:xfrm>
        </p:grpSpPr>
        <p:sp>
          <p:nvSpPr>
            <p:cNvPr id="4318" name="Google Shape;4318;p45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45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45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45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45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45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45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45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45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45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45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45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45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45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45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45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45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45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45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45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45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45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45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45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45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45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45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45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45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45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45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45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45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45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45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45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45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45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45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45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45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45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45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45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45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45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45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45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45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45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45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45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45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45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45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45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45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45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45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45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45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45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80" name="Google Shape;4380;p45"/>
          <p:cNvSpPr txBox="1"/>
          <p:nvPr>
            <p:ph hasCustomPrompt="1" type="title"/>
          </p:nvPr>
        </p:nvSpPr>
        <p:spPr>
          <a:xfrm>
            <a:off x="1284000" y="1558475"/>
            <a:ext cx="6576000" cy="151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4381" name="Google Shape;4381;p45"/>
          <p:cNvSpPr txBox="1"/>
          <p:nvPr>
            <p:ph idx="1" type="subTitle"/>
          </p:nvPr>
        </p:nvSpPr>
        <p:spPr>
          <a:xfrm>
            <a:off x="1284000" y="3069625"/>
            <a:ext cx="6576000" cy="464700"/>
          </a:xfrm>
          <a:prstGeom prst="rect">
            <a:avLst/>
          </a:prstGeom>
          <a:solidFill>
            <a:schemeClr val="lt2"/>
          </a:solidFill>
          <a:effectLst>
            <a:outerShdw rotWithShape="0" algn="bl" dir="2820000" dist="66675">
              <a:srgbClr val="000000">
                <a:alpha val="2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382" name="Google Shape;4382;p45"/>
          <p:cNvGrpSpPr/>
          <p:nvPr/>
        </p:nvGrpSpPr>
        <p:grpSpPr>
          <a:xfrm rot="-1724956">
            <a:off x="7498109" y="436429"/>
            <a:ext cx="937831" cy="929172"/>
            <a:chOff x="581988" y="3891200"/>
            <a:chExt cx="945850" cy="937200"/>
          </a:xfrm>
        </p:grpSpPr>
        <p:sp>
          <p:nvSpPr>
            <p:cNvPr id="4383" name="Google Shape;4383;p45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45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45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45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45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45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45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45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45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45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45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45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45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45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45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45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45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45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45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45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45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45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45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45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45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45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45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45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45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45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45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45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45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45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45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45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45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45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45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45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45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45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45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45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45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45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45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45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45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45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45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45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5" name="Google Shape;4435;p45"/>
          <p:cNvGrpSpPr/>
          <p:nvPr/>
        </p:nvGrpSpPr>
        <p:grpSpPr>
          <a:xfrm>
            <a:off x="6988315" y="119690"/>
            <a:ext cx="723899" cy="415300"/>
            <a:chOff x="344875" y="2058100"/>
            <a:chExt cx="676225" cy="387950"/>
          </a:xfrm>
        </p:grpSpPr>
        <p:sp>
          <p:nvSpPr>
            <p:cNvPr id="4436" name="Google Shape;4436;p45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45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45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45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45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1" name="Google Shape;4441;p45"/>
          <p:cNvGrpSpPr/>
          <p:nvPr/>
        </p:nvGrpSpPr>
        <p:grpSpPr>
          <a:xfrm rot="3607221">
            <a:off x="1489811" y="4298561"/>
            <a:ext cx="723897" cy="415299"/>
            <a:chOff x="344875" y="2058100"/>
            <a:chExt cx="676225" cy="387950"/>
          </a:xfrm>
        </p:grpSpPr>
        <p:sp>
          <p:nvSpPr>
            <p:cNvPr id="4442" name="Google Shape;4442;p45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45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45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45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45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4447" name="Shape 444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4448" name="Shape 4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49" name="Google Shape;4449;p47"/>
          <p:cNvGrpSpPr/>
          <p:nvPr/>
        </p:nvGrpSpPr>
        <p:grpSpPr>
          <a:xfrm>
            <a:off x="4082157" y="-503850"/>
            <a:ext cx="5202193" cy="2493393"/>
            <a:chOff x="4082157" y="-503850"/>
            <a:chExt cx="5202193" cy="2493393"/>
          </a:xfrm>
        </p:grpSpPr>
        <p:sp>
          <p:nvSpPr>
            <p:cNvPr id="4450" name="Google Shape;4450;p47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47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47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3" name="Google Shape;4453;p47"/>
          <p:cNvGrpSpPr/>
          <p:nvPr/>
        </p:nvGrpSpPr>
        <p:grpSpPr>
          <a:xfrm>
            <a:off x="-519875" y="1198836"/>
            <a:ext cx="2019058" cy="4141278"/>
            <a:chOff x="-519875" y="1198836"/>
            <a:chExt cx="2019058" cy="4141278"/>
          </a:xfrm>
        </p:grpSpPr>
        <p:sp>
          <p:nvSpPr>
            <p:cNvPr id="4454" name="Google Shape;4454;p47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47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47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7" name="Google Shape;4457;p47"/>
          <p:cNvGrpSpPr/>
          <p:nvPr/>
        </p:nvGrpSpPr>
        <p:grpSpPr>
          <a:xfrm>
            <a:off x="1471992" y="3091774"/>
            <a:ext cx="7807582" cy="2576715"/>
            <a:chOff x="1471992" y="3091774"/>
            <a:chExt cx="7807582" cy="2576715"/>
          </a:xfrm>
        </p:grpSpPr>
        <p:sp>
          <p:nvSpPr>
            <p:cNvPr id="4458" name="Google Shape;4458;p47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47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47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1" name="Google Shape;4461;p47"/>
          <p:cNvGrpSpPr/>
          <p:nvPr/>
        </p:nvGrpSpPr>
        <p:grpSpPr>
          <a:xfrm rot="-2131262">
            <a:off x="16732" y="1996933"/>
            <a:ext cx="945847" cy="937197"/>
            <a:chOff x="581988" y="3891200"/>
            <a:chExt cx="945850" cy="937200"/>
          </a:xfrm>
        </p:grpSpPr>
        <p:sp>
          <p:nvSpPr>
            <p:cNvPr id="4462" name="Google Shape;4462;p47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47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47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47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47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47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47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47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47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47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47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47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47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47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47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47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47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47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47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47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47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47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47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47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47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47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47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47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47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47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47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47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47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47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47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47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47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47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47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47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47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47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47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47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47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47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47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47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47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47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47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47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4" name="Google Shape;4514;p47"/>
          <p:cNvGrpSpPr/>
          <p:nvPr/>
        </p:nvGrpSpPr>
        <p:grpSpPr>
          <a:xfrm rot="7848263">
            <a:off x="8178343" y="490871"/>
            <a:ext cx="1149097" cy="1138589"/>
            <a:chOff x="581988" y="3891200"/>
            <a:chExt cx="945850" cy="937200"/>
          </a:xfrm>
        </p:grpSpPr>
        <p:sp>
          <p:nvSpPr>
            <p:cNvPr id="4515" name="Google Shape;4515;p47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47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47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47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47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47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47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47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47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47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47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47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47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47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47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47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47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47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47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47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47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47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47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47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47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47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47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47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47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47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47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47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47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47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47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47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47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47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47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47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47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47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47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47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47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47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47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47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47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47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47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47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7" name="Google Shape;4567;p47"/>
          <p:cNvGrpSpPr/>
          <p:nvPr/>
        </p:nvGrpSpPr>
        <p:grpSpPr>
          <a:xfrm rot="-4261288">
            <a:off x="7606466" y="-98633"/>
            <a:ext cx="1069999" cy="1045058"/>
            <a:chOff x="297527" y="0"/>
            <a:chExt cx="1070045" cy="1045102"/>
          </a:xfrm>
        </p:grpSpPr>
        <p:sp>
          <p:nvSpPr>
            <p:cNvPr id="4568" name="Google Shape;4568;p47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47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47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47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47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47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47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47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47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47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47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47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47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47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47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47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47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47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47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47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47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47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47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47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47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47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47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47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47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47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47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47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47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47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47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47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47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47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47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47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47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47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47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47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47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47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47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47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47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47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47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47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47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47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47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47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47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47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47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47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47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47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30" name="Google Shape;4630;p4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4631" name="Google Shape;4631;p47"/>
          <p:cNvSpPr txBox="1"/>
          <p:nvPr>
            <p:ph hasCustomPrompt="1" idx="2" type="title"/>
          </p:nvPr>
        </p:nvSpPr>
        <p:spPr>
          <a:xfrm>
            <a:off x="2477675" y="1302000"/>
            <a:ext cx="1502400" cy="593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32" name="Google Shape;4632;p47"/>
          <p:cNvSpPr txBox="1"/>
          <p:nvPr>
            <p:ph idx="1" type="subTitle"/>
          </p:nvPr>
        </p:nvSpPr>
        <p:spPr>
          <a:xfrm>
            <a:off x="2060675" y="2263410"/>
            <a:ext cx="23364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33" name="Google Shape;4633;p47"/>
          <p:cNvSpPr txBox="1"/>
          <p:nvPr>
            <p:ph hasCustomPrompt="1" idx="3" type="title"/>
          </p:nvPr>
        </p:nvSpPr>
        <p:spPr>
          <a:xfrm>
            <a:off x="5163925" y="1302000"/>
            <a:ext cx="1502400" cy="593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34" name="Google Shape;4634;p47"/>
          <p:cNvSpPr txBox="1"/>
          <p:nvPr>
            <p:ph idx="4" type="subTitle"/>
          </p:nvPr>
        </p:nvSpPr>
        <p:spPr>
          <a:xfrm>
            <a:off x="4746925" y="2263410"/>
            <a:ext cx="23364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35" name="Google Shape;4635;p47"/>
          <p:cNvSpPr txBox="1"/>
          <p:nvPr>
            <p:ph hasCustomPrompt="1" idx="5" type="title"/>
          </p:nvPr>
        </p:nvSpPr>
        <p:spPr>
          <a:xfrm>
            <a:off x="1134575" y="2939000"/>
            <a:ext cx="1502400" cy="593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36" name="Google Shape;4636;p47"/>
          <p:cNvSpPr txBox="1"/>
          <p:nvPr>
            <p:ph idx="6" type="subTitle"/>
          </p:nvPr>
        </p:nvSpPr>
        <p:spPr>
          <a:xfrm>
            <a:off x="717550" y="3920077"/>
            <a:ext cx="23364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37" name="Google Shape;4637;p47"/>
          <p:cNvSpPr txBox="1"/>
          <p:nvPr>
            <p:ph hasCustomPrompt="1" idx="7" type="title"/>
          </p:nvPr>
        </p:nvSpPr>
        <p:spPr>
          <a:xfrm>
            <a:off x="3820800" y="2939000"/>
            <a:ext cx="1502400" cy="593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38" name="Google Shape;4638;p47"/>
          <p:cNvSpPr txBox="1"/>
          <p:nvPr>
            <p:ph idx="8" type="subTitle"/>
          </p:nvPr>
        </p:nvSpPr>
        <p:spPr>
          <a:xfrm>
            <a:off x="3403800" y="3920077"/>
            <a:ext cx="23364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39" name="Google Shape;4639;p47"/>
          <p:cNvSpPr txBox="1"/>
          <p:nvPr>
            <p:ph idx="9" type="subTitle"/>
          </p:nvPr>
        </p:nvSpPr>
        <p:spPr>
          <a:xfrm>
            <a:off x="2060750" y="1816275"/>
            <a:ext cx="23364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640" name="Google Shape;4640;p47"/>
          <p:cNvSpPr txBox="1"/>
          <p:nvPr>
            <p:ph idx="13" type="subTitle"/>
          </p:nvPr>
        </p:nvSpPr>
        <p:spPr>
          <a:xfrm>
            <a:off x="4746925" y="1816275"/>
            <a:ext cx="23364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641" name="Google Shape;4641;p47"/>
          <p:cNvSpPr txBox="1"/>
          <p:nvPr>
            <p:ph idx="14" type="subTitle"/>
          </p:nvPr>
        </p:nvSpPr>
        <p:spPr>
          <a:xfrm>
            <a:off x="717550" y="3470050"/>
            <a:ext cx="23364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642" name="Google Shape;4642;p47"/>
          <p:cNvSpPr txBox="1"/>
          <p:nvPr>
            <p:ph idx="15" type="subTitle"/>
          </p:nvPr>
        </p:nvSpPr>
        <p:spPr>
          <a:xfrm>
            <a:off x="3403800" y="3470050"/>
            <a:ext cx="23364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643" name="Google Shape;4643;p47"/>
          <p:cNvSpPr txBox="1"/>
          <p:nvPr>
            <p:ph hasCustomPrompt="1" idx="16" type="title"/>
          </p:nvPr>
        </p:nvSpPr>
        <p:spPr>
          <a:xfrm>
            <a:off x="6507050" y="2939000"/>
            <a:ext cx="1502400" cy="593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44" name="Google Shape;4644;p47"/>
          <p:cNvSpPr txBox="1"/>
          <p:nvPr>
            <p:ph idx="17" type="subTitle"/>
          </p:nvPr>
        </p:nvSpPr>
        <p:spPr>
          <a:xfrm>
            <a:off x="6090050" y="3920077"/>
            <a:ext cx="23364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45" name="Google Shape;4645;p47"/>
          <p:cNvSpPr txBox="1"/>
          <p:nvPr>
            <p:ph idx="18" type="subTitle"/>
          </p:nvPr>
        </p:nvSpPr>
        <p:spPr>
          <a:xfrm>
            <a:off x="6090050" y="3470050"/>
            <a:ext cx="23364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grpSp>
        <p:nvGrpSpPr>
          <p:cNvPr id="4646" name="Google Shape;4646;p47"/>
          <p:cNvGrpSpPr/>
          <p:nvPr/>
        </p:nvGrpSpPr>
        <p:grpSpPr>
          <a:xfrm rot="2339650">
            <a:off x="7403537" y="852516"/>
            <a:ext cx="723896" cy="415299"/>
            <a:chOff x="344875" y="2058100"/>
            <a:chExt cx="676225" cy="387950"/>
          </a:xfrm>
        </p:grpSpPr>
        <p:sp>
          <p:nvSpPr>
            <p:cNvPr id="4647" name="Google Shape;4647;p47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47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47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47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47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2" name="Google Shape;4652;p47"/>
          <p:cNvGrpSpPr/>
          <p:nvPr/>
        </p:nvGrpSpPr>
        <p:grpSpPr>
          <a:xfrm>
            <a:off x="8306415" y="4491490"/>
            <a:ext cx="723899" cy="415300"/>
            <a:chOff x="344875" y="2058100"/>
            <a:chExt cx="676225" cy="387950"/>
          </a:xfrm>
        </p:grpSpPr>
        <p:sp>
          <p:nvSpPr>
            <p:cNvPr id="4653" name="Google Shape;4653;p47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47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47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47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47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4658" name="Shape 4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59" name="Google Shape;4659;p48"/>
          <p:cNvGrpSpPr/>
          <p:nvPr/>
        </p:nvGrpSpPr>
        <p:grpSpPr>
          <a:xfrm rot="8668738">
            <a:off x="8604502" y="-437358"/>
            <a:ext cx="945847" cy="937197"/>
            <a:chOff x="581988" y="3891200"/>
            <a:chExt cx="945850" cy="937200"/>
          </a:xfrm>
        </p:grpSpPr>
        <p:sp>
          <p:nvSpPr>
            <p:cNvPr id="4660" name="Google Shape;4660;p48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48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48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48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48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48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48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48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48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48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48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48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48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48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48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48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48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48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48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48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48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48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48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48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48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48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48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48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48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48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48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48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48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48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48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48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48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48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48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48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48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48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48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48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48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48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48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48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48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48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48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48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12" name="Google Shape;4712;p4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4713" name="Google Shape;4713;p48"/>
          <p:cNvGrpSpPr/>
          <p:nvPr/>
        </p:nvGrpSpPr>
        <p:grpSpPr>
          <a:xfrm>
            <a:off x="4082157" y="-503850"/>
            <a:ext cx="5202193" cy="2493393"/>
            <a:chOff x="4082157" y="-503850"/>
            <a:chExt cx="5202193" cy="2493393"/>
          </a:xfrm>
        </p:grpSpPr>
        <p:sp>
          <p:nvSpPr>
            <p:cNvPr id="4714" name="Google Shape;4714;p48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48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48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7" name="Google Shape;4717;p48"/>
          <p:cNvGrpSpPr/>
          <p:nvPr/>
        </p:nvGrpSpPr>
        <p:grpSpPr>
          <a:xfrm>
            <a:off x="-519875" y="1198836"/>
            <a:ext cx="2019058" cy="4141278"/>
            <a:chOff x="-519875" y="1198836"/>
            <a:chExt cx="2019058" cy="4141278"/>
          </a:xfrm>
        </p:grpSpPr>
        <p:sp>
          <p:nvSpPr>
            <p:cNvPr id="4718" name="Google Shape;4718;p48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48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48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1" name="Google Shape;4721;p48"/>
          <p:cNvGrpSpPr/>
          <p:nvPr/>
        </p:nvGrpSpPr>
        <p:grpSpPr>
          <a:xfrm>
            <a:off x="1471992" y="3091774"/>
            <a:ext cx="7807582" cy="2576715"/>
            <a:chOff x="1471992" y="3091774"/>
            <a:chExt cx="7807582" cy="2576715"/>
          </a:xfrm>
        </p:grpSpPr>
        <p:sp>
          <p:nvSpPr>
            <p:cNvPr id="4722" name="Google Shape;4722;p48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48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48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5" name="Google Shape;4725;p48"/>
          <p:cNvGrpSpPr/>
          <p:nvPr/>
        </p:nvGrpSpPr>
        <p:grpSpPr>
          <a:xfrm rot="8668782">
            <a:off x="7958475" y="89683"/>
            <a:ext cx="1160596" cy="1149982"/>
            <a:chOff x="581988" y="3891200"/>
            <a:chExt cx="945850" cy="937200"/>
          </a:xfrm>
        </p:grpSpPr>
        <p:sp>
          <p:nvSpPr>
            <p:cNvPr id="4726" name="Google Shape;4726;p48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48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48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48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48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48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48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48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48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48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48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48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48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48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48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48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48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48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48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48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48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48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48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48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48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48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48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48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48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48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48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48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48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48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48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48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48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48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48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48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48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48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48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48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48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48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48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48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48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48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48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48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8" name="Google Shape;4778;p48"/>
          <p:cNvGrpSpPr/>
          <p:nvPr/>
        </p:nvGrpSpPr>
        <p:grpSpPr>
          <a:xfrm rot="-2951737">
            <a:off x="-857834" y="3786613"/>
            <a:ext cx="1149097" cy="1138589"/>
            <a:chOff x="581988" y="3891200"/>
            <a:chExt cx="945850" cy="937200"/>
          </a:xfrm>
        </p:grpSpPr>
        <p:sp>
          <p:nvSpPr>
            <p:cNvPr id="4779" name="Google Shape;4779;p48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48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48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48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48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48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48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48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48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48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48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48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48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48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48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48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48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48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48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48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48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48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48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48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48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48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48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48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48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48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48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48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48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48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48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48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48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48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48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48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48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48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48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48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48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48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48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48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48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48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48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48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1" name="Google Shape;4831;p48"/>
          <p:cNvGrpSpPr/>
          <p:nvPr/>
        </p:nvGrpSpPr>
        <p:grpSpPr>
          <a:xfrm rot="6538813">
            <a:off x="8448731" y="4739863"/>
            <a:ext cx="1052471" cy="1027938"/>
            <a:chOff x="297527" y="0"/>
            <a:chExt cx="1070045" cy="1045102"/>
          </a:xfrm>
        </p:grpSpPr>
        <p:sp>
          <p:nvSpPr>
            <p:cNvPr id="4832" name="Google Shape;4832;p48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48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48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48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48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48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48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48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48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48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48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48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48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48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48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48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48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48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48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48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48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48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48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48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48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48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48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48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48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48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48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48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48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48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48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48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48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48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48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48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48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48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48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48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48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48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48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48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48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48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48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48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48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48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48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48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48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48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48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48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48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48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4" name="Google Shape;4894;p48"/>
          <p:cNvGrpSpPr/>
          <p:nvPr/>
        </p:nvGrpSpPr>
        <p:grpSpPr>
          <a:xfrm rot="-4082433">
            <a:off x="7997041" y="4206504"/>
            <a:ext cx="723874" cy="415286"/>
            <a:chOff x="344875" y="2058100"/>
            <a:chExt cx="676225" cy="387950"/>
          </a:xfrm>
        </p:grpSpPr>
        <p:sp>
          <p:nvSpPr>
            <p:cNvPr id="4895" name="Google Shape;4895;p48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48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48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48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48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0" name="Google Shape;4900;p48"/>
          <p:cNvGrpSpPr/>
          <p:nvPr/>
        </p:nvGrpSpPr>
        <p:grpSpPr>
          <a:xfrm>
            <a:off x="353140" y="4608490"/>
            <a:ext cx="723899" cy="415300"/>
            <a:chOff x="344875" y="2058100"/>
            <a:chExt cx="676225" cy="387950"/>
          </a:xfrm>
        </p:grpSpPr>
        <p:sp>
          <p:nvSpPr>
            <p:cNvPr id="4901" name="Google Shape;4901;p48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48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48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48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48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6" name="Google Shape;4906;p48"/>
          <p:cNvGrpSpPr/>
          <p:nvPr/>
        </p:nvGrpSpPr>
        <p:grpSpPr>
          <a:xfrm rot="8100000">
            <a:off x="85671" y="148638"/>
            <a:ext cx="723939" cy="415324"/>
            <a:chOff x="344875" y="2058100"/>
            <a:chExt cx="676225" cy="387950"/>
          </a:xfrm>
        </p:grpSpPr>
        <p:sp>
          <p:nvSpPr>
            <p:cNvPr id="4907" name="Google Shape;4907;p48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48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48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48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48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2" name="Google Shape;4912;p48"/>
          <p:cNvGrpSpPr/>
          <p:nvPr/>
        </p:nvGrpSpPr>
        <p:grpSpPr>
          <a:xfrm rot="10800000">
            <a:off x="353140" y="3805115"/>
            <a:ext cx="723899" cy="415300"/>
            <a:chOff x="344875" y="2058100"/>
            <a:chExt cx="676225" cy="387950"/>
          </a:xfrm>
        </p:grpSpPr>
        <p:sp>
          <p:nvSpPr>
            <p:cNvPr id="4913" name="Google Shape;4913;p48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48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48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48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48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4918" name="Shape 4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19" name="Google Shape;4919;p49"/>
          <p:cNvGrpSpPr/>
          <p:nvPr/>
        </p:nvGrpSpPr>
        <p:grpSpPr>
          <a:xfrm rot="10527900">
            <a:off x="-733075" y="-842687"/>
            <a:ext cx="6645539" cy="2193209"/>
            <a:chOff x="1471992" y="3091774"/>
            <a:chExt cx="7807582" cy="2576715"/>
          </a:xfrm>
        </p:grpSpPr>
        <p:sp>
          <p:nvSpPr>
            <p:cNvPr id="4920" name="Google Shape;4920;p49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49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49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3" name="Google Shape;4923;p49"/>
          <p:cNvGrpSpPr/>
          <p:nvPr/>
        </p:nvGrpSpPr>
        <p:grpSpPr>
          <a:xfrm rot="1437856">
            <a:off x="-1486022" y="2971806"/>
            <a:ext cx="6788250" cy="2493429"/>
            <a:chOff x="4082157" y="-503850"/>
            <a:chExt cx="5202193" cy="2493393"/>
          </a:xfrm>
        </p:grpSpPr>
        <p:sp>
          <p:nvSpPr>
            <p:cNvPr id="4924" name="Google Shape;4924;p49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49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49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7" name="Google Shape;4927;p49"/>
          <p:cNvGrpSpPr/>
          <p:nvPr/>
        </p:nvGrpSpPr>
        <p:grpSpPr>
          <a:xfrm rot="10651448">
            <a:off x="7896077" y="-499098"/>
            <a:ext cx="2019126" cy="4141417"/>
            <a:chOff x="-519875" y="1198836"/>
            <a:chExt cx="2019058" cy="4141278"/>
          </a:xfrm>
        </p:grpSpPr>
        <p:sp>
          <p:nvSpPr>
            <p:cNvPr id="4928" name="Google Shape;4928;p49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49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49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1" name="Google Shape;4931;p49"/>
          <p:cNvGrpSpPr/>
          <p:nvPr/>
        </p:nvGrpSpPr>
        <p:grpSpPr>
          <a:xfrm rot="-1159700">
            <a:off x="7302225" y="-656971"/>
            <a:ext cx="1149088" cy="1138579"/>
            <a:chOff x="581988" y="3891200"/>
            <a:chExt cx="945850" cy="937200"/>
          </a:xfrm>
        </p:grpSpPr>
        <p:sp>
          <p:nvSpPr>
            <p:cNvPr id="4932" name="Google Shape;4932;p49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49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49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49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49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49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49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49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49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49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49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49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49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49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49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49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49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49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49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49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49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49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49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49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49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49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49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49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49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49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49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49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49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49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49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49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49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49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49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49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49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49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49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49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49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49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49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49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49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49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49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49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4" name="Google Shape;4984;p49"/>
          <p:cNvGrpSpPr/>
          <p:nvPr/>
        </p:nvGrpSpPr>
        <p:grpSpPr>
          <a:xfrm rot="6538712">
            <a:off x="8128151" y="688320"/>
            <a:ext cx="1069999" cy="1045058"/>
            <a:chOff x="297527" y="0"/>
            <a:chExt cx="1070045" cy="1045102"/>
          </a:xfrm>
        </p:grpSpPr>
        <p:sp>
          <p:nvSpPr>
            <p:cNvPr id="4985" name="Google Shape;4985;p49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49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49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49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49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49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49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49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49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49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49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49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49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49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49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49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49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49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49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49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49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49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49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49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49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49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49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49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49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49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49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49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49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49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49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49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49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49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49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49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49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49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49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49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49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49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49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49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49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49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49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49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49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49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49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49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49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49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49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49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49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49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7" name="Google Shape;5047;p49"/>
          <p:cNvGrpSpPr/>
          <p:nvPr/>
        </p:nvGrpSpPr>
        <p:grpSpPr>
          <a:xfrm rot="1692403">
            <a:off x="7941457" y="4022004"/>
            <a:ext cx="1201003" cy="1173008"/>
            <a:chOff x="297527" y="0"/>
            <a:chExt cx="1070045" cy="1045102"/>
          </a:xfrm>
        </p:grpSpPr>
        <p:sp>
          <p:nvSpPr>
            <p:cNvPr id="5048" name="Google Shape;5048;p49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49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49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49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49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49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49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49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49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49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49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49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49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49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49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49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49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49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49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49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49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49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49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49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49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49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49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49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49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49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49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49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49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49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49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49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49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49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49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49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49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49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49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49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49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49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49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49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49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49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49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49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49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49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49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49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49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49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49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49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49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49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0" name="Google Shape;5110;p49"/>
          <p:cNvGrpSpPr/>
          <p:nvPr/>
        </p:nvGrpSpPr>
        <p:grpSpPr>
          <a:xfrm rot="-2951737">
            <a:off x="-152062" y="150609"/>
            <a:ext cx="1149097" cy="1138589"/>
            <a:chOff x="581988" y="3891200"/>
            <a:chExt cx="945850" cy="937200"/>
          </a:xfrm>
        </p:grpSpPr>
        <p:sp>
          <p:nvSpPr>
            <p:cNvPr id="5111" name="Google Shape;5111;p49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49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49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49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49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49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49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49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49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49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49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49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49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49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49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49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49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49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49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49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49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49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49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49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49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49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49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49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49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49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49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49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49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49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49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49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49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49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49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49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49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49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49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49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49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49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49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49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49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49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49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49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3" name="Google Shape;5163;p49"/>
          <p:cNvGrpSpPr/>
          <p:nvPr/>
        </p:nvGrpSpPr>
        <p:grpSpPr>
          <a:xfrm rot="6538712">
            <a:off x="539013" y="-394905"/>
            <a:ext cx="1069999" cy="1045058"/>
            <a:chOff x="297527" y="0"/>
            <a:chExt cx="1070045" cy="1045102"/>
          </a:xfrm>
        </p:grpSpPr>
        <p:sp>
          <p:nvSpPr>
            <p:cNvPr id="5164" name="Google Shape;5164;p49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49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49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49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49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49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49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49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49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49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49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49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49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49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49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49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49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49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49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49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49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49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49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49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49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49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49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49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49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49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49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49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49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49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49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49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49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49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49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49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49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49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49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49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49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49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49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49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49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49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49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49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49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49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49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49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49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49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49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49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49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49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6" name="Google Shape;5226;p49"/>
          <p:cNvGrpSpPr/>
          <p:nvPr/>
        </p:nvGrpSpPr>
        <p:grpSpPr>
          <a:xfrm rot="-2951737">
            <a:off x="-232287" y="3639434"/>
            <a:ext cx="1149097" cy="1138589"/>
            <a:chOff x="581988" y="3891200"/>
            <a:chExt cx="945850" cy="937200"/>
          </a:xfrm>
        </p:grpSpPr>
        <p:sp>
          <p:nvSpPr>
            <p:cNvPr id="5227" name="Google Shape;5227;p49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49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49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49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49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49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49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49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49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49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49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49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49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49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49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49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49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49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49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49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49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49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49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49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49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49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49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49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49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49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49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49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49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49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49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49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49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49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49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49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49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49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49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49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49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49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49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49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49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49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49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49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9" name="Google Shape;5279;p49"/>
          <p:cNvGrpSpPr/>
          <p:nvPr/>
        </p:nvGrpSpPr>
        <p:grpSpPr>
          <a:xfrm rot="6538712">
            <a:off x="418688" y="4322470"/>
            <a:ext cx="1069999" cy="1045058"/>
            <a:chOff x="297527" y="0"/>
            <a:chExt cx="1070045" cy="1045102"/>
          </a:xfrm>
        </p:grpSpPr>
        <p:sp>
          <p:nvSpPr>
            <p:cNvPr id="5280" name="Google Shape;5280;p49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49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49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49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49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49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49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49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49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49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49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49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49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49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49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49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49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49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49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49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49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49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49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49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49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49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49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49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49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49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49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49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49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49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49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49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49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49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49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49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49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49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49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49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49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49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49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49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49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49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49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49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49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49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49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49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49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49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49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49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49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49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42" name="Google Shape;5342;p49"/>
          <p:cNvSpPr txBox="1"/>
          <p:nvPr>
            <p:ph type="title"/>
          </p:nvPr>
        </p:nvSpPr>
        <p:spPr>
          <a:xfrm>
            <a:off x="715100" y="2351725"/>
            <a:ext cx="49698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000"/>
              <a:buNone/>
              <a:defRPr sz="5500"/>
            </a:lvl1pPr>
            <a:lvl2pPr lvl="1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/>
        </p:txBody>
      </p:sp>
      <p:sp>
        <p:nvSpPr>
          <p:cNvPr id="5343" name="Google Shape;5343;p49"/>
          <p:cNvSpPr txBox="1"/>
          <p:nvPr>
            <p:ph idx="1" type="subTitle"/>
          </p:nvPr>
        </p:nvSpPr>
        <p:spPr>
          <a:xfrm>
            <a:off x="715100" y="3537275"/>
            <a:ext cx="4969800" cy="408900"/>
          </a:xfrm>
          <a:prstGeom prst="rect">
            <a:avLst/>
          </a:prstGeom>
          <a:solidFill>
            <a:schemeClr val="lt2"/>
          </a:solidFill>
          <a:effectLst>
            <a:outerShdw rotWithShape="0" algn="bl" dir="2820000" dist="66675">
              <a:schemeClr val="accent3">
                <a:alpha val="20000"/>
              </a:scheme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44" name="Google Shape;5344;p49"/>
          <p:cNvSpPr txBox="1"/>
          <p:nvPr>
            <p:ph hasCustomPrompt="1" idx="2" type="title"/>
          </p:nvPr>
        </p:nvSpPr>
        <p:spPr>
          <a:xfrm>
            <a:off x="715100" y="1191100"/>
            <a:ext cx="2386200" cy="1095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000"/>
            </a:lvl1pPr>
            <a:lvl2pPr lvl="1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grpSp>
        <p:nvGrpSpPr>
          <p:cNvPr id="5345" name="Google Shape;5345;p49"/>
          <p:cNvGrpSpPr/>
          <p:nvPr/>
        </p:nvGrpSpPr>
        <p:grpSpPr>
          <a:xfrm>
            <a:off x="7316390" y="611690"/>
            <a:ext cx="723899" cy="415300"/>
            <a:chOff x="344875" y="2058100"/>
            <a:chExt cx="676225" cy="387950"/>
          </a:xfrm>
        </p:grpSpPr>
        <p:sp>
          <p:nvSpPr>
            <p:cNvPr id="5346" name="Google Shape;5346;p49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49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49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49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49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1" name="Google Shape;5351;p49"/>
          <p:cNvGrpSpPr/>
          <p:nvPr/>
        </p:nvGrpSpPr>
        <p:grpSpPr>
          <a:xfrm>
            <a:off x="7196565" y="4637340"/>
            <a:ext cx="723899" cy="415300"/>
            <a:chOff x="344875" y="2058100"/>
            <a:chExt cx="676225" cy="387950"/>
          </a:xfrm>
        </p:grpSpPr>
        <p:sp>
          <p:nvSpPr>
            <p:cNvPr id="5352" name="Google Shape;5352;p49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49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49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49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49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7" name="Google Shape;5357;p49"/>
          <p:cNvGrpSpPr/>
          <p:nvPr/>
        </p:nvGrpSpPr>
        <p:grpSpPr>
          <a:xfrm rot="8984198">
            <a:off x="1203976" y="658796"/>
            <a:ext cx="723891" cy="415296"/>
            <a:chOff x="344875" y="2058100"/>
            <a:chExt cx="676225" cy="387950"/>
          </a:xfrm>
        </p:grpSpPr>
        <p:sp>
          <p:nvSpPr>
            <p:cNvPr id="5358" name="Google Shape;5358;p49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49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49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49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49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spTree>
      <p:nvGrpSpPr>
        <p:cNvPr id="5363" name="Shape 5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64" name="Google Shape;5364;p50"/>
          <p:cNvGrpSpPr/>
          <p:nvPr/>
        </p:nvGrpSpPr>
        <p:grpSpPr>
          <a:xfrm rot="10527900">
            <a:off x="-733075" y="-842687"/>
            <a:ext cx="6645539" cy="2193209"/>
            <a:chOff x="1471992" y="3091774"/>
            <a:chExt cx="7807582" cy="2576715"/>
          </a:xfrm>
        </p:grpSpPr>
        <p:sp>
          <p:nvSpPr>
            <p:cNvPr id="5365" name="Google Shape;5365;p50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0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0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8" name="Google Shape;5368;p50"/>
          <p:cNvGrpSpPr/>
          <p:nvPr/>
        </p:nvGrpSpPr>
        <p:grpSpPr>
          <a:xfrm rot="1437856">
            <a:off x="-1486022" y="2971806"/>
            <a:ext cx="6788250" cy="2493429"/>
            <a:chOff x="4082157" y="-503850"/>
            <a:chExt cx="5202193" cy="2493393"/>
          </a:xfrm>
        </p:grpSpPr>
        <p:sp>
          <p:nvSpPr>
            <p:cNvPr id="5369" name="Google Shape;5369;p50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0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0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2" name="Google Shape;5372;p50"/>
          <p:cNvGrpSpPr/>
          <p:nvPr/>
        </p:nvGrpSpPr>
        <p:grpSpPr>
          <a:xfrm rot="10651413">
            <a:off x="7298349" y="-486070"/>
            <a:ext cx="2644812" cy="5424757"/>
            <a:chOff x="-519875" y="1198836"/>
            <a:chExt cx="2019058" cy="4141278"/>
          </a:xfrm>
        </p:grpSpPr>
        <p:sp>
          <p:nvSpPr>
            <p:cNvPr id="5373" name="Google Shape;5373;p50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0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0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6" name="Google Shape;5376;p50"/>
          <p:cNvGrpSpPr/>
          <p:nvPr/>
        </p:nvGrpSpPr>
        <p:grpSpPr>
          <a:xfrm flipH="1" rot="-6538712">
            <a:off x="-585417" y="3649595"/>
            <a:ext cx="1069999" cy="1045058"/>
            <a:chOff x="297527" y="0"/>
            <a:chExt cx="1070045" cy="1045102"/>
          </a:xfrm>
        </p:grpSpPr>
        <p:sp>
          <p:nvSpPr>
            <p:cNvPr id="5377" name="Google Shape;5377;p50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0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0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0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0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0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0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0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0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0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0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0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0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0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0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0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0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0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0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0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0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0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0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0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0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0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0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0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0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0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0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0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0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0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0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0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0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0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0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0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0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0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0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0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0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0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0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0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0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0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0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0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0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0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0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0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0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0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0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0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0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0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9" name="Google Shape;5439;p50"/>
          <p:cNvGrpSpPr/>
          <p:nvPr/>
        </p:nvGrpSpPr>
        <p:grpSpPr>
          <a:xfrm flipH="1" rot="-6538712">
            <a:off x="8269483" y="4259370"/>
            <a:ext cx="1069999" cy="1045058"/>
            <a:chOff x="297527" y="0"/>
            <a:chExt cx="1070045" cy="1045102"/>
          </a:xfrm>
        </p:grpSpPr>
        <p:sp>
          <p:nvSpPr>
            <p:cNvPr id="5440" name="Google Shape;5440;p50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0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0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0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0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0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0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0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0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0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0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0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0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0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0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0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0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0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0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0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0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50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0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0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0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0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0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0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0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0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0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0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0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0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0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0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0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0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0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0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0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0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0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0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0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0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0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0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0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0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0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0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0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0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0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0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0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0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0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0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0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0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2" name="Google Shape;5502;p50"/>
          <p:cNvGrpSpPr/>
          <p:nvPr/>
        </p:nvGrpSpPr>
        <p:grpSpPr>
          <a:xfrm flipH="1" rot="-8168128">
            <a:off x="7061637" y="4318025"/>
            <a:ext cx="723890" cy="415295"/>
            <a:chOff x="344875" y="2058100"/>
            <a:chExt cx="676225" cy="387950"/>
          </a:xfrm>
        </p:grpSpPr>
        <p:sp>
          <p:nvSpPr>
            <p:cNvPr id="5503" name="Google Shape;5503;p50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360000" dist="952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0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360000" dist="952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0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360000" dist="952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0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360000" dist="952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0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8" name="Google Shape;5508;p50"/>
          <p:cNvGrpSpPr/>
          <p:nvPr/>
        </p:nvGrpSpPr>
        <p:grpSpPr>
          <a:xfrm flipH="1" rot="1159700">
            <a:off x="432932" y="-656971"/>
            <a:ext cx="1149088" cy="1138579"/>
            <a:chOff x="581988" y="3891200"/>
            <a:chExt cx="945850" cy="937200"/>
          </a:xfrm>
        </p:grpSpPr>
        <p:sp>
          <p:nvSpPr>
            <p:cNvPr id="5509" name="Google Shape;5509;p50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0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0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0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0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0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0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0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0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0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0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0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0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0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0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0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0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0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0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0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0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0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0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0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0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0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0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0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0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0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0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0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0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0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0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0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0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0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0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0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0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0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0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0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0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50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0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0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0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0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0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0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1" name="Google Shape;5561;p50"/>
          <p:cNvGrpSpPr/>
          <p:nvPr/>
        </p:nvGrpSpPr>
        <p:grpSpPr>
          <a:xfrm flipH="1" rot="-6538712">
            <a:off x="-313905" y="688320"/>
            <a:ext cx="1069999" cy="1045058"/>
            <a:chOff x="297527" y="0"/>
            <a:chExt cx="1070045" cy="1045102"/>
          </a:xfrm>
        </p:grpSpPr>
        <p:sp>
          <p:nvSpPr>
            <p:cNvPr id="5562" name="Google Shape;5562;p50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0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0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0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0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0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0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0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0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0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0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0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0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0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0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0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0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0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0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0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0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0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0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0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0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0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0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0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0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0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0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0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0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0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0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0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0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0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0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0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0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0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0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0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0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0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0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0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0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0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0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0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0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0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0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0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0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0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0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0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0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0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4" name="Google Shape;5624;p50"/>
          <p:cNvGrpSpPr/>
          <p:nvPr/>
        </p:nvGrpSpPr>
        <p:grpSpPr>
          <a:xfrm flipH="1" rot="-1692403">
            <a:off x="8203985" y="-261421"/>
            <a:ext cx="1201003" cy="1173008"/>
            <a:chOff x="297527" y="0"/>
            <a:chExt cx="1070045" cy="1045102"/>
          </a:xfrm>
        </p:grpSpPr>
        <p:sp>
          <p:nvSpPr>
            <p:cNvPr id="5625" name="Google Shape;5625;p50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0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0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0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0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0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0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0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0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0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0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0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0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0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0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0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0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0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0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0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0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0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0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0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0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0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0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0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0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0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0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0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0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0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0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0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0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0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0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0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0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0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0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0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0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0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0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0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0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0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0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0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0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0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0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0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0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0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0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0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0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0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7" name="Google Shape;5687;p50"/>
          <p:cNvGrpSpPr/>
          <p:nvPr/>
        </p:nvGrpSpPr>
        <p:grpSpPr>
          <a:xfrm flipH="1" rot="2951787">
            <a:off x="-75264" y="3924848"/>
            <a:ext cx="1374626" cy="1362055"/>
            <a:chOff x="581988" y="3891200"/>
            <a:chExt cx="945850" cy="937200"/>
          </a:xfrm>
        </p:grpSpPr>
        <p:sp>
          <p:nvSpPr>
            <p:cNvPr id="5688" name="Google Shape;5688;p50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0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0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0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0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0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0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0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0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0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0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0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0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0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0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0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0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0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0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0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0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0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0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0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0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0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0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0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0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0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0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0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0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0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0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0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0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0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0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0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0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0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0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0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0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0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0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0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0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0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0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0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40" name="Google Shape;5740;p50"/>
          <p:cNvSpPr txBox="1"/>
          <p:nvPr>
            <p:ph type="title"/>
          </p:nvPr>
        </p:nvSpPr>
        <p:spPr>
          <a:xfrm>
            <a:off x="3459100" y="2351725"/>
            <a:ext cx="49698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5000"/>
              <a:buNone/>
              <a:defRPr sz="55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/>
        </p:txBody>
      </p:sp>
      <p:sp>
        <p:nvSpPr>
          <p:cNvPr id="5741" name="Google Shape;5741;p50"/>
          <p:cNvSpPr txBox="1"/>
          <p:nvPr>
            <p:ph hasCustomPrompt="1" idx="2" type="title"/>
          </p:nvPr>
        </p:nvSpPr>
        <p:spPr>
          <a:xfrm>
            <a:off x="6042700" y="1191100"/>
            <a:ext cx="2386200" cy="1095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9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5742" name="Google Shape;5742;p50"/>
          <p:cNvSpPr txBox="1"/>
          <p:nvPr>
            <p:ph idx="1" type="subTitle"/>
          </p:nvPr>
        </p:nvSpPr>
        <p:spPr>
          <a:xfrm>
            <a:off x="3459100" y="3537275"/>
            <a:ext cx="4969800" cy="408900"/>
          </a:xfrm>
          <a:prstGeom prst="rect">
            <a:avLst/>
          </a:prstGeom>
          <a:solidFill>
            <a:schemeClr val="lt2"/>
          </a:solidFill>
          <a:effectLst>
            <a:outerShdw rotWithShape="0" algn="bl" dir="2820000" dist="66675">
              <a:schemeClr val="accent3">
                <a:alpha val="20000"/>
              </a:scheme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5743" name="Google Shape;5743;p50"/>
          <p:cNvGrpSpPr/>
          <p:nvPr/>
        </p:nvGrpSpPr>
        <p:grpSpPr>
          <a:xfrm>
            <a:off x="852790" y="1003190"/>
            <a:ext cx="723899" cy="415300"/>
            <a:chOff x="344875" y="2058100"/>
            <a:chExt cx="676225" cy="387950"/>
          </a:xfrm>
        </p:grpSpPr>
        <p:sp>
          <p:nvSpPr>
            <p:cNvPr id="5744" name="Google Shape;5744;p50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0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0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0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0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9" name="Google Shape;5749;p50"/>
          <p:cNvGrpSpPr/>
          <p:nvPr/>
        </p:nvGrpSpPr>
        <p:grpSpPr>
          <a:xfrm>
            <a:off x="353140" y="3318840"/>
            <a:ext cx="723899" cy="415300"/>
            <a:chOff x="344875" y="2058100"/>
            <a:chExt cx="676225" cy="387950"/>
          </a:xfrm>
        </p:grpSpPr>
        <p:sp>
          <p:nvSpPr>
            <p:cNvPr id="5750" name="Google Shape;5750;p50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0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0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0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0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5" name="Google Shape;5755;p50"/>
          <p:cNvGrpSpPr/>
          <p:nvPr/>
        </p:nvGrpSpPr>
        <p:grpSpPr>
          <a:xfrm rot="4815947">
            <a:off x="1339013" y="4398221"/>
            <a:ext cx="723907" cy="415305"/>
            <a:chOff x="344875" y="2058100"/>
            <a:chExt cx="676225" cy="387950"/>
          </a:xfrm>
        </p:grpSpPr>
        <p:sp>
          <p:nvSpPr>
            <p:cNvPr id="5756" name="Google Shape;5756;p50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0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0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0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0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2">
    <p:spTree>
      <p:nvGrpSpPr>
        <p:cNvPr id="5761" name="Shape 5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62" name="Google Shape;5762;p51"/>
          <p:cNvGrpSpPr/>
          <p:nvPr/>
        </p:nvGrpSpPr>
        <p:grpSpPr>
          <a:xfrm rot="-2700000">
            <a:off x="78661" y="850533"/>
            <a:ext cx="2744876" cy="5629999"/>
            <a:chOff x="-519875" y="1198836"/>
            <a:chExt cx="2019058" cy="4141278"/>
          </a:xfrm>
        </p:grpSpPr>
        <p:sp>
          <p:nvSpPr>
            <p:cNvPr id="5763" name="Google Shape;5763;p51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1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1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6" name="Google Shape;5766;p51"/>
          <p:cNvGrpSpPr/>
          <p:nvPr/>
        </p:nvGrpSpPr>
        <p:grpSpPr>
          <a:xfrm rot="-9881969">
            <a:off x="2098084" y="-1119903"/>
            <a:ext cx="8556686" cy="2823940"/>
            <a:chOff x="1471992" y="3091774"/>
            <a:chExt cx="7807582" cy="2576715"/>
          </a:xfrm>
        </p:grpSpPr>
        <p:sp>
          <p:nvSpPr>
            <p:cNvPr id="5767" name="Google Shape;5767;p51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1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1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0" name="Google Shape;5770;p51"/>
          <p:cNvGrpSpPr/>
          <p:nvPr/>
        </p:nvGrpSpPr>
        <p:grpSpPr>
          <a:xfrm flipH="1" rot="10800000">
            <a:off x="180077" y="3919332"/>
            <a:ext cx="1070045" cy="1045102"/>
            <a:chOff x="297527" y="0"/>
            <a:chExt cx="1070045" cy="1045102"/>
          </a:xfrm>
        </p:grpSpPr>
        <p:sp>
          <p:nvSpPr>
            <p:cNvPr id="5771" name="Google Shape;5771;p51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1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1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1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1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1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1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1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1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1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1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1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1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1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1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1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1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1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1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1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1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1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1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1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1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1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1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1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1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1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1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1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1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1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1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1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1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1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1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1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1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1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1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1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1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1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1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1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1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1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1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1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1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1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1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1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1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1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1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1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1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1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3" name="Google Shape;5833;p51"/>
          <p:cNvGrpSpPr/>
          <p:nvPr/>
        </p:nvGrpSpPr>
        <p:grpSpPr>
          <a:xfrm flipH="1" rot="2051532">
            <a:off x="1264901" y="-456890"/>
            <a:ext cx="945899" cy="937249"/>
            <a:chOff x="581988" y="3891200"/>
            <a:chExt cx="945850" cy="937200"/>
          </a:xfrm>
        </p:grpSpPr>
        <p:sp>
          <p:nvSpPr>
            <p:cNvPr id="5834" name="Google Shape;5834;p51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1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1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1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1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1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1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1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1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1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1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1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1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1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1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1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1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1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1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1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1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1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1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1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1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1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1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1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1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1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1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1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1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1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1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1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1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1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1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1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1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1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1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1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1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1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1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1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1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1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1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1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6" name="Google Shape;5886;p51"/>
          <p:cNvGrpSpPr/>
          <p:nvPr/>
        </p:nvGrpSpPr>
        <p:grpSpPr>
          <a:xfrm flipH="1">
            <a:off x="777089" y="261395"/>
            <a:ext cx="1070045" cy="1045102"/>
            <a:chOff x="297527" y="0"/>
            <a:chExt cx="1070045" cy="1045102"/>
          </a:xfrm>
        </p:grpSpPr>
        <p:sp>
          <p:nvSpPr>
            <p:cNvPr id="5887" name="Google Shape;5887;p51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1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1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1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1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1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1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1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1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1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1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1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1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1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1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1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1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1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1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1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1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1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1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1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1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1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1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1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1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1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1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1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1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1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1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1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1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1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1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1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1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1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1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1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1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1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1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1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1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1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1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1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1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1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1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1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1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1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1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1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1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1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9" name="Google Shape;5949;p51"/>
          <p:cNvGrpSpPr/>
          <p:nvPr/>
        </p:nvGrpSpPr>
        <p:grpSpPr>
          <a:xfrm flipH="1">
            <a:off x="347973" y="-406093"/>
            <a:ext cx="945850" cy="937200"/>
            <a:chOff x="581988" y="3891200"/>
            <a:chExt cx="945850" cy="937200"/>
          </a:xfrm>
        </p:grpSpPr>
        <p:sp>
          <p:nvSpPr>
            <p:cNvPr id="5950" name="Google Shape;5950;p51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1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1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1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1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1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1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1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1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1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1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1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1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1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1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1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1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1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1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1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1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1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1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1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1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1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1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1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1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1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1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1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1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1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1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1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1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1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1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1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1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1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1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1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1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1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1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1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1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1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1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1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51"/>
          <p:cNvGrpSpPr/>
          <p:nvPr/>
        </p:nvGrpSpPr>
        <p:grpSpPr>
          <a:xfrm flipH="1" rot="1298509">
            <a:off x="-390270" y="1133667"/>
            <a:ext cx="1070036" cy="1045094"/>
            <a:chOff x="297527" y="0"/>
            <a:chExt cx="1070045" cy="1045102"/>
          </a:xfrm>
        </p:grpSpPr>
        <p:sp>
          <p:nvSpPr>
            <p:cNvPr id="6003" name="Google Shape;6003;p51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1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1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1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1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1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1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1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1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1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1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1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1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1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1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1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1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1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1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1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1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1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1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1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1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1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1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1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1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1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1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1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1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1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1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1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1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st="57150">
                <a:srgbClr val="000000">
                  <a:alpha val="26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1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1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1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1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1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1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1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1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1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1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1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1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1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1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1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1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1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1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1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1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1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1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1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1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1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5" name="Google Shape;6065;p51"/>
          <p:cNvGrpSpPr/>
          <p:nvPr/>
        </p:nvGrpSpPr>
        <p:grpSpPr>
          <a:xfrm flipH="1">
            <a:off x="7720640" y="-124428"/>
            <a:ext cx="1070045" cy="1045102"/>
            <a:chOff x="297527" y="0"/>
            <a:chExt cx="1070045" cy="1045102"/>
          </a:xfrm>
        </p:grpSpPr>
        <p:sp>
          <p:nvSpPr>
            <p:cNvPr id="6066" name="Google Shape;6066;p51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1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1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1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1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1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1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1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1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1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1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1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1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1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1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1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1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1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1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1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1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1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1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1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1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1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1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1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1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1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1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1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1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1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1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1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1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1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1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1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1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1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1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1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1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1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1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1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1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1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1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1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1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1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1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1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1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1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1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1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1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1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8" name="Google Shape;6128;p51"/>
          <p:cNvGrpSpPr/>
          <p:nvPr/>
        </p:nvGrpSpPr>
        <p:grpSpPr>
          <a:xfrm flipH="1" rot="2051532">
            <a:off x="8431653" y="652488"/>
            <a:ext cx="945899" cy="937249"/>
            <a:chOff x="581988" y="3891200"/>
            <a:chExt cx="945850" cy="937200"/>
          </a:xfrm>
        </p:grpSpPr>
        <p:sp>
          <p:nvSpPr>
            <p:cNvPr id="6129" name="Google Shape;6129;p51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1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1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1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1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1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1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1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1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1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1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1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1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1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1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1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1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1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1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1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1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1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1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1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1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1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1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1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1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1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1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1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1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1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1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1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1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1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1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1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1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1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1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1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1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1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1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1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1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1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1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1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1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51"/>
          <p:cNvGrpSpPr/>
          <p:nvPr/>
        </p:nvGrpSpPr>
        <p:grpSpPr>
          <a:xfrm flipH="1" rot="-6753585">
            <a:off x="7460999" y="985766"/>
            <a:ext cx="723910" cy="415307"/>
            <a:chOff x="344875" y="2058100"/>
            <a:chExt cx="676225" cy="387950"/>
          </a:xfrm>
        </p:grpSpPr>
        <p:sp>
          <p:nvSpPr>
            <p:cNvPr id="6182" name="Google Shape;6182;p51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1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1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1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1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7" name="Google Shape;6187;p51"/>
          <p:cNvGrpSpPr/>
          <p:nvPr/>
        </p:nvGrpSpPr>
        <p:grpSpPr>
          <a:xfrm flipH="1" rot="10800000">
            <a:off x="1202827" y="4378482"/>
            <a:ext cx="1070045" cy="1045102"/>
            <a:chOff x="297527" y="0"/>
            <a:chExt cx="1070045" cy="1045102"/>
          </a:xfrm>
        </p:grpSpPr>
        <p:sp>
          <p:nvSpPr>
            <p:cNvPr id="6188" name="Google Shape;6188;p51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1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1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1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1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1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1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1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1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1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1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1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1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1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1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1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1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1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1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1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1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1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1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1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1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1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1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1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1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1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1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1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1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1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1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1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1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1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1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1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1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1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1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1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1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1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1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1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1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1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1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1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1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1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1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1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1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1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1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1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1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1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0" name="Google Shape;6250;p51"/>
          <p:cNvGrpSpPr/>
          <p:nvPr/>
        </p:nvGrpSpPr>
        <p:grpSpPr>
          <a:xfrm flipH="1" rot="-8748568">
            <a:off x="8059855" y="4114113"/>
            <a:ext cx="997108" cy="987989"/>
            <a:chOff x="581988" y="3891200"/>
            <a:chExt cx="945850" cy="937200"/>
          </a:xfrm>
        </p:grpSpPr>
        <p:sp>
          <p:nvSpPr>
            <p:cNvPr id="6251" name="Google Shape;6251;p51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1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1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1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1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1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1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1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1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1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1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1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1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1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1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1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1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1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1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1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1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1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1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1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1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1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1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1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1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1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1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1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1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1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1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1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1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1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1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1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1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1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1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1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1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1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1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1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1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1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1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1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3" name="Google Shape;6303;p51"/>
          <p:cNvGrpSpPr/>
          <p:nvPr/>
        </p:nvGrpSpPr>
        <p:grpSpPr>
          <a:xfrm flipH="1" rot="10800000">
            <a:off x="7320115" y="4882368"/>
            <a:ext cx="723899" cy="415300"/>
            <a:chOff x="344875" y="2058100"/>
            <a:chExt cx="676225" cy="387950"/>
          </a:xfrm>
        </p:grpSpPr>
        <p:sp>
          <p:nvSpPr>
            <p:cNvPr id="6304" name="Google Shape;6304;p51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1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1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1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1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9" name="Google Shape;6309;p51"/>
          <p:cNvSpPr txBox="1"/>
          <p:nvPr>
            <p:ph type="title"/>
          </p:nvPr>
        </p:nvSpPr>
        <p:spPr>
          <a:xfrm>
            <a:off x="3101300" y="1774525"/>
            <a:ext cx="53277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/>
        </p:txBody>
      </p:sp>
      <p:sp>
        <p:nvSpPr>
          <p:cNvPr id="6310" name="Google Shape;6310;p51"/>
          <p:cNvSpPr txBox="1"/>
          <p:nvPr>
            <p:ph hasCustomPrompt="1" idx="2" type="title"/>
          </p:nvPr>
        </p:nvSpPr>
        <p:spPr>
          <a:xfrm>
            <a:off x="715100" y="1774525"/>
            <a:ext cx="2386200" cy="159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6311" name="Google Shape;6311;p51"/>
          <p:cNvSpPr txBox="1"/>
          <p:nvPr>
            <p:ph idx="1" type="subTitle"/>
          </p:nvPr>
        </p:nvSpPr>
        <p:spPr>
          <a:xfrm>
            <a:off x="3280250" y="2960075"/>
            <a:ext cx="4969800" cy="408900"/>
          </a:xfrm>
          <a:prstGeom prst="rect">
            <a:avLst/>
          </a:prstGeom>
          <a:solidFill>
            <a:schemeClr val="lt2"/>
          </a:solidFill>
          <a:effectLst>
            <a:outerShdw rotWithShape="0" algn="bl" dir="2820000" dist="66675">
              <a:schemeClr val="accent3">
                <a:alpha val="2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312" name="Google Shape;6312;p51"/>
          <p:cNvGrpSpPr/>
          <p:nvPr/>
        </p:nvGrpSpPr>
        <p:grpSpPr>
          <a:xfrm rot="8733401">
            <a:off x="4939490" y="2938610"/>
            <a:ext cx="5202280" cy="2493434"/>
            <a:chOff x="4082157" y="-503850"/>
            <a:chExt cx="5202193" cy="2493393"/>
          </a:xfrm>
        </p:grpSpPr>
        <p:sp>
          <p:nvSpPr>
            <p:cNvPr id="6313" name="Google Shape;6313;p51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1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1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6" name="Google Shape;6316;p51"/>
          <p:cNvGrpSpPr/>
          <p:nvPr/>
        </p:nvGrpSpPr>
        <p:grpSpPr>
          <a:xfrm>
            <a:off x="1153215" y="3871440"/>
            <a:ext cx="723899" cy="415300"/>
            <a:chOff x="344875" y="2058100"/>
            <a:chExt cx="676225" cy="387950"/>
          </a:xfrm>
        </p:grpSpPr>
        <p:sp>
          <p:nvSpPr>
            <p:cNvPr id="6317" name="Google Shape;6317;p51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1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1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1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1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2" name="Google Shape;6322;p51"/>
          <p:cNvGrpSpPr/>
          <p:nvPr/>
        </p:nvGrpSpPr>
        <p:grpSpPr>
          <a:xfrm>
            <a:off x="-97685" y="531090"/>
            <a:ext cx="723899" cy="415300"/>
            <a:chOff x="344875" y="2058100"/>
            <a:chExt cx="676225" cy="387950"/>
          </a:xfrm>
        </p:grpSpPr>
        <p:sp>
          <p:nvSpPr>
            <p:cNvPr id="6323" name="Google Shape;6323;p51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1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1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1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1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SECTION_HEADER_2_1">
    <p:spTree>
      <p:nvGrpSpPr>
        <p:cNvPr id="6328" name="Shape 6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9" name="Google Shape;6329;p52"/>
          <p:cNvSpPr txBox="1"/>
          <p:nvPr>
            <p:ph type="title"/>
          </p:nvPr>
        </p:nvSpPr>
        <p:spPr>
          <a:xfrm flipH="1">
            <a:off x="715050" y="1774525"/>
            <a:ext cx="53277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/>
        </p:txBody>
      </p:sp>
      <p:grpSp>
        <p:nvGrpSpPr>
          <p:cNvPr id="6330" name="Google Shape;6330;p52"/>
          <p:cNvGrpSpPr/>
          <p:nvPr/>
        </p:nvGrpSpPr>
        <p:grpSpPr>
          <a:xfrm flipH="1" rot="2700000">
            <a:off x="6542313" y="850533"/>
            <a:ext cx="2744876" cy="5629999"/>
            <a:chOff x="-519875" y="1198836"/>
            <a:chExt cx="2019058" cy="4141278"/>
          </a:xfrm>
        </p:grpSpPr>
        <p:sp>
          <p:nvSpPr>
            <p:cNvPr id="6331" name="Google Shape;6331;p52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2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2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4" name="Google Shape;6334;p52"/>
          <p:cNvGrpSpPr/>
          <p:nvPr/>
        </p:nvGrpSpPr>
        <p:grpSpPr>
          <a:xfrm flipH="1" rot="-8733401">
            <a:off x="-775920" y="2938610"/>
            <a:ext cx="5202280" cy="2493434"/>
            <a:chOff x="4082157" y="-503850"/>
            <a:chExt cx="5202193" cy="2493393"/>
          </a:xfrm>
        </p:grpSpPr>
        <p:sp>
          <p:nvSpPr>
            <p:cNvPr id="6335" name="Google Shape;6335;p52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2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2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8" name="Google Shape;6338;p52"/>
          <p:cNvGrpSpPr/>
          <p:nvPr/>
        </p:nvGrpSpPr>
        <p:grpSpPr>
          <a:xfrm flipH="1" rot="-6538712">
            <a:off x="-585417" y="3649595"/>
            <a:ext cx="1069999" cy="1045058"/>
            <a:chOff x="297527" y="0"/>
            <a:chExt cx="1070045" cy="1045102"/>
          </a:xfrm>
        </p:grpSpPr>
        <p:sp>
          <p:nvSpPr>
            <p:cNvPr id="6339" name="Google Shape;6339;p52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2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2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2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2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2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2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2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2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2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2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2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2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2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2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2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2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2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2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2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2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2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2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2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2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2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2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2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2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2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2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2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2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2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2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2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2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2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2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2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2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2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2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2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2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2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2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2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2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2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2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2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2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2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2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2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2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2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2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2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2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2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1" name="Google Shape;6401;p52"/>
          <p:cNvGrpSpPr/>
          <p:nvPr/>
        </p:nvGrpSpPr>
        <p:grpSpPr>
          <a:xfrm flipH="1" rot="1159700">
            <a:off x="432932" y="-656971"/>
            <a:ext cx="1149088" cy="1138579"/>
            <a:chOff x="581988" y="3891200"/>
            <a:chExt cx="945850" cy="937200"/>
          </a:xfrm>
        </p:grpSpPr>
        <p:sp>
          <p:nvSpPr>
            <p:cNvPr id="6402" name="Google Shape;6402;p52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2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2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2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2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2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2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2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2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2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2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2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2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2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2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2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2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2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2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2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2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2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2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2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2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2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2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2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2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2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2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2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2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2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2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2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2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2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2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2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2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2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2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2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2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2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2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2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2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2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2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2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4" name="Google Shape;6454;p52"/>
          <p:cNvGrpSpPr/>
          <p:nvPr/>
        </p:nvGrpSpPr>
        <p:grpSpPr>
          <a:xfrm flipH="1" rot="9881969">
            <a:off x="-1316844" y="-1214403"/>
            <a:ext cx="8556686" cy="2823940"/>
            <a:chOff x="1471992" y="3091774"/>
            <a:chExt cx="7807582" cy="2576715"/>
          </a:xfrm>
        </p:grpSpPr>
        <p:sp>
          <p:nvSpPr>
            <p:cNvPr id="6455" name="Google Shape;6455;p52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2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2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8" name="Google Shape;6458;p52"/>
          <p:cNvGrpSpPr/>
          <p:nvPr/>
        </p:nvGrpSpPr>
        <p:grpSpPr>
          <a:xfrm flipH="1" rot="-6538712">
            <a:off x="-313905" y="688320"/>
            <a:ext cx="1069999" cy="1045058"/>
            <a:chOff x="297527" y="0"/>
            <a:chExt cx="1070045" cy="1045102"/>
          </a:xfrm>
        </p:grpSpPr>
        <p:sp>
          <p:nvSpPr>
            <p:cNvPr id="6459" name="Google Shape;6459;p52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2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2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2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2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2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2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2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2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2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2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2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2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2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2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2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2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2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2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2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2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2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2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2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2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2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2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2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2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2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2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2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2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2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2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2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2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2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2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2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2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2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2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2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2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2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2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2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2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2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2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2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2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2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2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2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2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2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2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2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2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2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1" name="Google Shape;6521;p52"/>
          <p:cNvGrpSpPr/>
          <p:nvPr/>
        </p:nvGrpSpPr>
        <p:grpSpPr>
          <a:xfrm flipH="1" rot="-1692403">
            <a:off x="8203985" y="-261421"/>
            <a:ext cx="1201003" cy="1173008"/>
            <a:chOff x="297527" y="0"/>
            <a:chExt cx="1070045" cy="1045102"/>
          </a:xfrm>
        </p:grpSpPr>
        <p:sp>
          <p:nvSpPr>
            <p:cNvPr id="6522" name="Google Shape;6522;p52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2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2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2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2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2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2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2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2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2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2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2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2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2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2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2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2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2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2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2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2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2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2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2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2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2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2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2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2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2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2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2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2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2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2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2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2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2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2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2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2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2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2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2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2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2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2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2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2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2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2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2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2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2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2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2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2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2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2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2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2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2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4" name="Google Shape;6584;p52"/>
          <p:cNvGrpSpPr/>
          <p:nvPr/>
        </p:nvGrpSpPr>
        <p:grpSpPr>
          <a:xfrm flipH="1" rot="2951787">
            <a:off x="-75264" y="3924848"/>
            <a:ext cx="1374626" cy="1362055"/>
            <a:chOff x="581988" y="3891200"/>
            <a:chExt cx="945850" cy="937200"/>
          </a:xfrm>
        </p:grpSpPr>
        <p:sp>
          <p:nvSpPr>
            <p:cNvPr id="6585" name="Google Shape;6585;p52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2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2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2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2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2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2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2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2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2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2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2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2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2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2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2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2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2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2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2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2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2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2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2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2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2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2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2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2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2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2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2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2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2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2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2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2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2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2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2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2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2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2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2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2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2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2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2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2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2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2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2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52"/>
          <p:cNvGrpSpPr/>
          <p:nvPr/>
        </p:nvGrpSpPr>
        <p:grpSpPr>
          <a:xfrm flipH="1" rot="9044303">
            <a:off x="7756483" y="393407"/>
            <a:ext cx="1070049" cy="1045106"/>
            <a:chOff x="297527" y="0"/>
            <a:chExt cx="1070045" cy="1045102"/>
          </a:xfrm>
        </p:grpSpPr>
        <p:sp>
          <p:nvSpPr>
            <p:cNvPr id="6638" name="Google Shape;6638;p52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2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2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2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2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2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2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2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2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2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2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2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2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2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2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2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2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2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2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2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2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2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2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2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2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2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2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2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2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2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2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2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2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2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2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2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2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2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2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2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2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2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2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2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2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2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2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2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2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2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2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2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2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2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2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2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2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2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2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2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2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2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0" name="Google Shape;6700;p52"/>
          <p:cNvGrpSpPr/>
          <p:nvPr/>
        </p:nvGrpSpPr>
        <p:grpSpPr>
          <a:xfrm flipH="1" rot="-6538712">
            <a:off x="8269483" y="4259370"/>
            <a:ext cx="1069999" cy="1045058"/>
            <a:chOff x="297527" y="0"/>
            <a:chExt cx="1070045" cy="1045102"/>
          </a:xfrm>
        </p:grpSpPr>
        <p:sp>
          <p:nvSpPr>
            <p:cNvPr id="6701" name="Google Shape;6701;p52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2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2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2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2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2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2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2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2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2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2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2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2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2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2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2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2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2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2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2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2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2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2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2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2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2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2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2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2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2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2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2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2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2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2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2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2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2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2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2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2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2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2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2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2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2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2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2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2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2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2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2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2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2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2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2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2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2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2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2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2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2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3" name="Google Shape;6763;p52"/>
          <p:cNvSpPr txBox="1"/>
          <p:nvPr>
            <p:ph hasCustomPrompt="1" idx="2" type="title"/>
          </p:nvPr>
        </p:nvSpPr>
        <p:spPr>
          <a:xfrm flipH="1">
            <a:off x="6042750" y="1774525"/>
            <a:ext cx="2386200" cy="159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6764" name="Google Shape;6764;p52"/>
          <p:cNvSpPr txBox="1"/>
          <p:nvPr>
            <p:ph idx="1" type="subTitle"/>
          </p:nvPr>
        </p:nvSpPr>
        <p:spPr>
          <a:xfrm flipH="1">
            <a:off x="894000" y="2960075"/>
            <a:ext cx="4969800" cy="408900"/>
          </a:xfrm>
          <a:prstGeom prst="rect">
            <a:avLst/>
          </a:prstGeom>
          <a:solidFill>
            <a:schemeClr val="lt2"/>
          </a:solidFill>
          <a:effectLst>
            <a:outerShdw rotWithShape="0" algn="bl" dir="2820000" dist="66675">
              <a:schemeClr val="accent3">
                <a:alpha val="2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765" name="Google Shape;6765;p52"/>
          <p:cNvGrpSpPr/>
          <p:nvPr/>
        </p:nvGrpSpPr>
        <p:grpSpPr>
          <a:xfrm>
            <a:off x="7351290" y="53290"/>
            <a:ext cx="723899" cy="415300"/>
            <a:chOff x="344875" y="2058100"/>
            <a:chExt cx="676225" cy="387950"/>
          </a:xfrm>
        </p:grpSpPr>
        <p:sp>
          <p:nvSpPr>
            <p:cNvPr id="6766" name="Google Shape;6766;p52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2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2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2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2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1" name="Google Shape;6771;p52"/>
          <p:cNvGrpSpPr/>
          <p:nvPr/>
        </p:nvGrpSpPr>
        <p:grpSpPr>
          <a:xfrm rot="-4081122">
            <a:off x="7488755" y="4398222"/>
            <a:ext cx="723913" cy="415308"/>
            <a:chOff x="344875" y="2058100"/>
            <a:chExt cx="676225" cy="387950"/>
          </a:xfrm>
        </p:grpSpPr>
        <p:sp>
          <p:nvSpPr>
            <p:cNvPr id="6772" name="Google Shape;6772;p52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2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2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2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2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7" name="Google Shape;6777;p52"/>
          <p:cNvGrpSpPr/>
          <p:nvPr/>
        </p:nvGrpSpPr>
        <p:grpSpPr>
          <a:xfrm>
            <a:off x="927215" y="639665"/>
            <a:ext cx="723899" cy="415300"/>
            <a:chOff x="344875" y="2058100"/>
            <a:chExt cx="676225" cy="387950"/>
          </a:xfrm>
        </p:grpSpPr>
        <p:sp>
          <p:nvSpPr>
            <p:cNvPr id="6778" name="Google Shape;6778;p52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2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2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2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2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3" name="Google Shape;6783;p52"/>
          <p:cNvGrpSpPr/>
          <p:nvPr/>
        </p:nvGrpSpPr>
        <p:grpSpPr>
          <a:xfrm rot="2485958">
            <a:off x="-183676" y="117510"/>
            <a:ext cx="723907" cy="415305"/>
            <a:chOff x="344875" y="2058100"/>
            <a:chExt cx="676225" cy="387950"/>
          </a:xfrm>
        </p:grpSpPr>
        <p:sp>
          <p:nvSpPr>
            <p:cNvPr id="6784" name="Google Shape;6784;p52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2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2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2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2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9" name="Google Shape;6789;p52"/>
          <p:cNvGrpSpPr/>
          <p:nvPr/>
        </p:nvGrpSpPr>
        <p:grpSpPr>
          <a:xfrm>
            <a:off x="1212215" y="4574240"/>
            <a:ext cx="723899" cy="415300"/>
            <a:chOff x="344875" y="2058100"/>
            <a:chExt cx="676225" cy="387950"/>
          </a:xfrm>
        </p:grpSpPr>
        <p:sp>
          <p:nvSpPr>
            <p:cNvPr id="6790" name="Google Shape;6790;p52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2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2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2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2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5" name="Google Shape;6795;p52"/>
          <p:cNvGrpSpPr/>
          <p:nvPr/>
        </p:nvGrpSpPr>
        <p:grpSpPr>
          <a:xfrm rot="2485958">
            <a:off x="761874" y="3620410"/>
            <a:ext cx="723907" cy="415305"/>
            <a:chOff x="344875" y="2058100"/>
            <a:chExt cx="676225" cy="387950"/>
          </a:xfrm>
        </p:grpSpPr>
        <p:sp>
          <p:nvSpPr>
            <p:cNvPr id="6796" name="Google Shape;6796;p52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2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2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2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2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6801" name="Shape 6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2" name="Google Shape;6802;p53"/>
          <p:cNvSpPr txBox="1"/>
          <p:nvPr>
            <p:ph type="title"/>
          </p:nvPr>
        </p:nvSpPr>
        <p:spPr>
          <a:xfrm>
            <a:off x="1458125" y="3052525"/>
            <a:ext cx="6227700" cy="53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6803" name="Google Shape;6803;p53"/>
          <p:cNvSpPr txBox="1"/>
          <p:nvPr>
            <p:ph idx="1" type="subTitle"/>
          </p:nvPr>
        </p:nvSpPr>
        <p:spPr>
          <a:xfrm>
            <a:off x="1458125" y="1559075"/>
            <a:ext cx="6227700" cy="136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grpSp>
        <p:nvGrpSpPr>
          <p:cNvPr id="6804" name="Google Shape;6804;p53"/>
          <p:cNvGrpSpPr/>
          <p:nvPr/>
        </p:nvGrpSpPr>
        <p:grpSpPr>
          <a:xfrm rot="4500040">
            <a:off x="-3889956" y="637140"/>
            <a:ext cx="7807348" cy="2576638"/>
            <a:chOff x="1471992" y="3091774"/>
            <a:chExt cx="7807582" cy="2576715"/>
          </a:xfrm>
        </p:grpSpPr>
        <p:sp>
          <p:nvSpPr>
            <p:cNvPr id="6805" name="Google Shape;6805;p53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3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3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8" name="Google Shape;6808;p53"/>
          <p:cNvGrpSpPr/>
          <p:nvPr/>
        </p:nvGrpSpPr>
        <p:grpSpPr>
          <a:xfrm>
            <a:off x="3459851" y="-802077"/>
            <a:ext cx="5824376" cy="2436294"/>
            <a:chOff x="4082157" y="-503850"/>
            <a:chExt cx="5202193" cy="2493393"/>
          </a:xfrm>
        </p:grpSpPr>
        <p:sp>
          <p:nvSpPr>
            <p:cNvPr id="6809" name="Google Shape;6809;p53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3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3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2" name="Google Shape;6812;p53"/>
          <p:cNvGrpSpPr/>
          <p:nvPr/>
        </p:nvGrpSpPr>
        <p:grpSpPr>
          <a:xfrm>
            <a:off x="2394417" y="3091774"/>
            <a:ext cx="7807582" cy="2576715"/>
            <a:chOff x="1471992" y="3091774"/>
            <a:chExt cx="7807582" cy="2576715"/>
          </a:xfrm>
        </p:grpSpPr>
        <p:sp>
          <p:nvSpPr>
            <p:cNvPr id="6813" name="Google Shape;6813;p53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3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3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6" name="Google Shape;6816;p53"/>
          <p:cNvGrpSpPr/>
          <p:nvPr/>
        </p:nvGrpSpPr>
        <p:grpSpPr>
          <a:xfrm rot="-8351737">
            <a:off x="-208341" y="3900940"/>
            <a:ext cx="1149097" cy="1138589"/>
            <a:chOff x="581988" y="3891200"/>
            <a:chExt cx="945850" cy="937200"/>
          </a:xfrm>
        </p:grpSpPr>
        <p:sp>
          <p:nvSpPr>
            <p:cNvPr id="6817" name="Google Shape;6817;p53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3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3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3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3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3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3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3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3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3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3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3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3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3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3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3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3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3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3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3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3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3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3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3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3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3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3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3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3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3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3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3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3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3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3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3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3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3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3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3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3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3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3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3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3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3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3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3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3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3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3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3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53"/>
          <p:cNvGrpSpPr/>
          <p:nvPr/>
        </p:nvGrpSpPr>
        <p:grpSpPr>
          <a:xfrm rot="-6559700">
            <a:off x="140553" y="4482651"/>
            <a:ext cx="1149088" cy="1138579"/>
            <a:chOff x="581988" y="3891200"/>
            <a:chExt cx="945850" cy="937200"/>
          </a:xfrm>
        </p:grpSpPr>
        <p:sp>
          <p:nvSpPr>
            <p:cNvPr id="6870" name="Google Shape;6870;p53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3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3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3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3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3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3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3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3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3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3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3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3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3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3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3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3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3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3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3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3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3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3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3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3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3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3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3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3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3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3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3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3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3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3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3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3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3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3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3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3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3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3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3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3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3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3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3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3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3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3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3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2" name="Google Shape;6922;p53"/>
          <p:cNvGrpSpPr/>
          <p:nvPr/>
        </p:nvGrpSpPr>
        <p:grpSpPr>
          <a:xfrm rot="-9661288">
            <a:off x="8073364" y="3947718"/>
            <a:ext cx="1069999" cy="1045058"/>
            <a:chOff x="297527" y="0"/>
            <a:chExt cx="1070045" cy="1045102"/>
          </a:xfrm>
        </p:grpSpPr>
        <p:sp>
          <p:nvSpPr>
            <p:cNvPr id="6923" name="Google Shape;6923;p53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3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3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3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3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3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3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3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3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3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3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3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3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3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3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3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3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3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3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3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3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3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3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3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3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3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3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3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3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3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3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3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3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3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3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3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3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3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3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3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3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3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3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3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3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3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3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3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3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3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3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3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3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3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3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3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3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3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3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3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3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3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5" name="Google Shape;6985;p53"/>
          <p:cNvGrpSpPr/>
          <p:nvPr/>
        </p:nvGrpSpPr>
        <p:grpSpPr>
          <a:xfrm rot="6538741">
            <a:off x="7467095" y="608834"/>
            <a:ext cx="1304235" cy="1273834"/>
            <a:chOff x="297527" y="0"/>
            <a:chExt cx="1070045" cy="1045102"/>
          </a:xfrm>
        </p:grpSpPr>
        <p:sp>
          <p:nvSpPr>
            <p:cNvPr id="6986" name="Google Shape;6986;p53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3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3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3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3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3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3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3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3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3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3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3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3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3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3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3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3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3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3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3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3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3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3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3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3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3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3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3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3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3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3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3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3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3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3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3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3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3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3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3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3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3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3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3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3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3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3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3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3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3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3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3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3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3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3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3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3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3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3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3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3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3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8" name="Google Shape;7048;p53"/>
          <p:cNvGrpSpPr/>
          <p:nvPr/>
        </p:nvGrpSpPr>
        <p:grpSpPr>
          <a:xfrm rot="-2951737">
            <a:off x="7698897" y="-346226"/>
            <a:ext cx="1149097" cy="1138589"/>
            <a:chOff x="581988" y="3891200"/>
            <a:chExt cx="945850" cy="937200"/>
          </a:xfrm>
        </p:grpSpPr>
        <p:sp>
          <p:nvSpPr>
            <p:cNvPr id="7049" name="Google Shape;7049;p53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3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3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3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3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3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3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3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3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3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3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3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3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3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3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3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3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3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3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3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3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3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3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3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3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3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3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3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3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3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3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3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3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3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3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3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3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3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3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3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3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3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3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3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3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3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3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3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3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3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3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3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1" name="Google Shape;7101;p53"/>
          <p:cNvGrpSpPr/>
          <p:nvPr/>
        </p:nvGrpSpPr>
        <p:grpSpPr>
          <a:xfrm rot="6538712">
            <a:off x="8349872" y="336809"/>
            <a:ext cx="1069999" cy="1045058"/>
            <a:chOff x="297527" y="0"/>
            <a:chExt cx="1070045" cy="1045102"/>
          </a:xfrm>
        </p:grpSpPr>
        <p:sp>
          <p:nvSpPr>
            <p:cNvPr id="7102" name="Google Shape;7102;p53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3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3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3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3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3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3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3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3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3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3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3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3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3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3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3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3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3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3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3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3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3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3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3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3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3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3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3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3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3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3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3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3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3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3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3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3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3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3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3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3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3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3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3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3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3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3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3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3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3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3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3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3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3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3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3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3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3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3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3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3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3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4" name="Google Shape;7164;p53"/>
          <p:cNvGrpSpPr/>
          <p:nvPr/>
        </p:nvGrpSpPr>
        <p:grpSpPr>
          <a:xfrm flipH="1" rot="-4695876">
            <a:off x="-97779" y="-229899"/>
            <a:ext cx="1149108" cy="1138599"/>
            <a:chOff x="581988" y="3891200"/>
            <a:chExt cx="945850" cy="937200"/>
          </a:xfrm>
        </p:grpSpPr>
        <p:sp>
          <p:nvSpPr>
            <p:cNvPr id="7165" name="Google Shape;7165;p53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3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3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3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3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3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3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3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3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3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3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3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3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3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3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3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3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3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3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3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3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3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3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3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3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3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3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3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3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3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3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3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3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3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3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3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3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3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3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3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3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3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3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3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3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3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3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3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3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3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3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3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7" name="Google Shape;7217;p53"/>
          <p:cNvGrpSpPr/>
          <p:nvPr/>
        </p:nvGrpSpPr>
        <p:grpSpPr>
          <a:xfrm rot="2294412">
            <a:off x="1204494" y="4681839"/>
            <a:ext cx="723903" cy="415303"/>
            <a:chOff x="344875" y="2058100"/>
            <a:chExt cx="676225" cy="387950"/>
          </a:xfrm>
        </p:grpSpPr>
        <p:sp>
          <p:nvSpPr>
            <p:cNvPr id="7218" name="Google Shape;7218;p53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3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3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3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3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3" name="Google Shape;7223;p53"/>
          <p:cNvGrpSpPr/>
          <p:nvPr/>
        </p:nvGrpSpPr>
        <p:grpSpPr>
          <a:xfrm rot="4780101">
            <a:off x="655158" y="3584295"/>
            <a:ext cx="723938" cy="415323"/>
            <a:chOff x="344875" y="2058100"/>
            <a:chExt cx="676225" cy="387950"/>
          </a:xfrm>
        </p:grpSpPr>
        <p:sp>
          <p:nvSpPr>
            <p:cNvPr id="7224" name="Google Shape;7224;p53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3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3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3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3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9" name="Google Shape;7229;p53"/>
          <p:cNvGrpSpPr/>
          <p:nvPr/>
        </p:nvGrpSpPr>
        <p:grpSpPr>
          <a:xfrm>
            <a:off x="6915015" y="327340"/>
            <a:ext cx="723899" cy="415300"/>
            <a:chOff x="344875" y="2058100"/>
            <a:chExt cx="676225" cy="387950"/>
          </a:xfrm>
        </p:grpSpPr>
        <p:sp>
          <p:nvSpPr>
            <p:cNvPr id="7230" name="Google Shape;7230;p53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3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3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3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3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5" name="Google Shape;7235;p53"/>
          <p:cNvGrpSpPr/>
          <p:nvPr/>
        </p:nvGrpSpPr>
        <p:grpSpPr>
          <a:xfrm rot="2485958">
            <a:off x="7446024" y="4540635"/>
            <a:ext cx="723907" cy="415305"/>
            <a:chOff x="344875" y="2058100"/>
            <a:chExt cx="676225" cy="387950"/>
          </a:xfrm>
        </p:grpSpPr>
        <p:sp>
          <p:nvSpPr>
            <p:cNvPr id="7236" name="Google Shape;7236;p53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3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3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3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3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spTree>
      <p:nvGrpSpPr>
        <p:cNvPr id="7241" name="Shape 7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42" name="Google Shape;7242;p54"/>
          <p:cNvGrpSpPr/>
          <p:nvPr/>
        </p:nvGrpSpPr>
        <p:grpSpPr>
          <a:xfrm>
            <a:off x="3749209" y="-982550"/>
            <a:ext cx="5529932" cy="2650476"/>
            <a:chOff x="4082157" y="-503850"/>
            <a:chExt cx="5202193" cy="2493393"/>
          </a:xfrm>
        </p:grpSpPr>
        <p:sp>
          <p:nvSpPr>
            <p:cNvPr id="7243" name="Google Shape;7243;p54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4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4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6" name="Google Shape;7246;p54"/>
          <p:cNvGrpSpPr/>
          <p:nvPr/>
        </p:nvGrpSpPr>
        <p:grpSpPr>
          <a:xfrm rot="823163">
            <a:off x="-586582" y="-200580"/>
            <a:ext cx="2603349" cy="5339712"/>
            <a:chOff x="-519875" y="1198836"/>
            <a:chExt cx="2019058" cy="4141278"/>
          </a:xfrm>
        </p:grpSpPr>
        <p:sp>
          <p:nvSpPr>
            <p:cNvPr id="7247" name="Google Shape;7247;p54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4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4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0" name="Google Shape;7250;p54"/>
          <p:cNvGrpSpPr/>
          <p:nvPr/>
        </p:nvGrpSpPr>
        <p:grpSpPr>
          <a:xfrm rot="-221206">
            <a:off x="1548207" y="3091593"/>
            <a:ext cx="7807343" cy="2576637"/>
            <a:chOff x="1471992" y="3091774"/>
            <a:chExt cx="7807582" cy="2576715"/>
          </a:xfrm>
        </p:grpSpPr>
        <p:sp>
          <p:nvSpPr>
            <p:cNvPr id="7251" name="Google Shape;7251;p54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4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4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4" name="Google Shape;7254;p54"/>
          <p:cNvSpPr txBox="1"/>
          <p:nvPr>
            <p:ph idx="1" type="subTitle"/>
          </p:nvPr>
        </p:nvSpPr>
        <p:spPr>
          <a:xfrm>
            <a:off x="5176375" y="2469925"/>
            <a:ext cx="3046200" cy="129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255" name="Google Shape;7255;p5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7256" name="Google Shape;7256;p54"/>
          <p:cNvSpPr txBox="1"/>
          <p:nvPr>
            <p:ph idx="2" type="subTitle"/>
          </p:nvPr>
        </p:nvSpPr>
        <p:spPr>
          <a:xfrm>
            <a:off x="5176375" y="2028625"/>
            <a:ext cx="3046200" cy="40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Coustard"/>
                <a:ea typeface="Coustard"/>
                <a:cs typeface="Coustard"/>
                <a:sym typeface="Coustard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7257" name="Google Shape;7257;p54"/>
          <p:cNvSpPr/>
          <p:nvPr>
            <p:ph idx="3" type="pic"/>
          </p:nvPr>
        </p:nvSpPr>
        <p:spPr>
          <a:xfrm>
            <a:off x="1122950" y="1283375"/>
            <a:ext cx="3282600" cy="3281400"/>
          </a:xfrm>
          <a:prstGeom prst="ellipse">
            <a:avLst/>
          </a:prstGeom>
          <a:noFill/>
          <a:ln>
            <a:noFill/>
          </a:ln>
        </p:spPr>
      </p:sp>
      <p:grpSp>
        <p:nvGrpSpPr>
          <p:cNvPr id="7258" name="Google Shape;7258;p54"/>
          <p:cNvGrpSpPr/>
          <p:nvPr/>
        </p:nvGrpSpPr>
        <p:grpSpPr>
          <a:xfrm flipH="1" rot="4898387">
            <a:off x="-453319" y="108878"/>
            <a:ext cx="1070074" cy="1045130"/>
            <a:chOff x="297527" y="0"/>
            <a:chExt cx="1070045" cy="1045102"/>
          </a:xfrm>
        </p:grpSpPr>
        <p:sp>
          <p:nvSpPr>
            <p:cNvPr id="7259" name="Google Shape;7259;p54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4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4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4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4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4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4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4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4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4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4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4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4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4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4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4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4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4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4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4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4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4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4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4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4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4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4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4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4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4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4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4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4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4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4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4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4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st="57150">
                <a:srgbClr val="000000">
                  <a:alpha val="26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4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4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4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4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4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4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4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4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4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4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4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4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4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4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4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4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4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4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4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4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4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4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4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4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4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54"/>
          <p:cNvGrpSpPr/>
          <p:nvPr/>
        </p:nvGrpSpPr>
        <p:grpSpPr>
          <a:xfrm flipH="1" rot="2051532">
            <a:off x="8386564" y="-285477"/>
            <a:ext cx="945899" cy="937249"/>
            <a:chOff x="581988" y="3891200"/>
            <a:chExt cx="945850" cy="937200"/>
          </a:xfrm>
        </p:grpSpPr>
        <p:sp>
          <p:nvSpPr>
            <p:cNvPr id="7322" name="Google Shape;7322;p54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4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4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4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4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4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4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4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4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4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4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4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4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4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4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4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4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4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4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4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4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4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4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4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4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4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4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4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4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4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4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4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4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4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4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4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4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4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4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4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4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4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4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4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4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4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4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4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4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4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4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4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4" name="Google Shape;7374;p54"/>
          <p:cNvGrpSpPr/>
          <p:nvPr/>
        </p:nvGrpSpPr>
        <p:grpSpPr>
          <a:xfrm flipH="1">
            <a:off x="7898751" y="432807"/>
            <a:ext cx="1070045" cy="1045102"/>
            <a:chOff x="297527" y="0"/>
            <a:chExt cx="1070045" cy="1045102"/>
          </a:xfrm>
        </p:grpSpPr>
        <p:sp>
          <p:nvSpPr>
            <p:cNvPr id="7375" name="Google Shape;7375;p54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4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4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4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4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4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4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4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4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4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4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4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4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4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4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4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4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4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4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4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4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4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4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4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4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4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4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4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4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4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4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4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4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4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4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4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4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4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4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4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4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4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4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4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4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4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4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4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4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4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4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4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4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4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4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4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4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4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4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4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4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4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7" name="Google Shape;7437;p54"/>
          <p:cNvGrpSpPr/>
          <p:nvPr/>
        </p:nvGrpSpPr>
        <p:grpSpPr>
          <a:xfrm flipH="1">
            <a:off x="7469635" y="-234680"/>
            <a:ext cx="945850" cy="937200"/>
            <a:chOff x="581988" y="3891200"/>
            <a:chExt cx="945850" cy="937200"/>
          </a:xfrm>
        </p:grpSpPr>
        <p:sp>
          <p:nvSpPr>
            <p:cNvPr id="7438" name="Google Shape;7438;p54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4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4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4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4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4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4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4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4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4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4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4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4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4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4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4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4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4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4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4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4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4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4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4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4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4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4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4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4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4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4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4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4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4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4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4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4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4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4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4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4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4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4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4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4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4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4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4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4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4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4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4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0" name="Google Shape;7490;p54"/>
          <p:cNvGrpSpPr/>
          <p:nvPr/>
        </p:nvGrpSpPr>
        <p:grpSpPr>
          <a:xfrm rot="10800000">
            <a:off x="8405252" y="3697457"/>
            <a:ext cx="1070045" cy="1045102"/>
            <a:chOff x="297527" y="0"/>
            <a:chExt cx="1070045" cy="1045102"/>
          </a:xfrm>
        </p:grpSpPr>
        <p:sp>
          <p:nvSpPr>
            <p:cNvPr id="7491" name="Google Shape;7491;p54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4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4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4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4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4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4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4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4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4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4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4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4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4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4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4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4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4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4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4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4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4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4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4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4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4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4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4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4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4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4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4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4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4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4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4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4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4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4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4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4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4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4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4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4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4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4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4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4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4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4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4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4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4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4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4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4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4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4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4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4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4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3" name="Google Shape;7553;p54"/>
          <p:cNvGrpSpPr/>
          <p:nvPr/>
        </p:nvGrpSpPr>
        <p:grpSpPr>
          <a:xfrm rot="10800000">
            <a:off x="7382502" y="4156607"/>
            <a:ext cx="1070045" cy="1045102"/>
            <a:chOff x="297527" y="0"/>
            <a:chExt cx="1070045" cy="1045102"/>
          </a:xfrm>
        </p:grpSpPr>
        <p:sp>
          <p:nvSpPr>
            <p:cNvPr id="7554" name="Google Shape;7554;p54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4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4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4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4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4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4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4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4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4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4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4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4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4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4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4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4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4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4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4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4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4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4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4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4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4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4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4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4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4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4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4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4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4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4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4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4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4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4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4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4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4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4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4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4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4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4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4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4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4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4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4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4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4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4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4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4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4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4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4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4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4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6" name="Google Shape;7616;p54"/>
          <p:cNvGrpSpPr/>
          <p:nvPr/>
        </p:nvGrpSpPr>
        <p:grpSpPr>
          <a:xfrm rot="-3390888">
            <a:off x="7470130" y="3754037"/>
            <a:ext cx="723877" cy="415288"/>
            <a:chOff x="344875" y="2058100"/>
            <a:chExt cx="676225" cy="387950"/>
          </a:xfrm>
        </p:grpSpPr>
        <p:sp>
          <p:nvSpPr>
            <p:cNvPr id="7617" name="Google Shape;7617;p54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4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4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4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4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2" name="Google Shape;7622;p54"/>
          <p:cNvGrpSpPr/>
          <p:nvPr/>
        </p:nvGrpSpPr>
        <p:grpSpPr>
          <a:xfrm rot="-904801">
            <a:off x="6421680" y="4392439"/>
            <a:ext cx="723874" cy="415286"/>
            <a:chOff x="344875" y="2058100"/>
            <a:chExt cx="676225" cy="387950"/>
          </a:xfrm>
        </p:grpSpPr>
        <p:sp>
          <p:nvSpPr>
            <p:cNvPr id="7623" name="Google Shape;7623;p54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4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4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4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4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">
    <p:spTree>
      <p:nvGrpSpPr>
        <p:cNvPr id="7628" name="Shape 7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29" name="Google Shape;7629;p55"/>
          <p:cNvGrpSpPr/>
          <p:nvPr/>
        </p:nvGrpSpPr>
        <p:grpSpPr>
          <a:xfrm rot="10578794">
            <a:off x="-245607" y="-970240"/>
            <a:ext cx="7807343" cy="2576637"/>
            <a:chOff x="1471992" y="3091774"/>
            <a:chExt cx="7807582" cy="2576715"/>
          </a:xfrm>
        </p:grpSpPr>
        <p:sp>
          <p:nvSpPr>
            <p:cNvPr id="7630" name="Google Shape;7630;p55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5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5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3" name="Google Shape;7633;p55"/>
          <p:cNvGrpSpPr/>
          <p:nvPr/>
        </p:nvGrpSpPr>
        <p:grpSpPr>
          <a:xfrm rot="10800000">
            <a:off x="-169197" y="3030064"/>
            <a:ext cx="5529932" cy="2650476"/>
            <a:chOff x="4082157" y="-503850"/>
            <a:chExt cx="5202193" cy="2493393"/>
          </a:xfrm>
        </p:grpSpPr>
        <p:sp>
          <p:nvSpPr>
            <p:cNvPr id="7634" name="Google Shape;7634;p55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5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5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7" name="Google Shape;7637;p55"/>
          <p:cNvGrpSpPr/>
          <p:nvPr/>
        </p:nvGrpSpPr>
        <p:grpSpPr>
          <a:xfrm rot="-9976874">
            <a:off x="6973837" y="-399465"/>
            <a:ext cx="3066606" cy="6289897"/>
            <a:chOff x="-519875" y="1198836"/>
            <a:chExt cx="2019058" cy="4141278"/>
          </a:xfrm>
        </p:grpSpPr>
        <p:sp>
          <p:nvSpPr>
            <p:cNvPr id="7638" name="Google Shape;7638;p55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5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5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1" name="Google Shape;7641;p5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7642" name="Google Shape;7642;p55"/>
          <p:cNvSpPr txBox="1"/>
          <p:nvPr>
            <p:ph idx="1" type="subTitle"/>
          </p:nvPr>
        </p:nvSpPr>
        <p:spPr>
          <a:xfrm flipH="1">
            <a:off x="1122950" y="2469925"/>
            <a:ext cx="3046200" cy="129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643" name="Google Shape;7643;p55"/>
          <p:cNvSpPr txBox="1"/>
          <p:nvPr>
            <p:ph idx="2" type="subTitle"/>
          </p:nvPr>
        </p:nvSpPr>
        <p:spPr>
          <a:xfrm flipH="1">
            <a:off x="1122950" y="2028625"/>
            <a:ext cx="3046200" cy="40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7644" name="Google Shape;7644;p55"/>
          <p:cNvSpPr/>
          <p:nvPr>
            <p:ph idx="3" type="pic"/>
          </p:nvPr>
        </p:nvSpPr>
        <p:spPr>
          <a:xfrm>
            <a:off x="4856725" y="1283375"/>
            <a:ext cx="3282600" cy="3281400"/>
          </a:xfrm>
          <a:prstGeom prst="ellipse">
            <a:avLst/>
          </a:prstGeom>
          <a:noFill/>
          <a:ln>
            <a:noFill/>
          </a:ln>
        </p:spPr>
      </p:sp>
      <p:grpSp>
        <p:nvGrpSpPr>
          <p:cNvPr id="7645" name="Google Shape;7645;p55"/>
          <p:cNvGrpSpPr/>
          <p:nvPr/>
        </p:nvGrpSpPr>
        <p:grpSpPr>
          <a:xfrm flipH="1" rot="-5148495">
            <a:off x="-276368" y="3655222"/>
            <a:ext cx="945921" cy="937270"/>
            <a:chOff x="581988" y="3891200"/>
            <a:chExt cx="945850" cy="937200"/>
          </a:xfrm>
        </p:grpSpPr>
        <p:sp>
          <p:nvSpPr>
            <p:cNvPr id="7646" name="Google Shape;7646;p55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5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5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5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5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5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5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5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5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5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5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5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5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5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5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5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5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5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5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5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5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5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5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5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5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5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5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5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5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5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5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5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5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5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5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5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5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5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5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5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55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5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5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5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5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5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5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5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5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5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5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5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55"/>
          <p:cNvGrpSpPr/>
          <p:nvPr/>
        </p:nvGrpSpPr>
        <p:grpSpPr>
          <a:xfrm flipH="1" rot="-7200044">
            <a:off x="543083" y="3583894"/>
            <a:ext cx="1070021" cy="1045079"/>
            <a:chOff x="297527" y="0"/>
            <a:chExt cx="1070045" cy="1045102"/>
          </a:xfrm>
        </p:grpSpPr>
        <p:sp>
          <p:nvSpPr>
            <p:cNvPr id="7699" name="Google Shape;7699;p55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5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5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5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5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5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5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5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5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5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5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5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5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5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5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5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5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5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5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5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5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5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5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5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5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5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5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5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5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5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5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5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5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5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5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5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5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5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5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5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5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5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5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5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5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5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5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5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5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5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5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5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5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5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5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5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5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5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5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5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5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5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1" name="Google Shape;7761;p55"/>
          <p:cNvGrpSpPr/>
          <p:nvPr/>
        </p:nvGrpSpPr>
        <p:grpSpPr>
          <a:xfrm flipH="1" rot="-7200044">
            <a:off x="225904" y="4423961"/>
            <a:ext cx="945829" cy="937179"/>
            <a:chOff x="581988" y="3891200"/>
            <a:chExt cx="945850" cy="937200"/>
          </a:xfrm>
        </p:grpSpPr>
        <p:sp>
          <p:nvSpPr>
            <p:cNvPr id="7762" name="Google Shape;7762;p55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5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5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5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5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5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5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5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5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5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5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5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5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5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5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5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5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5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5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5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5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5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5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5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5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5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5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5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5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5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5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5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5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5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5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5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5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5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5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5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5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5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5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5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5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5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5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5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5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5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5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5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2">
    <p:spTree>
      <p:nvGrpSpPr>
        <p:cNvPr id="7814" name="Shape 7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15" name="Google Shape;7815;p56"/>
          <p:cNvGrpSpPr/>
          <p:nvPr/>
        </p:nvGrpSpPr>
        <p:grpSpPr>
          <a:xfrm rot="-6299960">
            <a:off x="4043598" y="637140"/>
            <a:ext cx="7807348" cy="2576638"/>
            <a:chOff x="1471992" y="3091774"/>
            <a:chExt cx="7807582" cy="2576715"/>
          </a:xfrm>
        </p:grpSpPr>
        <p:sp>
          <p:nvSpPr>
            <p:cNvPr id="7816" name="Google Shape;7816;p56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6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6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9" name="Google Shape;7819;p56"/>
          <p:cNvSpPr txBox="1"/>
          <p:nvPr>
            <p:ph idx="1" type="subTitle"/>
          </p:nvPr>
        </p:nvSpPr>
        <p:spPr>
          <a:xfrm>
            <a:off x="5054300" y="2471254"/>
            <a:ext cx="3346500" cy="9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820" name="Google Shape;7820;p56"/>
          <p:cNvSpPr txBox="1"/>
          <p:nvPr>
            <p:ph idx="2" type="subTitle"/>
          </p:nvPr>
        </p:nvSpPr>
        <p:spPr>
          <a:xfrm>
            <a:off x="5054275" y="1739846"/>
            <a:ext cx="3346500" cy="69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5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grpSp>
        <p:nvGrpSpPr>
          <p:cNvPr id="7821" name="Google Shape;7821;p56"/>
          <p:cNvGrpSpPr/>
          <p:nvPr/>
        </p:nvGrpSpPr>
        <p:grpSpPr>
          <a:xfrm rot="-10294607">
            <a:off x="-1142514" y="3340181"/>
            <a:ext cx="5824255" cy="2436382"/>
            <a:chOff x="4082157" y="-503850"/>
            <a:chExt cx="5202193" cy="2493393"/>
          </a:xfrm>
        </p:grpSpPr>
        <p:sp>
          <p:nvSpPr>
            <p:cNvPr id="7822" name="Google Shape;7822;p56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6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6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5" name="Google Shape;7825;p56"/>
          <p:cNvGrpSpPr/>
          <p:nvPr/>
        </p:nvGrpSpPr>
        <p:grpSpPr>
          <a:xfrm rot="10800000">
            <a:off x="-2301182" y="-1130946"/>
            <a:ext cx="7807582" cy="2576715"/>
            <a:chOff x="1471992" y="3091774"/>
            <a:chExt cx="7807582" cy="2576715"/>
          </a:xfrm>
        </p:grpSpPr>
        <p:sp>
          <p:nvSpPr>
            <p:cNvPr id="7826" name="Google Shape;7826;p56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6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6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9" name="Google Shape;7829;p56"/>
          <p:cNvGrpSpPr/>
          <p:nvPr/>
        </p:nvGrpSpPr>
        <p:grpSpPr>
          <a:xfrm flipH="1" rot="4261288">
            <a:off x="8407777" y="400916"/>
            <a:ext cx="1069999" cy="1045058"/>
            <a:chOff x="297527" y="0"/>
            <a:chExt cx="1070045" cy="1045102"/>
          </a:xfrm>
        </p:grpSpPr>
        <p:sp>
          <p:nvSpPr>
            <p:cNvPr id="7830" name="Google Shape;7830;p56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6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6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6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6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6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6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6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6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6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6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6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6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6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6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6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6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6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6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6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6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6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6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6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6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6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6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6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6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6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6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6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6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6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6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6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6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6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6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6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6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6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6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6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6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6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6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6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6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6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6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6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6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6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6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6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6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6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6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6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6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6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2" name="Google Shape;7892;p56"/>
          <p:cNvGrpSpPr/>
          <p:nvPr/>
        </p:nvGrpSpPr>
        <p:grpSpPr>
          <a:xfrm rot="-9107597">
            <a:off x="-83877" y="4412581"/>
            <a:ext cx="1201003" cy="1173008"/>
            <a:chOff x="297527" y="0"/>
            <a:chExt cx="1070045" cy="1045102"/>
          </a:xfrm>
        </p:grpSpPr>
        <p:sp>
          <p:nvSpPr>
            <p:cNvPr id="7893" name="Google Shape;7893;p56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6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6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6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6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6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6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6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6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6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6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6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6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6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6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6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6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6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6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6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6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6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6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6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6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6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6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6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6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6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6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6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6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6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6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6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6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56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6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6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6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6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6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6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6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6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6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6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6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6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6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6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6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6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6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6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6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6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6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6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6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6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5" name="Google Shape;7955;p56"/>
          <p:cNvGrpSpPr/>
          <p:nvPr/>
        </p:nvGrpSpPr>
        <p:grpSpPr>
          <a:xfrm flipH="1" rot="-7848213">
            <a:off x="7592996" y="-191335"/>
            <a:ext cx="1374626" cy="1362055"/>
            <a:chOff x="581988" y="3891200"/>
            <a:chExt cx="945850" cy="937200"/>
          </a:xfrm>
        </p:grpSpPr>
        <p:sp>
          <p:nvSpPr>
            <p:cNvPr id="7956" name="Google Shape;7956;p56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6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6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6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6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6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6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6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6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6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6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6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6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6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6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6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6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6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6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6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6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6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6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6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6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6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6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6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6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6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6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6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6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6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6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6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6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6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6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6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6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56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6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6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6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6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6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6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6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6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6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6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8" name="Google Shape;8008;p56"/>
          <p:cNvGrpSpPr/>
          <p:nvPr/>
        </p:nvGrpSpPr>
        <p:grpSpPr>
          <a:xfrm rot="1755697">
            <a:off x="-531379" y="3885655"/>
            <a:ext cx="1070049" cy="1045106"/>
            <a:chOff x="297527" y="0"/>
            <a:chExt cx="1070045" cy="1045102"/>
          </a:xfrm>
        </p:grpSpPr>
        <p:sp>
          <p:nvSpPr>
            <p:cNvPr id="8009" name="Google Shape;8009;p56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6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6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6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6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6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6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6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6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6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6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6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6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6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6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6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6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6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6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6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6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6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6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6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6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6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6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6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6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6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6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6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6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6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6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6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6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6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6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6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6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6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6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6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6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6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6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6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6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6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6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6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6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6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6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6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6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6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6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6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6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6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1" name="Google Shape;8071;p56"/>
          <p:cNvGrpSpPr/>
          <p:nvPr/>
        </p:nvGrpSpPr>
        <p:grpSpPr>
          <a:xfrm flipH="1" rot="-8473694">
            <a:off x="-488610" y="72801"/>
            <a:ext cx="1149122" cy="1138613"/>
            <a:chOff x="581988" y="3891200"/>
            <a:chExt cx="945850" cy="937200"/>
          </a:xfrm>
        </p:grpSpPr>
        <p:sp>
          <p:nvSpPr>
            <p:cNvPr id="8072" name="Google Shape;8072;p56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6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6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6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6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6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6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6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6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6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6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6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6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6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6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6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6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6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6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6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6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6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6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6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6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6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6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6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6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6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6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6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6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6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6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56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56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6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6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6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6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6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6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6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6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6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6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56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6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6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6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6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4" name="Google Shape;8124;p56"/>
          <p:cNvGrpSpPr/>
          <p:nvPr/>
        </p:nvGrpSpPr>
        <p:grpSpPr>
          <a:xfrm rot="1138741">
            <a:off x="8279681" y="4487683"/>
            <a:ext cx="1304235" cy="1273834"/>
            <a:chOff x="297527" y="0"/>
            <a:chExt cx="1070045" cy="1045102"/>
          </a:xfrm>
        </p:grpSpPr>
        <p:sp>
          <p:nvSpPr>
            <p:cNvPr id="8125" name="Google Shape;8125;p56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56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6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6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6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6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6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6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56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6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6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6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6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6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6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6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6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6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56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6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6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6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6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6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56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6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6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6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56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56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56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6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56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56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6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6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6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56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6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6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56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56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56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56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6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6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6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6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56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56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6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6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56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56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56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56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56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56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6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56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56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56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7" name="Google Shape;8187;p56"/>
          <p:cNvGrpSpPr/>
          <p:nvPr/>
        </p:nvGrpSpPr>
        <p:grpSpPr>
          <a:xfrm rot="-8351737">
            <a:off x="7334567" y="4401072"/>
            <a:ext cx="1149097" cy="1138589"/>
            <a:chOff x="581988" y="3891200"/>
            <a:chExt cx="945850" cy="937200"/>
          </a:xfrm>
        </p:grpSpPr>
        <p:sp>
          <p:nvSpPr>
            <p:cNvPr id="8188" name="Google Shape;8188;p56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6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56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56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56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56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56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56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6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56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6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56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56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6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6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56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56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56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56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56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56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56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56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56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6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6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6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6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6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6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6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56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6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6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6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6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6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6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6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6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6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6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6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6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6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6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6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6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6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6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56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56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56"/>
          <p:cNvGrpSpPr/>
          <p:nvPr/>
        </p:nvGrpSpPr>
        <p:grpSpPr>
          <a:xfrm rot="1138712">
            <a:off x="8010386" y="3836412"/>
            <a:ext cx="1069999" cy="1045058"/>
            <a:chOff x="297527" y="0"/>
            <a:chExt cx="1070045" cy="1045102"/>
          </a:xfrm>
        </p:grpSpPr>
        <p:sp>
          <p:nvSpPr>
            <p:cNvPr id="8241" name="Google Shape;8241;p56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6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6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6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6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6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6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6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6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6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6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6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6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56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6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56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6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6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6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6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56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56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6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6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6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56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6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6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6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6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6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6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56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6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6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6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6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6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6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56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6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6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6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6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6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56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56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56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6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6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6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6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6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6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56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6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6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6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6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6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6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6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3" name="Google Shape;8303;p56"/>
          <p:cNvGrpSpPr/>
          <p:nvPr/>
        </p:nvGrpSpPr>
        <p:grpSpPr>
          <a:xfrm rot="5990229">
            <a:off x="25366" y="1373895"/>
            <a:ext cx="723926" cy="415316"/>
            <a:chOff x="344875" y="2058100"/>
            <a:chExt cx="676225" cy="387950"/>
          </a:xfrm>
        </p:grpSpPr>
        <p:sp>
          <p:nvSpPr>
            <p:cNvPr id="8304" name="Google Shape;8304;p56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6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6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56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6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9" name="Google Shape;8309;p56"/>
          <p:cNvGrpSpPr/>
          <p:nvPr/>
        </p:nvGrpSpPr>
        <p:grpSpPr>
          <a:xfrm rot="8476098">
            <a:off x="1211295" y="4491030"/>
            <a:ext cx="723916" cy="415310"/>
            <a:chOff x="344875" y="2058100"/>
            <a:chExt cx="676225" cy="387950"/>
          </a:xfrm>
        </p:grpSpPr>
        <p:sp>
          <p:nvSpPr>
            <p:cNvPr id="8310" name="Google Shape;8310;p56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56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6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6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6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5" name="Google Shape;8315;p56"/>
          <p:cNvGrpSpPr/>
          <p:nvPr/>
        </p:nvGrpSpPr>
        <p:grpSpPr>
          <a:xfrm>
            <a:off x="1079615" y="792065"/>
            <a:ext cx="723899" cy="415300"/>
            <a:chOff x="344875" y="2058100"/>
            <a:chExt cx="676225" cy="387950"/>
          </a:xfrm>
        </p:grpSpPr>
        <p:sp>
          <p:nvSpPr>
            <p:cNvPr id="8316" name="Google Shape;8316;p56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6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6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6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56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1" name="Google Shape;8321;p56"/>
          <p:cNvGrpSpPr/>
          <p:nvPr/>
        </p:nvGrpSpPr>
        <p:grpSpPr>
          <a:xfrm rot="2485958">
            <a:off x="7179224" y="3836760"/>
            <a:ext cx="723907" cy="415305"/>
            <a:chOff x="344875" y="2058100"/>
            <a:chExt cx="676225" cy="387950"/>
          </a:xfrm>
        </p:grpSpPr>
        <p:sp>
          <p:nvSpPr>
            <p:cNvPr id="8322" name="Google Shape;8322;p56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56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6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6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6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2">
    <p:spTree>
      <p:nvGrpSpPr>
        <p:cNvPr id="8327" name="Shape 8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28" name="Google Shape;8328;p57"/>
          <p:cNvGrpSpPr/>
          <p:nvPr/>
        </p:nvGrpSpPr>
        <p:grpSpPr>
          <a:xfrm>
            <a:off x="1471992" y="3091774"/>
            <a:ext cx="7807582" cy="2576715"/>
            <a:chOff x="1471992" y="3091774"/>
            <a:chExt cx="7807582" cy="2576715"/>
          </a:xfrm>
        </p:grpSpPr>
        <p:sp>
          <p:nvSpPr>
            <p:cNvPr id="8329" name="Google Shape;8329;p57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57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57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2" name="Google Shape;8332;p57"/>
          <p:cNvGrpSpPr/>
          <p:nvPr/>
        </p:nvGrpSpPr>
        <p:grpSpPr>
          <a:xfrm>
            <a:off x="4082157" y="-503850"/>
            <a:ext cx="5202193" cy="2493393"/>
            <a:chOff x="4082157" y="-503850"/>
            <a:chExt cx="5202193" cy="2493393"/>
          </a:xfrm>
        </p:grpSpPr>
        <p:sp>
          <p:nvSpPr>
            <p:cNvPr id="8333" name="Google Shape;8333;p57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57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57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6" name="Google Shape;8336;p57"/>
          <p:cNvGrpSpPr/>
          <p:nvPr/>
        </p:nvGrpSpPr>
        <p:grpSpPr>
          <a:xfrm>
            <a:off x="-519875" y="1198836"/>
            <a:ext cx="2019058" cy="4141278"/>
            <a:chOff x="-519875" y="1198836"/>
            <a:chExt cx="2019058" cy="4141278"/>
          </a:xfrm>
        </p:grpSpPr>
        <p:sp>
          <p:nvSpPr>
            <p:cNvPr id="8337" name="Google Shape;8337;p57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7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7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0" name="Google Shape;8340;p57"/>
          <p:cNvGrpSpPr/>
          <p:nvPr/>
        </p:nvGrpSpPr>
        <p:grpSpPr>
          <a:xfrm rot="-2951737">
            <a:off x="-232287" y="3639434"/>
            <a:ext cx="1149097" cy="1138589"/>
            <a:chOff x="581988" y="3891200"/>
            <a:chExt cx="945850" cy="937200"/>
          </a:xfrm>
        </p:grpSpPr>
        <p:sp>
          <p:nvSpPr>
            <p:cNvPr id="8341" name="Google Shape;8341;p57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7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57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7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7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7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7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57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57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7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7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7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57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57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7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57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57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7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57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7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7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7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7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57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57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7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7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57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57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7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7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7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57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57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7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7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7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57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57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57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7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7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7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57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7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57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57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57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7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7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57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57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3" name="Google Shape;8393;p57"/>
          <p:cNvGrpSpPr/>
          <p:nvPr/>
        </p:nvGrpSpPr>
        <p:grpSpPr>
          <a:xfrm rot="6538712">
            <a:off x="418688" y="4322470"/>
            <a:ext cx="1069999" cy="1045058"/>
            <a:chOff x="297527" y="0"/>
            <a:chExt cx="1070045" cy="1045102"/>
          </a:xfrm>
        </p:grpSpPr>
        <p:sp>
          <p:nvSpPr>
            <p:cNvPr id="8394" name="Google Shape;8394;p57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57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57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7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7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7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7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7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57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7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57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57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7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7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57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57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57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7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7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7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7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57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57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57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7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57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57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7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7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57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57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57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57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57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57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7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7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57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57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57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57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57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57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7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57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57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7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57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57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7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7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57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57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7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57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7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57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7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7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57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57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7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6" name="Google Shape;8456;p57"/>
          <p:cNvGrpSpPr/>
          <p:nvPr/>
        </p:nvGrpSpPr>
        <p:grpSpPr>
          <a:xfrm rot="4695876">
            <a:off x="8061975" y="-229899"/>
            <a:ext cx="1149108" cy="1138599"/>
            <a:chOff x="581988" y="3891200"/>
            <a:chExt cx="945850" cy="937200"/>
          </a:xfrm>
        </p:grpSpPr>
        <p:sp>
          <p:nvSpPr>
            <p:cNvPr id="8457" name="Google Shape;8457;p57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7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7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57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57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7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7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57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57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7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7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57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57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7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7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7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7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7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7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7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7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7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57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57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7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7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57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57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57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7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7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7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7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7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7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7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7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7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7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7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7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7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7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7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7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7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7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7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57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7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7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7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9" name="Google Shape;8509;p5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8510" name="Google Shape;8510;p57"/>
          <p:cNvSpPr txBox="1"/>
          <p:nvPr>
            <p:ph idx="1" type="subTitle"/>
          </p:nvPr>
        </p:nvSpPr>
        <p:spPr>
          <a:xfrm>
            <a:off x="720000" y="2424100"/>
            <a:ext cx="2336400" cy="526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511" name="Google Shape;8511;p57"/>
          <p:cNvSpPr txBox="1"/>
          <p:nvPr>
            <p:ph idx="2" type="subTitle"/>
          </p:nvPr>
        </p:nvSpPr>
        <p:spPr>
          <a:xfrm>
            <a:off x="720000" y="2854046"/>
            <a:ext cx="2336400" cy="99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512" name="Google Shape;8512;p57"/>
          <p:cNvSpPr txBox="1"/>
          <p:nvPr>
            <p:ph idx="3" type="subTitle"/>
          </p:nvPr>
        </p:nvSpPr>
        <p:spPr>
          <a:xfrm>
            <a:off x="3403800" y="2854046"/>
            <a:ext cx="2336400" cy="99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513" name="Google Shape;8513;p57"/>
          <p:cNvSpPr txBox="1"/>
          <p:nvPr>
            <p:ph idx="4" type="subTitle"/>
          </p:nvPr>
        </p:nvSpPr>
        <p:spPr>
          <a:xfrm>
            <a:off x="6087600" y="2854046"/>
            <a:ext cx="2336400" cy="99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514" name="Google Shape;8514;p57"/>
          <p:cNvSpPr txBox="1"/>
          <p:nvPr>
            <p:ph idx="5" type="subTitle"/>
          </p:nvPr>
        </p:nvSpPr>
        <p:spPr>
          <a:xfrm>
            <a:off x="3403800" y="2424100"/>
            <a:ext cx="2336400" cy="526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515" name="Google Shape;8515;p57"/>
          <p:cNvSpPr txBox="1"/>
          <p:nvPr>
            <p:ph idx="6" type="subTitle"/>
          </p:nvPr>
        </p:nvSpPr>
        <p:spPr>
          <a:xfrm>
            <a:off x="6087600" y="2424100"/>
            <a:ext cx="2336400" cy="526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grpSp>
        <p:nvGrpSpPr>
          <p:cNvPr id="8516" name="Google Shape;8516;p57"/>
          <p:cNvGrpSpPr/>
          <p:nvPr/>
        </p:nvGrpSpPr>
        <p:grpSpPr>
          <a:xfrm>
            <a:off x="8312190" y="970665"/>
            <a:ext cx="723899" cy="415300"/>
            <a:chOff x="344875" y="2058100"/>
            <a:chExt cx="676225" cy="387950"/>
          </a:xfrm>
        </p:grpSpPr>
        <p:sp>
          <p:nvSpPr>
            <p:cNvPr id="8517" name="Google Shape;8517;p57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7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57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57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7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2" name="Google Shape;8522;p57"/>
          <p:cNvGrpSpPr/>
          <p:nvPr/>
        </p:nvGrpSpPr>
        <p:grpSpPr>
          <a:xfrm rot="2485958">
            <a:off x="1463599" y="4544235"/>
            <a:ext cx="723907" cy="415305"/>
            <a:chOff x="344875" y="2058100"/>
            <a:chExt cx="676225" cy="387950"/>
          </a:xfrm>
        </p:grpSpPr>
        <p:sp>
          <p:nvSpPr>
            <p:cNvPr id="8523" name="Google Shape;8523;p57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57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57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7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7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1">
    <p:spTree>
      <p:nvGrpSpPr>
        <p:cNvPr id="8528" name="Shape 8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29" name="Google Shape;8529;p58"/>
          <p:cNvGrpSpPr/>
          <p:nvPr/>
        </p:nvGrpSpPr>
        <p:grpSpPr>
          <a:xfrm rot="10484602">
            <a:off x="-2022391" y="3895557"/>
            <a:ext cx="6160857" cy="2268476"/>
            <a:chOff x="4082157" y="-503850"/>
            <a:chExt cx="5202193" cy="2493393"/>
          </a:xfrm>
        </p:grpSpPr>
        <p:sp>
          <p:nvSpPr>
            <p:cNvPr id="8530" name="Google Shape;8530;p58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8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8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58"/>
          <p:cNvGrpSpPr/>
          <p:nvPr/>
        </p:nvGrpSpPr>
        <p:grpSpPr>
          <a:xfrm rot="10800000">
            <a:off x="-906034" y="-871499"/>
            <a:ext cx="7011989" cy="2074514"/>
            <a:chOff x="1471992" y="3091774"/>
            <a:chExt cx="7807582" cy="2576715"/>
          </a:xfrm>
        </p:grpSpPr>
        <p:sp>
          <p:nvSpPr>
            <p:cNvPr id="8534" name="Google Shape;8534;p58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8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8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7" name="Google Shape;8537;p58"/>
          <p:cNvGrpSpPr/>
          <p:nvPr/>
        </p:nvGrpSpPr>
        <p:grpSpPr>
          <a:xfrm rot="10800000">
            <a:off x="7558373" y="-249439"/>
            <a:ext cx="2987802" cy="6128677"/>
            <a:chOff x="-519875" y="1198836"/>
            <a:chExt cx="2019058" cy="4141278"/>
          </a:xfrm>
        </p:grpSpPr>
        <p:sp>
          <p:nvSpPr>
            <p:cNvPr id="8538" name="Google Shape;8538;p58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8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8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1" name="Google Shape;8541;p58"/>
          <p:cNvGrpSpPr/>
          <p:nvPr/>
        </p:nvGrpSpPr>
        <p:grpSpPr>
          <a:xfrm rot="9640300">
            <a:off x="773832" y="4582606"/>
            <a:ext cx="1149088" cy="1138579"/>
            <a:chOff x="581988" y="3891200"/>
            <a:chExt cx="945850" cy="937200"/>
          </a:xfrm>
        </p:grpSpPr>
        <p:sp>
          <p:nvSpPr>
            <p:cNvPr id="8542" name="Google Shape;8542;p58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8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58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8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8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8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58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8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8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8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8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8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58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58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58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8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8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58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8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58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58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8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8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8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8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8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8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8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8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8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8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8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58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58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8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8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8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8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8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8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58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8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8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58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8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8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58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8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8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8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58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58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58"/>
          <p:cNvGrpSpPr/>
          <p:nvPr/>
        </p:nvGrpSpPr>
        <p:grpSpPr>
          <a:xfrm rot="-4261288">
            <a:off x="-394105" y="3812087"/>
            <a:ext cx="1069999" cy="1045058"/>
            <a:chOff x="297527" y="0"/>
            <a:chExt cx="1070045" cy="1045102"/>
          </a:xfrm>
        </p:grpSpPr>
        <p:sp>
          <p:nvSpPr>
            <p:cNvPr id="8595" name="Google Shape;8595;p58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58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58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58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8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8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8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8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8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58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58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58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8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8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58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8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58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58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58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58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8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8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8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58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58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8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8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8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8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58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8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58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58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58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8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58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58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58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58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8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8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8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58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58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58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58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8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8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8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58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58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8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8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58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8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8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8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58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8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58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8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58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7" name="Google Shape;8657;p58"/>
          <p:cNvGrpSpPr/>
          <p:nvPr/>
        </p:nvGrpSpPr>
        <p:grpSpPr>
          <a:xfrm flipH="1" rot="4261288">
            <a:off x="8650479" y="296531"/>
            <a:ext cx="1069999" cy="1045058"/>
            <a:chOff x="297527" y="0"/>
            <a:chExt cx="1070045" cy="1045102"/>
          </a:xfrm>
        </p:grpSpPr>
        <p:sp>
          <p:nvSpPr>
            <p:cNvPr id="8658" name="Google Shape;8658;p58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58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8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58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58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8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8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8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8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8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8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58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58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8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8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58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58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8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8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58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8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8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8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58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58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58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58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8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8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8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58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8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58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58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8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8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58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58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8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8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8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58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58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8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8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8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8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8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8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8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58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58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58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58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58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58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58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58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58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58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8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8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0" name="Google Shape;8720;p58"/>
          <p:cNvGrpSpPr/>
          <p:nvPr/>
        </p:nvGrpSpPr>
        <p:grpSpPr>
          <a:xfrm flipH="1" rot="-7848213">
            <a:off x="7835698" y="-295719"/>
            <a:ext cx="1374626" cy="1362055"/>
            <a:chOff x="581988" y="3891200"/>
            <a:chExt cx="945850" cy="937200"/>
          </a:xfrm>
        </p:grpSpPr>
        <p:sp>
          <p:nvSpPr>
            <p:cNvPr id="8721" name="Google Shape;8721;p58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58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8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58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58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8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8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8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58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8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8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58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8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8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8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58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8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8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58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58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58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58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58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58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58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8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8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8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58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58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58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58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58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58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58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8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8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58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58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8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58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58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58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58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58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58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58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58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58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58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58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58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3" name="Google Shape;8773;p5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8774" name="Google Shape;8774;p58"/>
          <p:cNvSpPr txBox="1"/>
          <p:nvPr>
            <p:ph idx="1" type="subTitle"/>
          </p:nvPr>
        </p:nvSpPr>
        <p:spPr>
          <a:xfrm>
            <a:off x="1195861" y="1366500"/>
            <a:ext cx="2867100" cy="525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775" name="Google Shape;8775;p58"/>
          <p:cNvSpPr txBox="1"/>
          <p:nvPr>
            <p:ph idx="2" type="subTitle"/>
          </p:nvPr>
        </p:nvSpPr>
        <p:spPr>
          <a:xfrm>
            <a:off x="1195861" y="1871850"/>
            <a:ext cx="2867100" cy="7134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76" name="Google Shape;8776;p58"/>
          <p:cNvSpPr txBox="1"/>
          <p:nvPr>
            <p:ph idx="3" type="subTitle"/>
          </p:nvPr>
        </p:nvSpPr>
        <p:spPr>
          <a:xfrm>
            <a:off x="5081039" y="1871850"/>
            <a:ext cx="2867100" cy="7134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77" name="Google Shape;8777;p58"/>
          <p:cNvSpPr txBox="1"/>
          <p:nvPr>
            <p:ph idx="4" type="subTitle"/>
          </p:nvPr>
        </p:nvSpPr>
        <p:spPr>
          <a:xfrm>
            <a:off x="1195861" y="3509750"/>
            <a:ext cx="2867100" cy="7134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78" name="Google Shape;8778;p58"/>
          <p:cNvSpPr txBox="1"/>
          <p:nvPr>
            <p:ph idx="5" type="subTitle"/>
          </p:nvPr>
        </p:nvSpPr>
        <p:spPr>
          <a:xfrm>
            <a:off x="5081039" y="3509750"/>
            <a:ext cx="2867100" cy="7134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79" name="Google Shape;8779;p58"/>
          <p:cNvSpPr txBox="1"/>
          <p:nvPr>
            <p:ph idx="6" type="subTitle"/>
          </p:nvPr>
        </p:nvSpPr>
        <p:spPr>
          <a:xfrm>
            <a:off x="1195861" y="3004400"/>
            <a:ext cx="2867100" cy="525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780" name="Google Shape;8780;p58"/>
          <p:cNvSpPr txBox="1"/>
          <p:nvPr>
            <p:ph idx="7" type="subTitle"/>
          </p:nvPr>
        </p:nvSpPr>
        <p:spPr>
          <a:xfrm>
            <a:off x="5081036" y="1366500"/>
            <a:ext cx="2867100" cy="525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781" name="Google Shape;8781;p58"/>
          <p:cNvSpPr txBox="1"/>
          <p:nvPr>
            <p:ph idx="8" type="subTitle"/>
          </p:nvPr>
        </p:nvSpPr>
        <p:spPr>
          <a:xfrm>
            <a:off x="5081036" y="3004400"/>
            <a:ext cx="2867100" cy="525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grpSp>
        <p:nvGrpSpPr>
          <p:cNvPr id="8782" name="Google Shape;8782;p58"/>
          <p:cNvGrpSpPr/>
          <p:nvPr/>
        </p:nvGrpSpPr>
        <p:grpSpPr>
          <a:xfrm>
            <a:off x="630490" y="4013653"/>
            <a:ext cx="723899" cy="415300"/>
            <a:chOff x="344875" y="2058100"/>
            <a:chExt cx="676225" cy="387950"/>
          </a:xfrm>
        </p:grpSpPr>
        <p:sp>
          <p:nvSpPr>
            <p:cNvPr id="8783" name="Google Shape;8783;p58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58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58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58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58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8" name="Google Shape;8788;p58"/>
          <p:cNvGrpSpPr/>
          <p:nvPr/>
        </p:nvGrpSpPr>
        <p:grpSpPr>
          <a:xfrm rot="2485958">
            <a:off x="1816074" y="4612072"/>
            <a:ext cx="723907" cy="415305"/>
            <a:chOff x="344875" y="2058100"/>
            <a:chExt cx="676225" cy="387950"/>
          </a:xfrm>
        </p:grpSpPr>
        <p:sp>
          <p:nvSpPr>
            <p:cNvPr id="8789" name="Google Shape;8789;p58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58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8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8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58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spTree>
      <p:nvGrpSpPr>
        <p:cNvPr id="8794" name="Shape 8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95" name="Google Shape;8795;p59"/>
          <p:cNvGrpSpPr/>
          <p:nvPr/>
        </p:nvGrpSpPr>
        <p:grpSpPr>
          <a:xfrm>
            <a:off x="1471992" y="3091774"/>
            <a:ext cx="7807582" cy="2576715"/>
            <a:chOff x="1471992" y="3091774"/>
            <a:chExt cx="7807582" cy="2576715"/>
          </a:xfrm>
        </p:grpSpPr>
        <p:sp>
          <p:nvSpPr>
            <p:cNvPr id="8796" name="Google Shape;8796;p59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59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59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9" name="Google Shape;8799;p59"/>
          <p:cNvGrpSpPr/>
          <p:nvPr/>
        </p:nvGrpSpPr>
        <p:grpSpPr>
          <a:xfrm>
            <a:off x="4077382" y="-825370"/>
            <a:ext cx="5202193" cy="2493393"/>
            <a:chOff x="4082157" y="-503850"/>
            <a:chExt cx="5202193" cy="2493393"/>
          </a:xfrm>
        </p:grpSpPr>
        <p:sp>
          <p:nvSpPr>
            <p:cNvPr id="8800" name="Google Shape;8800;p59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59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59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3" name="Google Shape;8803;p59"/>
          <p:cNvGrpSpPr/>
          <p:nvPr/>
        </p:nvGrpSpPr>
        <p:grpSpPr>
          <a:xfrm>
            <a:off x="-764566" y="1017683"/>
            <a:ext cx="2107291" cy="4322252"/>
            <a:chOff x="-519875" y="1198836"/>
            <a:chExt cx="2019058" cy="4141278"/>
          </a:xfrm>
        </p:grpSpPr>
        <p:sp>
          <p:nvSpPr>
            <p:cNvPr id="8804" name="Google Shape;8804;p59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59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59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7" name="Google Shape;8807;p59"/>
          <p:cNvGrpSpPr/>
          <p:nvPr/>
        </p:nvGrpSpPr>
        <p:grpSpPr>
          <a:xfrm flipH="1" rot="-1417015">
            <a:off x="8410878" y="-249380"/>
            <a:ext cx="1069993" cy="1045052"/>
            <a:chOff x="297527" y="0"/>
            <a:chExt cx="1070045" cy="1045102"/>
          </a:xfrm>
        </p:grpSpPr>
        <p:sp>
          <p:nvSpPr>
            <p:cNvPr id="8808" name="Google Shape;8808;p59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9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59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59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9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9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59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59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59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59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59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9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59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59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59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9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9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59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59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59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59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59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59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59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59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59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59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59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59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59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59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59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59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59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59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59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9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9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9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9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59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59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9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59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59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9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9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59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59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59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9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59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59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59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59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9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59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59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59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59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59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59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0" name="Google Shape;8870;p59"/>
          <p:cNvGrpSpPr/>
          <p:nvPr/>
        </p:nvGrpSpPr>
        <p:grpSpPr>
          <a:xfrm flipH="1">
            <a:off x="7508402" y="-419940"/>
            <a:ext cx="1070045" cy="1045102"/>
            <a:chOff x="297527" y="0"/>
            <a:chExt cx="1070045" cy="1045102"/>
          </a:xfrm>
        </p:grpSpPr>
        <p:sp>
          <p:nvSpPr>
            <p:cNvPr id="8871" name="Google Shape;8871;p59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59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59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59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59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59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9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59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59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59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59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59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59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59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59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59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59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59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59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59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59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59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59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59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59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59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59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59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59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59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59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59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59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59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9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59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59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59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9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9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59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59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59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59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59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59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59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9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59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59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59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59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59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59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59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9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59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59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59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59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59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59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3" name="Google Shape;8933;p5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8934" name="Google Shape;8934;p59"/>
          <p:cNvSpPr txBox="1"/>
          <p:nvPr>
            <p:ph idx="1" type="subTitle"/>
          </p:nvPr>
        </p:nvSpPr>
        <p:spPr>
          <a:xfrm>
            <a:off x="720000" y="1876275"/>
            <a:ext cx="3741600" cy="458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935" name="Google Shape;8935;p59"/>
          <p:cNvSpPr txBox="1"/>
          <p:nvPr>
            <p:ph idx="2" type="subTitle"/>
          </p:nvPr>
        </p:nvSpPr>
        <p:spPr>
          <a:xfrm>
            <a:off x="720000" y="3019850"/>
            <a:ext cx="3741600" cy="458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936" name="Google Shape;8936;p59"/>
          <p:cNvSpPr txBox="1"/>
          <p:nvPr>
            <p:ph idx="3" type="subTitle"/>
          </p:nvPr>
        </p:nvSpPr>
        <p:spPr>
          <a:xfrm>
            <a:off x="720000" y="4163275"/>
            <a:ext cx="3741600" cy="458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937" name="Google Shape;8937;p59"/>
          <p:cNvSpPr txBox="1"/>
          <p:nvPr>
            <p:ph idx="4" type="subTitle"/>
          </p:nvPr>
        </p:nvSpPr>
        <p:spPr>
          <a:xfrm>
            <a:off x="720000" y="1325825"/>
            <a:ext cx="3741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938" name="Google Shape;8938;p59"/>
          <p:cNvSpPr txBox="1"/>
          <p:nvPr>
            <p:ph idx="5" type="subTitle"/>
          </p:nvPr>
        </p:nvSpPr>
        <p:spPr>
          <a:xfrm>
            <a:off x="720000" y="2469323"/>
            <a:ext cx="3741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939" name="Google Shape;8939;p59"/>
          <p:cNvSpPr txBox="1"/>
          <p:nvPr>
            <p:ph idx="6" type="subTitle"/>
          </p:nvPr>
        </p:nvSpPr>
        <p:spPr>
          <a:xfrm>
            <a:off x="720000" y="3612823"/>
            <a:ext cx="3741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940" name="Google Shape;8940;p59"/>
          <p:cNvSpPr txBox="1"/>
          <p:nvPr>
            <p:ph idx="7" type="subTitle"/>
          </p:nvPr>
        </p:nvSpPr>
        <p:spPr>
          <a:xfrm>
            <a:off x="4682400" y="1876275"/>
            <a:ext cx="3741600" cy="458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941" name="Google Shape;8941;p59"/>
          <p:cNvSpPr txBox="1"/>
          <p:nvPr>
            <p:ph idx="8" type="subTitle"/>
          </p:nvPr>
        </p:nvSpPr>
        <p:spPr>
          <a:xfrm>
            <a:off x="4682400" y="3019850"/>
            <a:ext cx="3741600" cy="458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942" name="Google Shape;8942;p59"/>
          <p:cNvSpPr txBox="1"/>
          <p:nvPr>
            <p:ph idx="9" type="subTitle"/>
          </p:nvPr>
        </p:nvSpPr>
        <p:spPr>
          <a:xfrm>
            <a:off x="4682400" y="4163275"/>
            <a:ext cx="3741600" cy="458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943" name="Google Shape;8943;p59"/>
          <p:cNvSpPr txBox="1"/>
          <p:nvPr>
            <p:ph idx="13" type="subTitle"/>
          </p:nvPr>
        </p:nvSpPr>
        <p:spPr>
          <a:xfrm>
            <a:off x="4682400" y="1325825"/>
            <a:ext cx="3741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944" name="Google Shape;8944;p59"/>
          <p:cNvSpPr txBox="1"/>
          <p:nvPr>
            <p:ph idx="14" type="subTitle"/>
          </p:nvPr>
        </p:nvSpPr>
        <p:spPr>
          <a:xfrm>
            <a:off x="4682400" y="2469323"/>
            <a:ext cx="3741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945" name="Google Shape;8945;p59"/>
          <p:cNvSpPr txBox="1"/>
          <p:nvPr>
            <p:ph idx="15" type="subTitle"/>
          </p:nvPr>
        </p:nvSpPr>
        <p:spPr>
          <a:xfrm>
            <a:off x="4682400" y="3612823"/>
            <a:ext cx="3741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8946" name="Google Shape;8946;p59"/>
          <p:cNvGrpSpPr/>
          <p:nvPr/>
        </p:nvGrpSpPr>
        <p:grpSpPr>
          <a:xfrm>
            <a:off x="7854540" y="704165"/>
            <a:ext cx="723899" cy="415300"/>
            <a:chOff x="344875" y="2058100"/>
            <a:chExt cx="676225" cy="387950"/>
          </a:xfrm>
        </p:grpSpPr>
        <p:sp>
          <p:nvSpPr>
            <p:cNvPr id="8947" name="Google Shape;8947;p59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59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59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59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9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2" name="Google Shape;8952;p59"/>
          <p:cNvGrpSpPr/>
          <p:nvPr/>
        </p:nvGrpSpPr>
        <p:grpSpPr>
          <a:xfrm rot="2485958">
            <a:off x="6743649" y="182010"/>
            <a:ext cx="723907" cy="415305"/>
            <a:chOff x="344875" y="2058100"/>
            <a:chExt cx="676225" cy="387950"/>
          </a:xfrm>
        </p:grpSpPr>
        <p:sp>
          <p:nvSpPr>
            <p:cNvPr id="8953" name="Google Shape;8953;p59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59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59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59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59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1_1_1">
    <p:spTree>
      <p:nvGrpSpPr>
        <p:cNvPr id="8958" name="Shape 8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59" name="Google Shape;8959;p60"/>
          <p:cNvGrpSpPr/>
          <p:nvPr/>
        </p:nvGrpSpPr>
        <p:grpSpPr>
          <a:xfrm rot="4500040">
            <a:off x="-3889956" y="637140"/>
            <a:ext cx="7807348" cy="2576638"/>
            <a:chOff x="1471992" y="3091774"/>
            <a:chExt cx="7807582" cy="2576715"/>
          </a:xfrm>
        </p:grpSpPr>
        <p:sp>
          <p:nvSpPr>
            <p:cNvPr id="8960" name="Google Shape;8960;p60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60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60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60"/>
          <p:cNvGrpSpPr/>
          <p:nvPr/>
        </p:nvGrpSpPr>
        <p:grpSpPr>
          <a:xfrm>
            <a:off x="3459851" y="-802077"/>
            <a:ext cx="5824376" cy="2436294"/>
            <a:chOff x="4082157" y="-503850"/>
            <a:chExt cx="5202193" cy="2493393"/>
          </a:xfrm>
        </p:grpSpPr>
        <p:sp>
          <p:nvSpPr>
            <p:cNvPr id="8964" name="Google Shape;8964;p60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0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0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7" name="Google Shape;8967;p60"/>
          <p:cNvGrpSpPr/>
          <p:nvPr/>
        </p:nvGrpSpPr>
        <p:grpSpPr>
          <a:xfrm>
            <a:off x="2394417" y="3091774"/>
            <a:ext cx="7807582" cy="2576715"/>
            <a:chOff x="1471992" y="3091774"/>
            <a:chExt cx="7807582" cy="2576715"/>
          </a:xfrm>
        </p:grpSpPr>
        <p:sp>
          <p:nvSpPr>
            <p:cNvPr id="8968" name="Google Shape;8968;p60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60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0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1" name="Google Shape;8971;p60"/>
          <p:cNvGrpSpPr/>
          <p:nvPr/>
        </p:nvGrpSpPr>
        <p:grpSpPr>
          <a:xfrm rot="-8351737">
            <a:off x="-208341" y="3900940"/>
            <a:ext cx="1149097" cy="1138589"/>
            <a:chOff x="581988" y="3891200"/>
            <a:chExt cx="945850" cy="937200"/>
          </a:xfrm>
        </p:grpSpPr>
        <p:sp>
          <p:nvSpPr>
            <p:cNvPr id="8972" name="Google Shape;8972;p60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0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60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60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60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60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0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0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60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60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60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0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0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60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60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60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60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0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0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60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60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60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0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0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60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60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60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0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60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0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0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0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60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60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0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0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0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60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60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0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0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0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0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0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0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0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60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0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0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0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60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0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4" name="Google Shape;9024;p60"/>
          <p:cNvGrpSpPr/>
          <p:nvPr/>
        </p:nvGrpSpPr>
        <p:grpSpPr>
          <a:xfrm rot="-6559700">
            <a:off x="140553" y="4482651"/>
            <a:ext cx="1149088" cy="1138579"/>
            <a:chOff x="581988" y="3891200"/>
            <a:chExt cx="945850" cy="937200"/>
          </a:xfrm>
        </p:grpSpPr>
        <p:sp>
          <p:nvSpPr>
            <p:cNvPr id="9025" name="Google Shape;9025;p60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0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60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0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60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60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60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0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0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60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60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60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60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0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0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0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60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60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0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0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60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60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0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60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0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0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0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60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0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0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0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60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60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0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60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60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60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60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0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0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0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60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60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60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0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0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0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60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60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0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60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0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7" name="Google Shape;9077;p60"/>
          <p:cNvGrpSpPr/>
          <p:nvPr/>
        </p:nvGrpSpPr>
        <p:grpSpPr>
          <a:xfrm rot="-9661288">
            <a:off x="8073364" y="3947718"/>
            <a:ext cx="1069999" cy="1045058"/>
            <a:chOff x="297527" y="0"/>
            <a:chExt cx="1070045" cy="1045102"/>
          </a:xfrm>
        </p:grpSpPr>
        <p:sp>
          <p:nvSpPr>
            <p:cNvPr id="9078" name="Google Shape;9078;p60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0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60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60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60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0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0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0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0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0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0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60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0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0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0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60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60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0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0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60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0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0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0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0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0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60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0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0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60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60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0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0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0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60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0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0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60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60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60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60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60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0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0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60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60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60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60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0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60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60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60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60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60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60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60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60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60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60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60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60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60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60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0" name="Google Shape;9140;p60"/>
          <p:cNvGrpSpPr/>
          <p:nvPr/>
        </p:nvGrpSpPr>
        <p:grpSpPr>
          <a:xfrm rot="6538741">
            <a:off x="7467095" y="608834"/>
            <a:ext cx="1304235" cy="1273834"/>
            <a:chOff x="297527" y="0"/>
            <a:chExt cx="1070045" cy="1045102"/>
          </a:xfrm>
        </p:grpSpPr>
        <p:sp>
          <p:nvSpPr>
            <p:cNvPr id="9141" name="Google Shape;9141;p60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60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60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60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60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60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60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60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60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60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60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60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60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60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60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60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60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60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60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60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60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60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60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60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60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60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60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60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60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60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60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60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60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60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60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60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60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60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60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60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60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60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60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60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60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60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60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60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0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60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60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60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60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60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0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60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60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60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60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60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60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60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3" name="Google Shape;9203;p60"/>
          <p:cNvGrpSpPr/>
          <p:nvPr/>
        </p:nvGrpSpPr>
        <p:grpSpPr>
          <a:xfrm rot="-2951737">
            <a:off x="7698897" y="-346226"/>
            <a:ext cx="1149097" cy="1138589"/>
            <a:chOff x="581988" y="3891200"/>
            <a:chExt cx="945850" cy="937200"/>
          </a:xfrm>
        </p:grpSpPr>
        <p:sp>
          <p:nvSpPr>
            <p:cNvPr id="9204" name="Google Shape;9204;p60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60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60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60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60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60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60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60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60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60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60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60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60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60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60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60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60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60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60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60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60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60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60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60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60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60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60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60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60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60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60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60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60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60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60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60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60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60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60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60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0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60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60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60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60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60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60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60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60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60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60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0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6" name="Google Shape;9256;p60"/>
          <p:cNvGrpSpPr/>
          <p:nvPr/>
        </p:nvGrpSpPr>
        <p:grpSpPr>
          <a:xfrm rot="6538712">
            <a:off x="8349872" y="336809"/>
            <a:ext cx="1069999" cy="1045058"/>
            <a:chOff x="297527" y="0"/>
            <a:chExt cx="1070045" cy="1045102"/>
          </a:xfrm>
        </p:grpSpPr>
        <p:sp>
          <p:nvSpPr>
            <p:cNvPr id="9257" name="Google Shape;9257;p60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60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60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60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60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60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0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60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60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60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60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60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60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60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60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60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60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60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60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60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60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60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60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60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60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60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60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60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60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60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60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60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60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60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60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60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60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60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60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60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60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60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60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60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60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60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60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60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60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60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60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60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60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60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60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60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60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60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60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60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60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60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9" name="Google Shape;9319;p60"/>
          <p:cNvGrpSpPr/>
          <p:nvPr/>
        </p:nvGrpSpPr>
        <p:grpSpPr>
          <a:xfrm flipH="1" rot="-4695876">
            <a:off x="-97779" y="-229899"/>
            <a:ext cx="1149108" cy="1138599"/>
            <a:chOff x="581988" y="3891200"/>
            <a:chExt cx="945850" cy="937200"/>
          </a:xfrm>
        </p:grpSpPr>
        <p:sp>
          <p:nvSpPr>
            <p:cNvPr id="9320" name="Google Shape;9320;p60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60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60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60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60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60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60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60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60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60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60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60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60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60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60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60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60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0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60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60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60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60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60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60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60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60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60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60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60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60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60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60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60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60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60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60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60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60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60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60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60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60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0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60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60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0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60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60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0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60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60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0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72" name="Google Shape;9372;p60"/>
          <p:cNvSpPr txBox="1"/>
          <p:nvPr>
            <p:ph hasCustomPrompt="1" type="title"/>
          </p:nvPr>
        </p:nvSpPr>
        <p:spPr>
          <a:xfrm>
            <a:off x="1284000" y="540000"/>
            <a:ext cx="6576000" cy="82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9373" name="Google Shape;9373;p60"/>
          <p:cNvSpPr txBox="1"/>
          <p:nvPr>
            <p:ph idx="1" type="subTitle"/>
          </p:nvPr>
        </p:nvSpPr>
        <p:spPr>
          <a:xfrm>
            <a:off x="1284000" y="1416903"/>
            <a:ext cx="6576000" cy="44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374" name="Google Shape;9374;p60"/>
          <p:cNvSpPr txBox="1"/>
          <p:nvPr>
            <p:ph hasCustomPrompt="1" idx="2" type="title"/>
          </p:nvPr>
        </p:nvSpPr>
        <p:spPr>
          <a:xfrm>
            <a:off x="1284000" y="1910705"/>
            <a:ext cx="6576000" cy="82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9375" name="Google Shape;9375;p60"/>
          <p:cNvSpPr txBox="1"/>
          <p:nvPr>
            <p:ph idx="3" type="subTitle"/>
          </p:nvPr>
        </p:nvSpPr>
        <p:spPr>
          <a:xfrm>
            <a:off x="1284000" y="2787608"/>
            <a:ext cx="6576000" cy="44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376" name="Google Shape;9376;p60"/>
          <p:cNvSpPr txBox="1"/>
          <p:nvPr>
            <p:ph hasCustomPrompt="1" idx="4" type="title"/>
          </p:nvPr>
        </p:nvSpPr>
        <p:spPr>
          <a:xfrm>
            <a:off x="1284000" y="3281410"/>
            <a:ext cx="6576000" cy="82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9377" name="Google Shape;9377;p60"/>
          <p:cNvSpPr txBox="1"/>
          <p:nvPr>
            <p:ph idx="5" type="subTitle"/>
          </p:nvPr>
        </p:nvSpPr>
        <p:spPr>
          <a:xfrm>
            <a:off x="1284000" y="4158313"/>
            <a:ext cx="6576000" cy="44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9378" name="Google Shape;9378;p60"/>
          <p:cNvGrpSpPr/>
          <p:nvPr/>
        </p:nvGrpSpPr>
        <p:grpSpPr>
          <a:xfrm>
            <a:off x="1151015" y="76090"/>
            <a:ext cx="723899" cy="415300"/>
            <a:chOff x="344875" y="2058100"/>
            <a:chExt cx="676225" cy="387950"/>
          </a:xfrm>
        </p:grpSpPr>
        <p:sp>
          <p:nvSpPr>
            <p:cNvPr id="9379" name="Google Shape;9379;p60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0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0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60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0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4" name="Google Shape;9384;p60"/>
          <p:cNvGrpSpPr/>
          <p:nvPr/>
        </p:nvGrpSpPr>
        <p:grpSpPr>
          <a:xfrm rot="2485958">
            <a:off x="46824" y="3383885"/>
            <a:ext cx="723907" cy="415305"/>
            <a:chOff x="344875" y="2058100"/>
            <a:chExt cx="676225" cy="387950"/>
          </a:xfrm>
        </p:grpSpPr>
        <p:sp>
          <p:nvSpPr>
            <p:cNvPr id="9385" name="Google Shape;9385;p60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60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60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0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0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2">
    <p:spTree>
      <p:nvGrpSpPr>
        <p:cNvPr id="9390" name="Shape 9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91" name="Google Shape;9391;p61"/>
          <p:cNvGrpSpPr/>
          <p:nvPr/>
        </p:nvGrpSpPr>
        <p:grpSpPr>
          <a:xfrm>
            <a:off x="-519875" y="1198836"/>
            <a:ext cx="2019058" cy="4141278"/>
            <a:chOff x="-519875" y="1198836"/>
            <a:chExt cx="2019058" cy="4141278"/>
          </a:xfrm>
        </p:grpSpPr>
        <p:sp>
          <p:nvSpPr>
            <p:cNvPr id="9392" name="Google Shape;9392;p61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61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61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5" name="Google Shape;9395;p61"/>
          <p:cNvGrpSpPr/>
          <p:nvPr/>
        </p:nvGrpSpPr>
        <p:grpSpPr>
          <a:xfrm>
            <a:off x="1471992" y="3091774"/>
            <a:ext cx="7807582" cy="2576715"/>
            <a:chOff x="1471992" y="3091774"/>
            <a:chExt cx="7807582" cy="2576715"/>
          </a:xfrm>
        </p:grpSpPr>
        <p:sp>
          <p:nvSpPr>
            <p:cNvPr id="9396" name="Google Shape;9396;p61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61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61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9" name="Google Shape;9399;p61"/>
          <p:cNvGrpSpPr/>
          <p:nvPr/>
        </p:nvGrpSpPr>
        <p:grpSpPr>
          <a:xfrm>
            <a:off x="297527" y="0"/>
            <a:ext cx="1070045" cy="1045102"/>
            <a:chOff x="297527" y="0"/>
            <a:chExt cx="1070045" cy="1045102"/>
          </a:xfrm>
        </p:grpSpPr>
        <p:sp>
          <p:nvSpPr>
            <p:cNvPr id="9400" name="Google Shape;9400;p61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61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61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1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61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61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61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61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61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61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61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61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61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61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61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61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61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61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61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61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61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1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61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61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61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61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61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61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61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61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61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61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1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61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61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61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61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61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1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61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61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61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61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61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61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61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61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1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1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61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61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61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1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1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61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61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61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1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1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61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61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61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2" name="Google Shape;9462;p61"/>
          <p:cNvGrpSpPr/>
          <p:nvPr/>
        </p:nvGrpSpPr>
        <p:grpSpPr>
          <a:xfrm rot="-2051532">
            <a:off x="-363665" y="3139303"/>
            <a:ext cx="945899" cy="937249"/>
            <a:chOff x="581988" y="3891200"/>
            <a:chExt cx="945850" cy="937200"/>
          </a:xfrm>
        </p:grpSpPr>
        <p:sp>
          <p:nvSpPr>
            <p:cNvPr id="9463" name="Google Shape;9463;p61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61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61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61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61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1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61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61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61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61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61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61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61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1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61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61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1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61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1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1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1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1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1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61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61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1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61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61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61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61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61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61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1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1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1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61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61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61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61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1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1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1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61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61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1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1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1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1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1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61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61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1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5" name="Google Shape;9515;p61"/>
          <p:cNvGrpSpPr/>
          <p:nvPr/>
        </p:nvGrpSpPr>
        <p:grpSpPr>
          <a:xfrm>
            <a:off x="2" y="3857588"/>
            <a:ext cx="1070045" cy="1045102"/>
            <a:chOff x="297527" y="0"/>
            <a:chExt cx="1070045" cy="1045102"/>
          </a:xfrm>
        </p:grpSpPr>
        <p:sp>
          <p:nvSpPr>
            <p:cNvPr id="9516" name="Google Shape;9516;p61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1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61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61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61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61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61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1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61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61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1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1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61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61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1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61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61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61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1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61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61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61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61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61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61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61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61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61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61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1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61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61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1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61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61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1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61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61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1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61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61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61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1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1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61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61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1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61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61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61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61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61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61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61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1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1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61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61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61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1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61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61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8" name="Google Shape;9578;p61"/>
          <p:cNvGrpSpPr/>
          <p:nvPr/>
        </p:nvGrpSpPr>
        <p:grpSpPr>
          <a:xfrm rot="-1298509">
            <a:off x="1167369" y="4729860"/>
            <a:ext cx="1070036" cy="1045094"/>
            <a:chOff x="297527" y="0"/>
            <a:chExt cx="1070045" cy="1045102"/>
          </a:xfrm>
        </p:grpSpPr>
        <p:sp>
          <p:nvSpPr>
            <p:cNvPr id="9579" name="Google Shape;9579;p61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1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1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61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61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61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1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1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61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61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61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61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61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61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61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61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61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61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61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61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61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61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61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61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61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61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61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61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1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61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61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61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61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61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61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61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61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st="57150">
                <a:srgbClr val="000000">
                  <a:alpha val="26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61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61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61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61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61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61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61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61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61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61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1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1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1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61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1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61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1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1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1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61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61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61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61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61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61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1" name="Google Shape;9641;p61"/>
          <p:cNvGrpSpPr/>
          <p:nvPr/>
        </p:nvGrpSpPr>
        <p:grpSpPr>
          <a:xfrm>
            <a:off x="8169277" y="3596838"/>
            <a:ext cx="1070045" cy="1045102"/>
            <a:chOff x="297527" y="0"/>
            <a:chExt cx="1070045" cy="1045102"/>
          </a:xfrm>
        </p:grpSpPr>
        <p:sp>
          <p:nvSpPr>
            <p:cNvPr id="9642" name="Google Shape;9642;p61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61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61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61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61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1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1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61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61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1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61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61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1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1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1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61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61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61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61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61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61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61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61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1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61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61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61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61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61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61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61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61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61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61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61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61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61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61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61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61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61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61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61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61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61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61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61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61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61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61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61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61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61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61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61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61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61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61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61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61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61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61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4" name="Google Shape;9704;p61"/>
          <p:cNvGrpSpPr/>
          <p:nvPr/>
        </p:nvGrpSpPr>
        <p:grpSpPr>
          <a:xfrm rot="-2051532">
            <a:off x="7893160" y="4282778"/>
            <a:ext cx="945899" cy="937249"/>
            <a:chOff x="581988" y="3891200"/>
            <a:chExt cx="945850" cy="937200"/>
          </a:xfrm>
        </p:grpSpPr>
        <p:sp>
          <p:nvSpPr>
            <p:cNvPr id="9705" name="Google Shape;9705;p61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61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61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61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61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1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61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61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61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61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61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61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61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61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61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61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61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61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61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61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61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61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61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61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61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61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61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61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61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61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1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61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61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61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61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61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61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61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61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61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61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61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61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61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61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61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61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61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61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61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1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61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61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7" name="Google Shape;9757;p61"/>
          <p:cNvGrpSpPr/>
          <p:nvPr/>
        </p:nvGrpSpPr>
        <p:grpSpPr>
          <a:xfrm rot="6753585">
            <a:off x="8775053" y="4707031"/>
            <a:ext cx="723910" cy="415307"/>
            <a:chOff x="344875" y="2058100"/>
            <a:chExt cx="676225" cy="387950"/>
          </a:xfrm>
        </p:grpSpPr>
        <p:sp>
          <p:nvSpPr>
            <p:cNvPr id="9758" name="Google Shape;9758;p61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61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61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61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61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3" name="Google Shape;9763;p61"/>
          <p:cNvGrpSpPr/>
          <p:nvPr/>
        </p:nvGrpSpPr>
        <p:grpSpPr>
          <a:xfrm>
            <a:off x="4082157" y="-503850"/>
            <a:ext cx="5202193" cy="2493393"/>
            <a:chOff x="4082157" y="-503850"/>
            <a:chExt cx="5202193" cy="2493393"/>
          </a:xfrm>
        </p:grpSpPr>
        <p:sp>
          <p:nvSpPr>
            <p:cNvPr id="9764" name="Google Shape;9764;p61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61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61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7" name="Google Shape;9767;p61"/>
          <p:cNvGrpSpPr/>
          <p:nvPr/>
        </p:nvGrpSpPr>
        <p:grpSpPr>
          <a:xfrm rot="-2051432">
            <a:off x="8091030" y="248857"/>
            <a:ext cx="997108" cy="987989"/>
            <a:chOff x="581988" y="3891200"/>
            <a:chExt cx="945850" cy="937200"/>
          </a:xfrm>
        </p:grpSpPr>
        <p:sp>
          <p:nvSpPr>
            <p:cNvPr id="9768" name="Google Shape;9768;p61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61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61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61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61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61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61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61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61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61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61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61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61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61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61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61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61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61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61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61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61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61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61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61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61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1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61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61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1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61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61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61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61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61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61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61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61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61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61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61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61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61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61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1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61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61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61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61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61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61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61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61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0" name="Google Shape;9820;p61"/>
          <p:cNvGrpSpPr/>
          <p:nvPr/>
        </p:nvGrpSpPr>
        <p:grpSpPr>
          <a:xfrm>
            <a:off x="7351290" y="53290"/>
            <a:ext cx="723899" cy="415300"/>
            <a:chOff x="344875" y="2058100"/>
            <a:chExt cx="676225" cy="387950"/>
          </a:xfrm>
        </p:grpSpPr>
        <p:sp>
          <p:nvSpPr>
            <p:cNvPr id="9821" name="Google Shape;9821;p61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61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61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61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61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26" name="Google Shape;9826;p61"/>
          <p:cNvSpPr txBox="1"/>
          <p:nvPr>
            <p:ph type="ctrTitle"/>
          </p:nvPr>
        </p:nvSpPr>
        <p:spPr>
          <a:xfrm>
            <a:off x="2005375" y="535000"/>
            <a:ext cx="5133300" cy="9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9827" name="Google Shape;9827;p61"/>
          <p:cNvSpPr txBox="1"/>
          <p:nvPr>
            <p:ph idx="1" type="subTitle"/>
          </p:nvPr>
        </p:nvSpPr>
        <p:spPr>
          <a:xfrm>
            <a:off x="2005325" y="1485050"/>
            <a:ext cx="5133300" cy="135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9828" name="Google Shape;9828;p61"/>
          <p:cNvSpPr txBox="1"/>
          <p:nvPr/>
        </p:nvSpPr>
        <p:spPr>
          <a:xfrm>
            <a:off x="2292175" y="3679425"/>
            <a:ext cx="45597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2"/>
                </a:solidFill>
                <a:latin typeface="Catamaran Medium"/>
                <a:ea typeface="Catamaran Medium"/>
                <a:cs typeface="Catamaran Medium"/>
                <a:sym typeface="Catamaran Medium"/>
              </a:rPr>
              <a:t>CREDITS: This presentation template was created by</a:t>
            </a:r>
            <a:r>
              <a:rPr b="1" lang="en" sz="1200">
                <a:solidFill>
                  <a:schemeClr val="dk2"/>
                </a:solidFill>
                <a:latin typeface="Catamaran"/>
                <a:ea typeface="Catamaran"/>
                <a:cs typeface="Catamaran"/>
                <a:sym typeface="Catamaran"/>
              </a:rPr>
              <a:t> </a:t>
            </a:r>
            <a:r>
              <a:rPr b="1" lang="en" sz="1200">
                <a:solidFill>
                  <a:schemeClr val="dk2"/>
                </a:solidFill>
                <a:uFill>
                  <a:noFill/>
                </a:uFill>
                <a:latin typeface="Catamaran"/>
                <a:ea typeface="Catamaran"/>
                <a:cs typeface="Catamaran"/>
                <a:sym typeface="Catamaran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2"/>
                </a:solidFill>
                <a:latin typeface="Catamaran Medium"/>
                <a:ea typeface="Catamaran Medium"/>
                <a:cs typeface="Catamaran Medium"/>
                <a:sym typeface="Catamaran Medium"/>
              </a:rPr>
              <a:t>, and includes icons by </a:t>
            </a:r>
            <a:r>
              <a:rPr b="1" lang="en" sz="1200">
                <a:solidFill>
                  <a:schemeClr val="dk2"/>
                </a:solidFill>
                <a:uFill>
                  <a:noFill/>
                </a:uFill>
                <a:latin typeface="Catamaran"/>
                <a:ea typeface="Catamaran"/>
                <a:cs typeface="Catamaran"/>
                <a:sym typeface="Catamaran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2"/>
                </a:solidFill>
                <a:latin typeface="Catamaran Medium"/>
                <a:ea typeface="Catamaran Medium"/>
                <a:cs typeface="Catamaran Medium"/>
                <a:sym typeface="Catamaran Medium"/>
              </a:rPr>
              <a:t> and infographics &amp; images by</a:t>
            </a:r>
            <a:r>
              <a:rPr b="1" lang="en" sz="1200">
                <a:solidFill>
                  <a:schemeClr val="dk2"/>
                </a:solidFill>
                <a:latin typeface="Catamaran"/>
                <a:ea typeface="Catamaran"/>
                <a:cs typeface="Catamaran"/>
                <a:sym typeface="Catamaran"/>
              </a:rPr>
              <a:t> </a:t>
            </a:r>
            <a:r>
              <a:rPr b="1" lang="en" sz="1200">
                <a:solidFill>
                  <a:schemeClr val="dk2"/>
                </a:solidFill>
                <a:uFill>
                  <a:noFill/>
                </a:uFill>
                <a:latin typeface="Catamaran"/>
                <a:ea typeface="Catamaran"/>
                <a:cs typeface="Catamaran"/>
                <a:sym typeface="Catamaran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200">
              <a:solidFill>
                <a:schemeClr val="dk2"/>
              </a:solidFill>
              <a:latin typeface="Catamaran"/>
              <a:ea typeface="Catamaran"/>
              <a:cs typeface="Catamaran"/>
              <a:sym typeface="Catamaran"/>
            </a:endParaRPr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9829" name="Shape 9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30" name="Google Shape;9830;p62"/>
          <p:cNvGrpSpPr/>
          <p:nvPr/>
        </p:nvGrpSpPr>
        <p:grpSpPr>
          <a:xfrm rot="4500040">
            <a:off x="-3889956" y="637140"/>
            <a:ext cx="7807348" cy="2576638"/>
            <a:chOff x="1471992" y="3091774"/>
            <a:chExt cx="7807582" cy="2576715"/>
          </a:xfrm>
        </p:grpSpPr>
        <p:sp>
          <p:nvSpPr>
            <p:cNvPr id="9831" name="Google Shape;9831;p62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62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62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4" name="Google Shape;9834;p62"/>
          <p:cNvGrpSpPr/>
          <p:nvPr/>
        </p:nvGrpSpPr>
        <p:grpSpPr>
          <a:xfrm>
            <a:off x="3459851" y="-802077"/>
            <a:ext cx="5824376" cy="2436294"/>
            <a:chOff x="4082157" y="-503850"/>
            <a:chExt cx="5202193" cy="2493393"/>
          </a:xfrm>
        </p:grpSpPr>
        <p:sp>
          <p:nvSpPr>
            <p:cNvPr id="9835" name="Google Shape;9835;p62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62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2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8" name="Google Shape;9838;p62"/>
          <p:cNvGrpSpPr/>
          <p:nvPr/>
        </p:nvGrpSpPr>
        <p:grpSpPr>
          <a:xfrm>
            <a:off x="2394417" y="3091774"/>
            <a:ext cx="7807582" cy="2576715"/>
            <a:chOff x="1471992" y="3091774"/>
            <a:chExt cx="7807582" cy="2576715"/>
          </a:xfrm>
        </p:grpSpPr>
        <p:sp>
          <p:nvSpPr>
            <p:cNvPr id="9839" name="Google Shape;9839;p62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62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62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2" name="Google Shape;9842;p62"/>
          <p:cNvGrpSpPr/>
          <p:nvPr/>
        </p:nvGrpSpPr>
        <p:grpSpPr>
          <a:xfrm rot="-8351737">
            <a:off x="-208341" y="3900940"/>
            <a:ext cx="1149097" cy="1138589"/>
            <a:chOff x="581988" y="3891200"/>
            <a:chExt cx="945850" cy="937200"/>
          </a:xfrm>
        </p:grpSpPr>
        <p:sp>
          <p:nvSpPr>
            <p:cNvPr id="9843" name="Google Shape;9843;p62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62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62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62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62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62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62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62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62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62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62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62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2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2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62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62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62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62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2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62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62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62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62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62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62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62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2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62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62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62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62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62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2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2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62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62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62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62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62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62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62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62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62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62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62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62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62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62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62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62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62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62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5" name="Google Shape;9895;p62"/>
          <p:cNvGrpSpPr/>
          <p:nvPr/>
        </p:nvGrpSpPr>
        <p:grpSpPr>
          <a:xfrm rot="-6559700">
            <a:off x="140553" y="4482651"/>
            <a:ext cx="1149088" cy="1138579"/>
            <a:chOff x="581988" y="3891200"/>
            <a:chExt cx="945850" cy="937200"/>
          </a:xfrm>
        </p:grpSpPr>
        <p:sp>
          <p:nvSpPr>
            <p:cNvPr id="9896" name="Google Shape;9896;p62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62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62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62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62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62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62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62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62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62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62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62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62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62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62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62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62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62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62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62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62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62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62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62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62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62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62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62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62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62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62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62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62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62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62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62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62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62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62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62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62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62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62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62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62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62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62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62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62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62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62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62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8" name="Google Shape;9948;p62"/>
          <p:cNvGrpSpPr/>
          <p:nvPr/>
        </p:nvGrpSpPr>
        <p:grpSpPr>
          <a:xfrm rot="-9661288">
            <a:off x="8073364" y="3947718"/>
            <a:ext cx="1069999" cy="1045058"/>
            <a:chOff x="297527" y="0"/>
            <a:chExt cx="1070045" cy="1045102"/>
          </a:xfrm>
        </p:grpSpPr>
        <p:sp>
          <p:nvSpPr>
            <p:cNvPr id="9949" name="Google Shape;9949;p62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62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62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62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62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62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62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62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62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62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62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62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62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62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62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62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62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62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62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62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62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62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62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62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62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62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62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62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62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62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62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62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62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62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62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62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62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62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62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62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62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62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62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62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62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62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62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62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62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62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62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62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62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62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62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62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62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62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62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62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62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62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1" name="Google Shape;10011;p62"/>
          <p:cNvGrpSpPr/>
          <p:nvPr/>
        </p:nvGrpSpPr>
        <p:grpSpPr>
          <a:xfrm rot="6538741">
            <a:off x="7467095" y="608834"/>
            <a:ext cx="1304235" cy="1273834"/>
            <a:chOff x="297527" y="0"/>
            <a:chExt cx="1070045" cy="1045102"/>
          </a:xfrm>
        </p:grpSpPr>
        <p:sp>
          <p:nvSpPr>
            <p:cNvPr id="10012" name="Google Shape;10012;p62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62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62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62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62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62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62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62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62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62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62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62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62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62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62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62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62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62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62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62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62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62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62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62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62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62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62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62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62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62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62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62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62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62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62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62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62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62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62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62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62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62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62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62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62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62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62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62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62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62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62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62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62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62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62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62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62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62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62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62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62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62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4" name="Google Shape;10074;p62"/>
          <p:cNvGrpSpPr/>
          <p:nvPr/>
        </p:nvGrpSpPr>
        <p:grpSpPr>
          <a:xfrm rot="-2951737">
            <a:off x="7698897" y="-346226"/>
            <a:ext cx="1149097" cy="1138589"/>
            <a:chOff x="581988" y="3891200"/>
            <a:chExt cx="945850" cy="937200"/>
          </a:xfrm>
        </p:grpSpPr>
        <p:sp>
          <p:nvSpPr>
            <p:cNvPr id="10075" name="Google Shape;10075;p62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62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62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62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62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62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62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62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62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62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62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62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62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62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62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62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62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62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62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62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62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62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62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62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62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62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62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62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62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62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62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62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62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62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62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62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62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62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62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62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62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62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62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62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62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62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62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62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62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62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62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62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7" name="Google Shape;10127;p62"/>
          <p:cNvGrpSpPr/>
          <p:nvPr/>
        </p:nvGrpSpPr>
        <p:grpSpPr>
          <a:xfrm rot="6538712">
            <a:off x="8349872" y="336809"/>
            <a:ext cx="1069999" cy="1045058"/>
            <a:chOff x="297527" y="0"/>
            <a:chExt cx="1070045" cy="1045102"/>
          </a:xfrm>
        </p:grpSpPr>
        <p:sp>
          <p:nvSpPr>
            <p:cNvPr id="10128" name="Google Shape;10128;p62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62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62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62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62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62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62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62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62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62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62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62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62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62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62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62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62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62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62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62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62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62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62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62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62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62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62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62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62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62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62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62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62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62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62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62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62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62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62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62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62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62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62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62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62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62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62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62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62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62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62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62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62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62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62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62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62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62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62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62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62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62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0" name="Google Shape;10190;p62"/>
          <p:cNvGrpSpPr/>
          <p:nvPr/>
        </p:nvGrpSpPr>
        <p:grpSpPr>
          <a:xfrm flipH="1" rot="-4695876">
            <a:off x="-341029" y="109026"/>
            <a:ext cx="1149108" cy="1138599"/>
            <a:chOff x="581988" y="3891200"/>
            <a:chExt cx="945850" cy="937200"/>
          </a:xfrm>
        </p:grpSpPr>
        <p:sp>
          <p:nvSpPr>
            <p:cNvPr id="10191" name="Google Shape;10191;p62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62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62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62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62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62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62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62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62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62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62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62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62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62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62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62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62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62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62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62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62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62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62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62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62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62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62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62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62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62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62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62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62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62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62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62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62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62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62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62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62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62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62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62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62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62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62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62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62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62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62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62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3" name="Google Shape;10243;p62"/>
          <p:cNvGrpSpPr/>
          <p:nvPr/>
        </p:nvGrpSpPr>
        <p:grpSpPr>
          <a:xfrm>
            <a:off x="6846390" y="327340"/>
            <a:ext cx="723899" cy="415300"/>
            <a:chOff x="344875" y="2058100"/>
            <a:chExt cx="676225" cy="387950"/>
          </a:xfrm>
        </p:grpSpPr>
        <p:sp>
          <p:nvSpPr>
            <p:cNvPr id="10244" name="Google Shape;10244;p62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62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62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62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62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9" name="Google Shape;10249;p62"/>
          <p:cNvGrpSpPr/>
          <p:nvPr/>
        </p:nvGrpSpPr>
        <p:grpSpPr>
          <a:xfrm rot="2485958">
            <a:off x="1289124" y="4508910"/>
            <a:ext cx="723907" cy="415305"/>
            <a:chOff x="344875" y="2058100"/>
            <a:chExt cx="676225" cy="387950"/>
          </a:xfrm>
        </p:grpSpPr>
        <p:sp>
          <p:nvSpPr>
            <p:cNvPr id="10250" name="Google Shape;10250;p62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62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62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62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62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">
    <p:spTree>
      <p:nvGrpSpPr>
        <p:cNvPr id="10255" name="Shape 10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56" name="Google Shape;10256;p63"/>
          <p:cNvGrpSpPr/>
          <p:nvPr/>
        </p:nvGrpSpPr>
        <p:grpSpPr>
          <a:xfrm>
            <a:off x="1471992" y="3091774"/>
            <a:ext cx="7807582" cy="2576715"/>
            <a:chOff x="1471992" y="3091774"/>
            <a:chExt cx="7807582" cy="2576715"/>
          </a:xfrm>
        </p:grpSpPr>
        <p:sp>
          <p:nvSpPr>
            <p:cNvPr id="10257" name="Google Shape;10257;p63"/>
            <p:cNvSpPr/>
            <p:nvPr/>
          </p:nvSpPr>
          <p:spPr>
            <a:xfrm>
              <a:off x="1471992" y="3091774"/>
              <a:ext cx="7807554" cy="2070500"/>
            </a:xfrm>
            <a:custGeom>
              <a:rect b="b" l="l" r="r" t="t"/>
              <a:pathLst>
                <a:path extrusionOk="0" h="74298" w="280167">
                  <a:moveTo>
                    <a:pt x="155907" y="1"/>
                  </a:moveTo>
                  <a:cubicBezTo>
                    <a:pt x="149667" y="1"/>
                    <a:pt x="143370" y="1179"/>
                    <a:pt x="137355" y="2667"/>
                  </a:cubicBezTo>
                  <a:cubicBezTo>
                    <a:pt x="130051" y="4493"/>
                    <a:pt x="123013" y="7213"/>
                    <a:pt x="116203" y="10370"/>
                  </a:cubicBezTo>
                  <a:cubicBezTo>
                    <a:pt x="87919" y="23533"/>
                    <a:pt x="64866" y="45273"/>
                    <a:pt x="37514" y="60052"/>
                  </a:cubicBezTo>
                  <a:cubicBezTo>
                    <a:pt x="31599" y="63267"/>
                    <a:pt x="25474" y="65740"/>
                    <a:pt x="19197" y="68079"/>
                  </a:cubicBezTo>
                  <a:cubicBezTo>
                    <a:pt x="16094" y="69240"/>
                    <a:pt x="12035" y="70775"/>
                    <a:pt x="8306" y="70775"/>
                  </a:cubicBezTo>
                  <a:cubicBezTo>
                    <a:pt x="6595" y="70775"/>
                    <a:pt x="4953" y="70452"/>
                    <a:pt x="3505" y="69620"/>
                  </a:cubicBezTo>
                  <a:cubicBezTo>
                    <a:pt x="3200" y="69452"/>
                    <a:pt x="2901" y="69378"/>
                    <a:pt x="2619" y="69378"/>
                  </a:cubicBezTo>
                  <a:cubicBezTo>
                    <a:pt x="1024" y="69378"/>
                    <a:pt x="0" y="71750"/>
                    <a:pt x="1698" y="72720"/>
                  </a:cubicBezTo>
                  <a:cubicBezTo>
                    <a:pt x="3694" y="73858"/>
                    <a:pt x="5898" y="74298"/>
                    <a:pt x="8163" y="74298"/>
                  </a:cubicBezTo>
                  <a:cubicBezTo>
                    <a:pt x="12370" y="74298"/>
                    <a:pt x="16786" y="72780"/>
                    <a:pt x="20472" y="71408"/>
                  </a:cubicBezTo>
                  <a:cubicBezTo>
                    <a:pt x="27890" y="68631"/>
                    <a:pt x="35041" y="65588"/>
                    <a:pt x="41946" y="61707"/>
                  </a:cubicBezTo>
                  <a:cubicBezTo>
                    <a:pt x="55641" y="54004"/>
                    <a:pt x="68290" y="44608"/>
                    <a:pt x="81167" y="35668"/>
                  </a:cubicBezTo>
                  <a:cubicBezTo>
                    <a:pt x="93683" y="26975"/>
                    <a:pt x="106522" y="18568"/>
                    <a:pt x="120445" y="12348"/>
                  </a:cubicBezTo>
                  <a:cubicBezTo>
                    <a:pt x="127293" y="9286"/>
                    <a:pt x="134463" y="6870"/>
                    <a:pt x="141786" y="5311"/>
                  </a:cubicBezTo>
                  <a:cubicBezTo>
                    <a:pt x="146492" y="4294"/>
                    <a:pt x="151315" y="3599"/>
                    <a:pt x="156131" y="3599"/>
                  </a:cubicBezTo>
                  <a:cubicBezTo>
                    <a:pt x="158342" y="3599"/>
                    <a:pt x="160551" y="3745"/>
                    <a:pt x="162747" y="4074"/>
                  </a:cubicBezTo>
                  <a:cubicBezTo>
                    <a:pt x="175225" y="5900"/>
                    <a:pt x="185858" y="12995"/>
                    <a:pt x="196300" y="19614"/>
                  </a:cubicBezTo>
                  <a:cubicBezTo>
                    <a:pt x="201835" y="23133"/>
                    <a:pt x="207427" y="26557"/>
                    <a:pt x="213362" y="29372"/>
                  </a:cubicBezTo>
                  <a:cubicBezTo>
                    <a:pt x="220361" y="32682"/>
                    <a:pt x="227723" y="35383"/>
                    <a:pt x="235236" y="37209"/>
                  </a:cubicBezTo>
                  <a:cubicBezTo>
                    <a:pt x="240657" y="38534"/>
                    <a:pt x="246173" y="39256"/>
                    <a:pt x="251645" y="39256"/>
                  </a:cubicBezTo>
                  <a:cubicBezTo>
                    <a:pt x="260936" y="39256"/>
                    <a:pt x="270103" y="37175"/>
                    <a:pt x="278470" y="32434"/>
                  </a:cubicBezTo>
                  <a:cubicBezTo>
                    <a:pt x="280166" y="31465"/>
                    <a:pt x="279132" y="29110"/>
                    <a:pt x="277547" y="29110"/>
                  </a:cubicBezTo>
                  <a:cubicBezTo>
                    <a:pt x="277265" y="29110"/>
                    <a:pt x="276967" y="29184"/>
                    <a:pt x="276663" y="29353"/>
                  </a:cubicBezTo>
                  <a:cubicBezTo>
                    <a:pt x="269644" y="33328"/>
                    <a:pt x="261865" y="35459"/>
                    <a:pt x="253838" y="35744"/>
                  </a:cubicBezTo>
                  <a:cubicBezTo>
                    <a:pt x="253226" y="35765"/>
                    <a:pt x="252615" y="35775"/>
                    <a:pt x="252004" y="35775"/>
                  </a:cubicBezTo>
                  <a:cubicBezTo>
                    <a:pt x="244756" y="35775"/>
                    <a:pt x="237600" y="34349"/>
                    <a:pt x="230671" y="32244"/>
                  </a:cubicBezTo>
                  <a:cubicBezTo>
                    <a:pt x="223595" y="30095"/>
                    <a:pt x="216671" y="27242"/>
                    <a:pt x="210166" y="23723"/>
                  </a:cubicBezTo>
                  <a:cubicBezTo>
                    <a:pt x="204460" y="20660"/>
                    <a:pt x="199058" y="17104"/>
                    <a:pt x="193580" y="13642"/>
                  </a:cubicBezTo>
                  <a:cubicBezTo>
                    <a:pt x="182928" y="6927"/>
                    <a:pt x="171782" y="936"/>
                    <a:pt x="158962" y="99"/>
                  </a:cubicBezTo>
                  <a:cubicBezTo>
                    <a:pt x="157946" y="32"/>
                    <a:pt x="156928" y="1"/>
                    <a:pt x="15590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63"/>
            <p:cNvSpPr/>
            <p:nvPr/>
          </p:nvSpPr>
          <p:spPr>
            <a:xfrm>
              <a:off x="1472020" y="3345118"/>
              <a:ext cx="7807554" cy="2070137"/>
            </a:xfrm>
            <a:custGeom>
              <a:rect b="b" l="l" r="r" t="t"/>
              <a:pathLst>
                <a:path extrusionOk="0" h="74285" w="280167">
                  <a:moveTo>
                    <a:pt x="155877" y="1"/>
                  </a:moveTo>
                  <a:cubicBezTo>
                    <a:pt x="149647" y="1"/>
                    <a:pt x="143360" y="1166"/>
                    <a:pt x="137354" y="2668"/>
                  </a:cubicBezTo>
                  <a:cubicBezTo>
                    <a:pt x="130050" y="4494"/>
                    <a:pt x="123012" y="7195"/>
                    <a:pt x="116202" y="10371"/>
                  </a:cubicBezTo>
                  <a:cubicBezTo>
                    <a:pt x="87918" y="23533"/>
                    <a:pt x="64865" y="45274"/>
                    <a:pt x="37513" y="60053"/>
                  </a:cubicBezTo>
                  <a:cubicBezTo>
                    <a:pt x="31598" y="63268"/>
                    <a:pt x="25473" y="65741"/>
                    <a:pt x="19196" y="68061"/>
                  </a:cubicBezTo>
                  <a:cubicBezTo>
                    <a:pt x="16087" y="69224"/>
                    <a:pt x="12018" y="70763"/>
                    <a:pt x="8283" y="70763"/>
                  </a:cubicBezTo>
                  <a:cubicBezTo>
                    <a:pt x="6580" y="70763"/>
                    <a:pt x="4946" y="70443"/>
                    <a:pt x="3504" y="69621"/>
                  </a:cubicBezTo>
                  <a:cubicBezTo>
                    <a:pt x="3197" y="69452"/>
                    <a:pt x="2897" y="69378"/>
                    <a:pt x="2614" y="69378"/>
                  </a:cubicBezTo>
                  <a:cubicBezTo>
                    <a:pt x="1021" y="69378"/>
                    <a:pt x="1" y="71733"/>
                    <a:pt x="1697" y="72702"/>
                  </a:cubicBezTo>
                  <a:cubicBezTo>
                    <a:pt x="3698" y="73843"/>
                    <a:pt x="5908" y="74284"/>
                    <a:pt x="8179" y="74284"/>
                  </a:cubicBezTo>
                  <a:cubicBezTo>
                    <a:pt x="12381" y="74284"/>
                    <a:pt x="16790" y="72773"/>
                    <a:pt x="20471" y="71390"/>
                  </a:cubicBezTo>
                  <a:cubicBezTo>
                    <a:pt x="27889" y="68613"/>
                    <a:pt x="35040" y="65569"/>
                    <a:pt x="41945" y="61689"/>
                  </a:cubicBezTo>
                  <a:cubicBezTo>
                    <a:pt x="55640" y="53986"/>
                    <a:pt x="68289" y="44609"/>
                    <a:pt x="81166" y="35669"/>
                  </a:cubicBezTo>
                  <a:cubicBezTo>
                    <a:pt x="93682" y="26957"/>
                    <a:pt x="106521" y="18569"/>
                    <a:pt x="120444" y="12330"/>
                  </a:cubicBezTo>
                  <a:cubicBezTo>
                    <a:pt x="127292" y="9268"/>
                    <a:pt x="134462" y="6871"/>
                    <a:pt x="141785" y="5293"/>
                  </a:cubicBezTo>
                  <a:cubicBezTo>
                    <a:pt x="146506" y="4286"/>
                    <a:pt x="151344" y="3584"/>
                    <a:pt x="156175" y="3584"/>
                  </a:cubicBezTo>
                  <a:cubicBezTo>
                    <a:pt x="158370" y="3584"/>
                    <a:pt x="160565" y="3729"/>
                    <a:pt x="162746" y="4056"/>
                  </a:cubicBezTo>
                  <a:cubicBezTo>
                    <a:pt x="175224" y="5901"/>
                    <a:pt x="185857" y="12977"/>
                    <a:pt x="196299" y="19615"/>
                  </a:cubicBezTo>
                  <a:cubicBezTo>
                    <a:pt x="201834" y="23134"/>
                    <a:pt x="207426" y="26558"/>
                    <a:pt x="213361" y="29354"/>
                  </a:cubicBezTo>
                  <a:cubicBezTo>
                    <a:pt x="220360" y="32663"/>
                    <a:pt x="227722" y="35383"/>
                    <a:pt x="235235" y="37209"/>
                  </a:cubicBezTo>
                  <a:cubicBezTo>
                    <a:pt x="240658" y="38528"/>
                    <a:pt x="246176" y="39248"/>
                    <a:pt x="251650" y="39248"/>
                  </a:cubicBezTo>
                  <a:cubicBezTo>
                    <a:pt x="260939" y="39248"/>
                    <a:pt x="270103" y="37175"/>
                    <a:pt x="278469" y="32435"/>
                  </a:cubicBezTo>
                  <a:cubicBezTo>
                    <a:pt x="280167" y="31465"/>
                    <a:pt x="279129" y="29093"/>
                    <a:pt x="277541" y="29093"/>
                  </a:cubicBezTo>
                  <a:cubicBezTo>
                    <a:pt x="277261" y="29093"/>
                    <a:pt x="276964" y="29167"/>
                    <a:pt x="276662" y="29335"/>
                  </a:cubicBezTo>
                  <a:cubicBezTo>
                    <a:pt x="269643" y="33329"/>
                    <a:pt x="261864" y="35441"/>
                    <a:pt x="253837" y="35726"/>
                  </a:cubicBezTo>
                  <a:cubicBezTo>
                    <a:pt x="253219" y="35747"/>
                    <a:pt x="252601" y="35757"/>
                    <a:pt x="251983" y="35757"/>
                  </a:cubicBezTo>
                  <a:cubicBezTo>
                    <a:pt x="244742" y="35757"/>
                    <a:pt x="237593" y="34348"/>
                    <a:pt x="230670" y="32245"/>
                  </a:cubicBezTo>
                  <a:cubicBezTo>
                    <a:pt x="223594" y="30096"/>
                    <a:pt x="216670" y="27243"/>
                    <a:pt x="210165" y="23724"/>
                  </a:cubicBezTo>
                  <a:cubicBezTo>
                    <a:pt x="204459" y="20661"/>
                    <a:pt x="199057" y="17085"/>
                    <a:pt x="193579" y="13643"/>
                  </a:cubicBezTo>
                  <a:cubicBezTo>
                    <a:pt x="182927" y="6909"/>
                    <a:pt x="171781" y="918"/>
                    <a:pt x="158961" y="100"/>
                  </a:cubicBezTo>
                  <a:cubicBezTo>
                    <a:pt x="157936" y="32"/>
                    <a:pt x="156907" y="1"/>
                    <a:pt x="15587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63"/>
            <p:cNvSpPr/>
            <p:nvPr/>
          </p:nvSpPr>
          <p:spPr>
            <a:xfrm>
              <a:off x="1472047" y="3597989"/>
              <a:ext cx="7807498" cy="2070500"/>
            </a:xfrm>
            <a:custGeom>
              <a:rect b="b" l="l" r="r" t="t"/>
              <a:pathLst>
                <a:path extrusionOk="0" h="74298" w="280165">
                  <a:moveTo>
                    <a:pt x="155905" y="0"/>
                  </a:moveTo>
                  <a:cubicBezTo>
                    <a:pt x="149665" y="0"/>
                    <a:pt x="143368" y="1179"/>
                    <a:pt x="137353" y="2667"/>
                  </a:cubicBezTo>
                  <a:cubicBezTo>
                    <a:pt x="130049" y="4493"/>
                    <a:pt x="123011" y="7213"/>
                    <a:pt x="116201" y="10370"/>
                  </a:cubicBezTo>
                  <a:cubicBezTo>
                    <a:pt x="87917" y="23551"/>
                    <a:pt x="64864" y="45273"/>
                    <a:pt x="37512" y="60071"/>
                  </a:cubicBezTo>
                  <a:cubicBezTo>
                    <a:pt x="31597" y="63267"/>
                    <a:pt x="25472" y="65740"/>
                    <a:pt x="19195" y="68079"/>
                  </a:cubicBezTo>
                  <a:cubicBezTo>
                    <a:pt x="16092" y="69239"/>
                    <a:pt x="12033" y="70775"/>
                    <a:pt x="8304" y="70775"/>
                  </a:cubicBezTo>
                  <a:cubicBezTo>
                    <a:pt x="6593" y="70775"/>
                    <a:pt x="4951" y="70452"/>
                    <a:pt x="3503" y="69620"/>
                  </a:cubicBezTo>
                  <a:cubicBezTo>
                    <a:pt x="3195" y="69447"/>
                    <a:pt x="2893" y="69372"/>
                    <a:pt x="2610" y="69372"/>
                  </a:cubicBezTo>
                  <a:cubicBezTo>
                    <a:pt x="1019" y="69372"/>
                    <a:pt x="1" y="71752"/>
                    <a:pt x="1696" y="72720"/>
                  </a:cubicBezTo>
                  <a:cubicBezTo>
                    <a:pt x="3692" y="73858"/>
                    <a:pt x="5896" y="74298"/>
                    <a:pt x="8161" y="74298"/>
                  </a:cubicBezTo>
                  <a:cubicBezTo>
                    <a:pt x="12368" y="74298"/>
                    <a:pt x="16784" y="72780"/>
                    <a:pt x="20470" y="71408"/>
                  </a:cubicBezTo>
                  <a:cubicBezTo>
                    <a:pt x="27888" y="68612"/>
                    <a:pt x="35039" y="65587"/>
                    <a:pt x="41944" y="61707"/>
                  </a:cubicBezTo>
                  <a:cubicBezTo>
                    <a:pt x="55639" y="54004"/>
                    <a:pt x="68288" y="44607"/>
                    <a:pt x="81165" y="35668"/>
                  </a:cubicBezTo>
                  <a:cubicBezTo>
                    <a:pt x="93681" y="26975"/>
                    <a:pt x="106520" y="18568"/>
                    <a:pt x="120443" y="12348"/>
                  </a:cubicBezTo>
                  <a:cubicBezTo>
                    <a:pt x="127291" y="9286"/>
                    <a:pt x="134461" y="6870"/>
                    <a:pt x="141784" y="5310"/>
                  </a:cubicBezTo>
                  <a:cubicBezTo>
                    <a:pt x="146490" y="4294"/>
                    <a:pt x="151313" y="3598"/>
                    <a:pt x="156129" y="3598"/>
                  </a:cubicBezTo>
                  <a:cubicBezTo>
                    <a:pt x="158340" y="3598"/>
                    <a:pt x="160549" y="3745"/>
                    <a:pt x="162745" y="4074"/>
                  </a:cubicBezTo>
                  <a:cubicBezTo>
                    <a:pt x="175223" y="5900"/>
                    <a:pt x="185856" y="12976"/>
                    <a:pt x="196298" y="19614"/>
                  </a:cubicBezTo>
                  <a:cubicBezTo>
                    <a:pt x="201833" y="23133"/>
                    <a:pt x="207425" y="26557"/>
                    <a:pt x="213360" y="29372"/>
                  </a:cubicBezTo>
                  <a:cubicBezTo>
                    <a:pt x="220359" y="32681"/>
                    <a:pt x="227721" y="35382"/>
                    <a:pt x="235234" y="37208"/>
                  </a:cubicBezTo>
                  <a:cubicBezTo>
                    <a:pt x="240655" y="38534"/>
                    <a:pt x="246171" y="39256"/>
                    <a:pt x="251643" y="39256"/>
                  </a:cubicBezTo>
                  <a:cubicBezTo>
                    <a:pt x="260934" y="39256"/>
                    <a:pt x="270101" y="37175"/>
                    <a:pt x="278468" y="32434"/>
                  </a:cubicBezTo>
                  <a:cubicBezTo>
                    <a:pt x="280164" y="31465"/>
                    <a:pt x="279130" y="29110"/>
                    <a:pt x="277545" y="29110"/>
                  </a:cubicBezTo>
                  <a:cubicBezTo>
                    <a:pt x="277263" y="29110"/>
                    <a:pt x="276965" y="29184"/>
                    <a:pt x="276661" y="29353"/>
                  </a:cubicBezTo>
                  <a:cubicBezTo>
                    <a:pt x="269642" y="33328"/>
                    <a:pt x="261863" y="35458"/>
                    <a:pt x="253836" y="35744"/>
                  </a:cubicBezTo>
                  <a:cubicBezTo>
                    <a:pt x="253224" y="35764"/>
                    <a:pt x="252613" y="35775"/>
                    <a:pt x="252002" y="35775"/>
                  </a:cubicBezTo>
                  <a:cubicBezTo>
                    <a:pt x="244754" y="35775"/>
                    <a:pt x="237598" y="34349"/>
                    <a:pt x="230669" y="32244"/>
                  </a:cubicBezTo>
                  <a:cubicBezTo>
                    <a:pt x="223593" y="30095"/>
                    <a:pt x="216669" y="27241"/>
                    <a:pt x="210164" y="23723"/>
                  </a:cubicBezTo>
                  <a:cubicBezTo>
                    <a:pt x="204458" y="20660"/>
                    <a:pt x="199056" y="17103"/>
                    <a:pt x="193578" y="13661"/>
                  </a:cubicBezTo>
                  <a:cubicBezTo>
                    <a:pt x="182926" y="6927"/>
                    <a:pt x="171780" y="936"/>
                    <a:pt x="158960" y="99"/>
                  </a:cubicBezTo>
                  <a:cubicBezTo>
                    <a:pt x="157944" y="32"/>
                    <a:pt x="156926" y="0"/>
                    <a:pt x="15590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0" name="Google Shape;10260;p63"/>
          <p:cNvGrpSpPr/>
          <p:nvPr/>
        </p:nvGrpSpPr>
        <p:grpSpPr>
          <a:xfrm>
            <a:off x="4082157" y="-503850"/>
            <a:ext cx="5202193" cy="2493393"/>
            <a:chOff x="4082157" y="-503850"/>
            <a:chExt cx="5202193" cy="2493393"/>
          </a:xfrm>
        </p:grpSpPr>
        <p:sp>
          <p:nvSpPr>
            <p:cNvPr id="10261" name="Google Shape;10261;p63"/>
            <p:cNvSpPr/>
            <p:nvPr/>
          </p:nvSpPr>
          <p:spPr>
            <a:xfrm>
              <a:off x="4082157" y="195099"/>
              <a:ext cx="5201608" cy="1794444"/>
            </a:xfrm>
            <a:custGeom>
              <a:rect b="b" l="l" r="r" t="t"/>
              <a:pathLst>
                <a:path extrusionOk="0" h="64392" w="186655">
                  <a:moveTo>
                    <a:pt x="2017" y="1"/>
                  </a:moveTo>
                  <a:cubicBezTo>
                    <a:pt x="1252" y="1"/>
                    <a:pt x="512" y="627"/>
                    <a:pt x="324" y="1331"/>
                  </a:cubicBezTo>
                  <a:cubicBezTo>
                    <a:pt x="1" y="2320"/>
                    <a:pt x="609" y="3157"/>
                    <a:pt x="1522" y="3518"/>
                  </a:cubicBezTo>
                  <a:cubicBezTo>
                    <a:pt x="13182" y="8102"/>
                    <a:pt x="22674" y="16186"/>
                    <a:pt x="31024" y="25373"/>
                  </a:cubicBezTo>
                  <a:cubicBezTo>
                    <a:pt x="35246" y="30014"/>
                    <a:pt x="39222" y="34883"/>
                    <a:pt x="43235" y="39677"/>
                  </a:cubicBezTo>
                  <a:cubicBezTo>
                    <a:pt x="47325" y="44584"/>
                    <a:pt x="51851" y="48997"/>
                    <a:pt x="56968" y="52801"/>
                  </a:cubicBezTo>
                  <a:cubicBezTo>
                    <a:pt x="66136" y="59648"/>
                    <a:pt x="77130" y="63700"/>
                    <a:pt x="88562" y="64309"/>
                  </a:cubicBezTo>
                  <a:cubicBezTo>
                    <a:pt x="89579" y="64364"/>
                    <a:pt x="90596" y="64391"/>
                    <a:pt x="91611" y="64391"/>
                  </a:cubicBezTo>
                  <a:cubicBezTo>
                    <a:pt x="102778" y="64391"/>
                    <a:pt x="113761" y="61113"/>
                    <a:pt x="123769" y="56301"/>
                  </a:cubicBezTo>
                  <a:cubicBezTo>
                    <a:pt x="135600" y="50614"/>
                    <a:pt x="146670" y="43214"/>
                    <a:pt x="159053" y="38707"/>
                  </a:cubicBezTo>
                  <a:cubicBezTo>
                    <a:pt x="163218" y="37185"/>
                    <a:pt x="167517" y="35949"/>
                    <a:pt x="171892" y="35283"/>
                  </a:cubicBezTo>
                  <a:cubicBezTo>
                    <a:pt x="173277" y="35063"/>
                    <a:pt x="174980" y="34829"/>
                    <a:pt x="176681" y="34829"/>
                  </a:cubicBezTo>
                  <a:cubicBezTo>
                    <a:pt x="179092" y="34829"/>
                    <a:pt x="181498" y="35298"/>
                    <a:pt x="182981" y="36938"/>
                  </a:cubicBezTo>
                  <a:cubicBezTo>
                    <a:pt x="183344" y="37341"/>
                    <a:pt x="183760" y="37510"/>
                    <a:pt x="184164" y="37510"/>
                  </a:cubicBezTo>
                  <a:cubicBezTo>
                    <a:pt x="185474" y="37510"/>
                    <a:pt x="186655" y="35735"/>
                    <a:pt x="185492" y="34427"/>
                  </a:cubicBezTo>
                  <a:cubicBezTo>
                    <a:pt x="183314" y="32010"/>
                    <a:pt x="179960" y="31346"/>
                    <a:pt x="176703" y="31346"/>
                  </a:cubicBezTo>
                  <a:cubicBezTo>
                    <a:pt x="175294" y="31346"/>
                    <a:pt x="173903" y="31470"/>
                    <a:pt x="172634" y="31631"/>
                  </a:cubicBezTo>
                  <a:cubicBezTo>
                    <a:pt x="167802" y="32220"/>
                    <a:pt x="163104" y="33552"/>
                    <a:pt x="158539" y="35131"/>
                  </a:cubicBezTo>
                  <a:cubicBezTo>
                    <a:pt x="145168" y="39829"/>
                    <a:pt x="133356" y="47951"/>
                    <a:pt x="120555" y="53923"/>
                  </a:cubicBezTo>
                  <a:cubicBezTo>
                    <a:pt x="111413" y="58180"/>
                    <a:pt x="101451" y="60824"/>
                    <a:pt x="91364" y="60824"/>
                  </a:cubicBezTo>
                  <a:cubicBezTo>
                    <a:pt x="89551" y="60824"/>
                    <a:pt x="87735" y="60738"/>
                    <a:pt x="85918" y="60561"/>
                  </a:cubicBezTo>
                  <a:cubicBezTo>
                    <a:pt x="74600" y="59458"/>
                    <a:pt x="64044" y="54380"/>
                    <a:pt x="55465" y="47076"/>
                  </a:cubicBezTo>
                  <a:cubicBezTo>
                    <a:pt x="50843" y="43157"/>
                    <a:pt x="46963" y="38592"/>
                    <a:pt x="43121" y="33951"/>
                  </a:cubicBezTo>
                  <a:cubicBezTo>
                    <a:pt x="39298" y="29367"/>
                    <a:pt x="35436" y="24764"/>
                    <a:pt x="31328" y="20428"/>
                  </a:cubicBezTo>
                  <a:cubicBezTo>
                    <a:pt x="23130" y="11773"/>
                    <a:pt x="13658" y="4488"/>
                    <a:pt x="2511" y="94"/>
                  </a:cubicBezTo>
                  <a:cubicBezTo>
                    <a:pt x="2349" y="30"/>
                    <a:pt x="2182" y="1"/>
                    <a:pt x="2017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63"/>
            <p:cNvSpPr/>
            <p:nvPr/>
          </p:nvSpPr>
          <p:spPr>
            <a:xfrm>
              <a:off x="4082157" y="-154752"/>
              <a:ext cx="5201664" cy="1795503"/>
            </a:xfrm>
            <a:custGeom>
              <a:rect b="b" l="l" r="r" t="t"/>
              <a:pathLst>
                <a:path extrusionOk="0" h="64430" w="186657">
                  <a:moveTo>
                    <a:pt x="1998" y="1"/>
                  </a:moveTo>
                  <a:cubicBezTo>
                    <a:pt x="1233" y="1"/>
                    <a:pt x="493" y="627"/>
                    <a:pt x="305" y="1331"/>
                  </a:cubicBezTo>
                  <a:cubicBezTo>
                    <a:pt x="1" y="2358"/>
                    <a:pt x="609" y="3176"/>
                    <a:pt x="1522" y="3537"/>
                  </a:cubicBezTo>
                  <a:cubicBezTo>
                    <a:pt x="13182" y="8121"/>
                    <a:pt x="22674" y="16205"/>
                    <a:pt x="31024" y="25392"/>
                  </a:cubicBezTo>
                  <a:cubicBezTo>
                    <a:pt x="35246" y="30033"/>
                    <a:pt x="39222" y="34903"/>
                    <a:pt x="43235" y="39715"/>
                  </a:cubicBezTo>
                  <a:cubicBezTo>
                    <a:pt x="47325" y="44603"/>
                    <a:pt x="51851" y="49035"/>
                    <a:pt x="56968" y="52839"/>
                  </a:cubicBezTo>
                  <a:cubicBezTo>
                    <a:pt x="66136" y="59687"/>
                    <a:pt x="77130" y="63719"/>
                    <a:pt x="88562" y="64347"/>
                  </a:cubicBezTo>
                  <a:cubicBezTo>
                    <a:pt x="89579" y="64402"/>
                    <a:pt x="90595" y="64429"/>
                    <a:pt x="91610" y="64429"/>
                  </a:cubicBezTo>
                  <a:cubicBezTo>
                    <a:pt x="102777" y="64429"/>
                    <a:pt x="113761" y="61150"/>
                    <a:pt x="123769" y="56320"/>
                  </a:cubicBezTo>
                  <a:cubicBezTo>
                    <a:pt x="135600" y="50652"/>
                    <a:pt x="146670" y="43253"/>
                    <a:pt x="159053" y="38726"/>
                  </a:cubicBezTo>
                  <a:cubicBezTo>
                    <a:pt x="163218" y="37204"/>
                    <a:pt x="167517" y="35968"/>
                    <a:pt x="171892" y="35302"/>
                  </a:cubicBezTo>
                  <a:cubicBezTo>
                    <a:pt x="173276" y="35090"/>
                    <a:pt x="174979" y="34858"/>
                    <a:pt x="176678" y="34858"/>
                  </a:cubicBezTo>
                  <a:cubicBezTo>
                    <a:pt x="179090" y="34858"/>
                    <a:pt x="181497" y="35325"/>
                    <a:pt x="182981" y="36976"/>
                  </a:cubicBezTo>
                  <a:cubicBezTo>
                    <a:pt x="183343" y="37378"/>
                    <a:pt x="183756" y="37546"/>
                    <a:pt x="184159" y="37546"/>
                  </a:cubicBezTo>
                  <a:cubicBezTo>
                    <a:pt x="185470" y="37546"/>
                    <a:pt x="186657" y="35756"/>
                    <a:pt x="185492" y="34446"/>
                  </a:cubicBezTo>
                  <a:cubicBezTo>
                    <a:pt x="183314" y="32030"/>
                    <a:pt x="179960" y="31365"/>
                    <a:pt x="176703" y="31365"/>
                  </a:cubicBezTo>
                  <a:cubicBezTo>
                    <a:pt x="175294" y="31365"/>
                    <a:pt x="173903" y="31489"/>
                    <a:pt x="172634" y="31650"/>
                  </a:cubicBezTo>
                  <a:cubicBezTo>
                    <a:pt x="167802" y="32240"/>
                    <a:pt x="163104" y="33571"/>
                    <a:pt x="158539" y="35169"/>
                  </a:cubicBezTo>
                  <a:cubicBezTo>
                    <a:pt x="145168" y="39848"/>
                    <a:pt x="133356" y="47970"/>
                    <a:pt x="120555" y="53942"/>
                  </a:cubicBezTo>
                  <a:cubicBezTo>
                    <a:pt x="111413" y="58199"/>
                    <a:pt x="101451" y="60843"/>
                    <a:pt x="91364" y="60843"/>
                  </a:cubicBezTo>
                  <a:cubicBezTo>
                    <a:pt x="89551" y="60843"/>
                    <a:pt x="87735" y="60757"/>
                    <a:pt x="85918" y="60581"/>
                  </a:cubicBezTo>
                  <a:cubicBezTo>
                    <a:pt x="74600" y="59497"/>
                    <a:pt x="64044" y="54399"/>
                    <a:pt x="55465" y="47095"/>
                  </a:cubicBezTo>
                  <a:cubicBezTo>
                    <a:pt x="50843" y="43177"/>
                    <a:pt x="46963" y="38612"/>
                    <a:pt x="43121" y="33971"/>
                  </a:cubicBezTo>
                  <a:cubicBezTo>
                    <a:pt x="39279" y="29349"/>
                    <a:pt x="35417" y="24784"/>
                    <a:pt x="31309" y="20428"/>
                  </a:cubicBezTo>
                  <a:cubicBezTo>
                    <a:pt x="23111" y="11773"/>
                    <a:pt x="13639" y="4488"/>
                    <a:pt x="2492" y="95"/>
                  </a:cubicBezTo>
                  <a:cubicBezTo>
                    <a:pt x="2330" y="30"/>
                    <a:pt x="2163" y="1"/>
                    <a:pt x="1998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63"/>
            <p:cNvSpPr/>
            <p:nvPr/>
          </p:nvSpPr>
          <p:spPr>
            <a:xfrm>
              <a:off x="4082157" y="-503850"/>
              <a:ext cx="5202193" cy="1794751"/>
            </a:xfrm>
            <a:custGeom>
              <a:rect b="b" l="l" r="r" t="t"/>
              <a:pathLst>
                <a:path extrusionOk="0" h="64403" w="186676">
                  <a:moveTo>
                    <a:pt x="2009" y="0"/>
                  </a:moveTo>
                  <a:cubicBezTo>
                    <a:pt x="1240" y="0"/>
                    <a:pt x="494" y="616"/>
                    <a:pt x="305" y="1323"/>
                  </a:cubicBezTo>
                  <a:cubicBezTo>
                    <a:pt x="1" y="2350"/>
                    <a:pt x="609" y="3149"/>
                    <a:pt x="1522" y="3511"/>
                  </a:cubicBezTo>
                  <a:cubicBezTo>
                    <a:pt x="13182" y="8095"/>
                    <a:pt x="22674" y="16179"/>
                    <a:pt x="31024" y="25366"/>
                  </a:cubicBezTo>
                  <a:cubicBezTo>
                    <a:pt x="35246" y="30007"/>
                    <a:pt x="39222" y="34876"/>
                    <a:pt x="43235" y="39669"/>
                  </a:cubicBezTo>
                  <a:cubicBezTo>
                    <a:pt x="47325" y="44577"/>
                    <a:pt x="51871" y="49008"/>
                    <a:pt x="56987" y="52813"/>
                  </a:cubicBezTo>
                  <a:cubicBezTo>
                    <a:pt x="66155" y="59660"/>
                    <a:pt x="77149" y="63692"/>
                    <a:pt x="88581" y="64320"/>
                  </a:cubicBezTo>
                  <a:cubicBezTo>
                    <a:pt x="89599" y="64376"/>
                    <a:pt x="90617" y="64403"/>
                    <a:pt x="91633" y="64403"/>
                  </a:cubicBezTo>
                  <a:cubicBezTo>
                    <a:pt x="102815" y="64403"/>
                    <a:pt x="113797" y="61123"/>
                    <a:pt x="123788" y="56293"/>
                  </a:cubicBezTo>
                  <a:cubicBezTo>
                    <a:pt x="135638" y="50625"/>
                    <a:pt x="146689" y="43226"/>
                    <a:pt x="159072" y="38699"/>
                  </a:cubicBezTo>
                  <a:cubicBezTo>
                    <a:pt x="163237" y="37177"/>
                    <a:pt x="167536" y="35941"/>
                    <a:pt x="171911" y="35275"/>
                  </a:cubicBezTo>
                  <a:cubicBezTo>
                    <a:pt x="173303" y="35063"/>
                    <a:pt x="175007" y="34831"/>
                    <a:pt x="176706" y="34831"/>
                  </a:cubicBezTo>
                  <a:cubicBezTo>
                    <a:pt x="179116" y="34831"/>
                    <a:pt x="181516" y="35298"/>
                    <a:pt x="183000" y="36949"/>
                  </a:cubicBezTo>
                  <a:cubicBezTo>
                    <a:pt x="183362" y="37351"/>
                    <a:pt x="183775" y="37519"/>
                    <a:pt x="184178" y="37519"/>
                  </a:cubicBezTo>
                  <a:cubicBezTo>
                    <a:pt x="185489" y="37519"/>
                    <a:pt x="186676" y="35730"/>
                    <a:pt x="185511" y="34419"/>
                  </a:cubicBezTo>
                  <a:cubicBezTo>
                    <a:pt x="183347" y="32003"/>
                    <a:pt x="179987" y="31338"/>
                    <a:pt x="176725" y="31338"/>
                  </a:cubicBezTo>
                  <a:cubicBezTo>
                    <a:pt x="175315" y="31338"/>
                    <a:pt x="173922" y="31463"/>
                    <a:pt x="172653" y="31623"/>
                  </a:cubicBezTo>
                  <a:cubicBezTo>
                    <a:pt x="167822" y="32213"/>
                    <a:pt x="163123" y="33544"/>
                    <a:pt x="158558" y="35142"/>
                  </a:cubicBezTo>
                  <a:cubicBezTo>
                    <a:pt x="145187" y="39821"/>
                    <a:pt x="133375" y="47962"/>
                    <a:pt x="120593" y="53916"/>
                  </a:cubicBezTo>
                  <a:cubicBezTo>
                    <a:pt x="111435" y="58172"/>
                    <a:pt x="101484" y="60816"/>
                    <a:pt x="91389" y="60816"/>
                  </a:cubicBezTo>
                  <a:cubicBezTo>
                    <a:pt x="89575" y="60816"/>
                    <a:pt x="87756" y="60731"/>
                    <a:pt x="85937" y="60554"/>
                  </a:cubicBezTo>
                  <a:cubicBezTo>
                    <a:pt x="74619" y="59470"/>
                    <a:pt x="64063" y="54372"/>
                    <a:pt x="55484" y="47068"/>
                  </a:cubicBezTo>
                  <a:cubicBezTo>
                    <a:pt x="50881" y="43150"/>
                    <a:pt x="47001" y="38585"/>
                    <a:pt x="43140" y="33944"/>
                  </a:cubicBezTo>
                  <a:cubicBezTo>
                    <a:pt x="39279" y="29341"/>
                    <a:pt x="35417" y="24738"/>
                    <a:pt x="31309" y="20420"/>
                  </a:cubicBezTo>
                  <a:cubicBezTo>
                    <a:pt x="23111" y="11766"/>
                    <a:pt x="13639" y="4481"/>
                    <a:pt x="2492" y="87"/>
                  </a:cubicBezTo>
                  <a:cubicBezTo>
                    <a:pt x="2334" y="27"/>
                    <a:pt x="2171" y="0"/>
                    <a:pt x="2009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4" name="Google Shape;10264;p63"/>
          <p:cNvGrpSpPr/>
          <p:nvPr/>
        </p:nvGrpSpPr>
        <p:grpSpPr>
          <a:xfrm>
            <a:off x="-519875" y="1198836"/>
            <a:ext cx="2019058" cy="4141278"/>
            <a:chOff x="-519875" y="1198836"/>
            <a:chExt cx="2019058" cy="4141278"/>
          </a:xfrm>
        </p:grpSpPr>
        <p:sp>
          <p:nvSpPr>
            <p:cNvPr id="10265" name="Google Shape;10265;p63"/>
            <p:cNvSpPr/>
            <p:nvPr/>
          </p:nvSpPr>
          <p:spPr>
            <a:xfrm>
              <a:off x="-45986" y="1198836"/>
              <a:ext cx="1545169" cy="4096216"/>
            </a:xfrm>
            <a:custGeom>
              <a:rect b="b" l="l" r="r" t="t"/>
              <a:pathLst>
                <a:path extrusionOk="0" h="146989" w="55447">
                  <a:moveTo>
                    <a:pt x="24369" y="143976"/>
                  </a:moveTo>
                  <a:cubicBezTo>
                    <a:pt x="24244" y="144087"/>
                    <a:pt x="24218" y="144144"/>
                    <a:pt x="24236" y="144146"/>
                  </a:cubicBezTo>
                  <a:lnTo>
                    <a:pt x="24236" y="144146"/>
                  </a:lnTo>
                  <a:cubicBezTo>
                    <a:pt x="24273" y="144097"/>
                    <a:pt x="24313" y="144050"/>
                    <a:pt x="24356" y="144005"/>
                  </a:cubicBezTo>
                  <a:lnTo>
                    <a:pt x="24356" y="144005"/>
                  </a:lnTo>
                  <a:cubicBezTo>
                    <a:pt x="24360" y="143996"/>
                    <a:pt x="24365" y="143986"/>
                    <a:pt x="24369" y="143976"/>
                  </a:cubicBezTo>
                  <a:close/>
                  <a:moveTo>
                    <a:pt x="2150" y="0"/>
                  </a:moveTo>
                  <a:cubicBezTo>
                    <a:pt x="1870" y="0"/>
                    <a:pt x="1581" y="73"/>
                    <a:pt x="1294" y="235"/>
                  </a:cubicBezTo>
                  <a:cubicBezTo>
                    <a:pt x="476" y="710"/>
                    <a:pt x="0" y="1928"/>
                    <a:pt x="590" y="2708"/>
                  </a:cubicBezTo>
                  <a:cubicBezTo>
                    <a:pt x="3900" y="7120"/>
                    <a:pt x="9397" y="9327"/>
                    <a:pt x="13962" y="12085"/>
                  </a:cubicBezTo>
                  <a:cubicBezTo>
                    <a:pt x="19858" y="15642"/>
                    <a:pt x="24880" y="20568"/>
                    <a:pt x="30034" y="25057"/>
                  </a:cubicBezTo>
                  <a:cubicBezTo>
                    <a:pt x="39107" y="32951"/>
                    <a:pt x="46297" y="42765"/>
                    <a:pt x="49379" y="54520"/>
                  </a:cubicBezTo>
                  <a:cubicBezTo>
                    <a:pt x="52669" y="67036"/>
                    <a:pt x="51528" y="80179"/>
                    <a:pt x="47819" y="92429"/>
                  </a:cubicBezTo>
                  <a:cubicBezTo>
                    <a:pt x="44129" y="104621"/>
                    <a:pt x="38118" y="115938"/>
                    <a:pt x="32336" y="127237"/>
                  </a:cubicBezTo>
                  <a:cubicBezTo>
                    <a:pt x="30738" y="130318"/>
                    <a:pt x="29178" y="133437"/>
                    <a:pt x="27657" y="136557"/>
                  </a:cubicBezTo>
                  <a:cubicBezTo>
                    <a:pt x="26877" y="138174"/>
                    <a:pt x="26078" y="139790"/>
                    <a:pt x="25336" y="141426"/>
                  </a:cubicBezTo>
                  <a:cubicBezTo>
                    <a:pt x="25184" y="141788"/>
                    <a:pt x="25013" y="142111"/>
                    <a:pt x="24861" y="142472"/>
                  </a:cubicBezTo>
                  <a:cubicBezTo>
                    <a:pt x="24737" y="142705"/>
                    <a:pt x="24663" y="142937"/>
                    <a:pt x="24640" y="143191"/>
                  </a:cubicBezTo>
                  <a:lnTo>
                    <a:pt x="24640" y="143191"/>
                  </a:lnTo>
                  <a:cubicBezTo>
                    <a:pt x="24632" y="143221"/>
                    <a:pt x="24623" y="143267"/>
                    <a:pt x="24613" y="143328"/>
                  </a:cubicBezTo>
                  <a:cubicBezTo>
                    <a:pt x="24537" y="143537"/>
                    <a:pt x="24461" y="143747"/>
                    <a:pt x="24385" y="143937"/>
                  </a:cubicBezTo>
                  <a:cubicBezTo>
                    <a:pt x="24380" y="143951"/>
                    <a:pt x="24375" y="143964"/>
                    <a:pt x="24369" y="143976"/>
                  </a:cubicBezTo>
                  <a:lnTo>
                    <a:pt x="24369" y="143976"/>
                  </a:lnTo>
                  <a:cubicBezTo>
                    <a:pt x="24401" y="143949"/>
                    <a:pt x="24438" y="143918"/>
                    <a:pt x="24482" y="143884"/>
                  </a:cubicBezTo>
                  <a:lnTo>
                    <a:pt x="24482" y="143884"/>
                  </a:lnTo>
                  <a:cubicBezTo>
                    <a:pt x="24438" y="143922"/>
                    <a:pt x="24396" y="143963"/>
                    <a:pt x="24356" y="144005"/>
                  </a:cubicBezTo>
                  <a:lnTo>
                    <a:pt x="24356" y="144005"/>
                  </a:lnTo>
                  <a:cubicBezTo>
                    <a:pt x="24308" y="144100"/>
                    <a:pt x="24255" y="144146"/>
                    <a:pt x="24237" y="144146"/>
                  </a:cubicBezTo>
                  <a:cubicBezTo>
                    <a:pt x="24236" y="144146"/>
                    <a:pt x="24236" y="144146"/>
                    <a:pt x="24236" y="144146"/>
                  </a:cubicBezTo>
                  <a:lnTo>
                    <a:pt x="24236" y="144146"/>
                  </a:lnTo>
                  <a:cubicBezTo>
                    <a:pt x="23948" y="144525"/>
                    <a:pt x="23814" y="145031"/>
                    <a:pt x="23967" y="145630"/>
                  </a:cubicBezTo>
                  <a:cubicBezTo>
                    <a:pt x="23967" y="145649"/>
                    <a:pt x="23967" y="145649"/>
                    <a:pt x="23986" y="145668"/>
                  </a:cubicBezTo>
                  <a:cubicBezTo>
                    <a:pt x="24193" y="146468"/>
                    <a:pt x="24960" y="146988"/>
                    <a:pt x="25744" y="146988"/>
                  </a:cubicBezTo>
                  <a:cubicBezTo>
                    <a:pt x="26040" y="146988"/>
                    <a:pt x="26339" y="146914"/>
                    <a:pt x="26611" y="146752"/>
                  </a:cubicBezTo>
                  <a:cubicBezTo>
                    <a:pt x="27441" y="146235"/>
                    <a:pt x="27884" y="145033"/>
                    <a:pt x="28089" y="143999"/>
                  </a:cubicBezTo>
                  <a:lnTo>
                    <a:pt x="28089" y="143999"/>
                  </a:lnTo>
                  <a:cubicBezTo>
                    <a:pt x="38565" y="121104"/>
                    <a:pt x="53701" y="99132"/>
                    <a:pt x="54876" y="73180"/>
                  </a:cubicBezTo>
                  <a:cubicBezTo>
                    <a:pt x="55446" y="60512"/>
                    <a:pt x="52498" y="47711"/>
                    <a:pt x="45536" y="37059"/>
                  </a:cubicBezTo>
                  <a:cubicBezTo>
                    <a:pt x="42227" y="32019"/>
                    <a:pt x="38156" y="27530"/>
                    <a:pt x="33724" y="23497"/>
                  </a:cubicBezTo>
                  <a:cubicBezTo>
                    <a:pt x="28456" y="18704"/>
                    <a:pt x="23111" y="13987"/>
                    <a:pt x="17290" y="9916"/>
                  </a:cubicBezTo>
                  <a:cubicBezTo>
                    <a:pt x="14989" y="8300"/>
                    <a:pt x="12440" y="7044"/>
                    <a:pt x="10005" y="5637"/>
                  </a:cubicBezTo>
                  <a:cubicBezTo>
                    <a:pt x="7818" y="4343"/>
                    <a:pt x="5307" y="2955"/>
                    <a:pt x="3728" y="882"/>
                  </a:cubicBezTo>
                  <a:cubicBezTo>
                    <a:pt x="3324" y="347"/>
                    <a:pt x="2759" y="0"/>
                    <a:pt x="2150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63"/>
            <p:cNvSpPr/>
            <p:nvPr/>
          </p:nvSpPr>
          <p:spPr>
            <a:xfrm>
              <a:off x="-282387" y="1220572"/>
              <a:ext cx="1544612" cy="4096216"/>
            </a:xfrm>
            <a:custGeom>
              <a:rect b="b" l="l" r="r" t="t"/>
              <a:pathLst>
                <a:path extrusionOk="0" h="146989" w="55427">
                  <a:moveTo>
                    <a:pt x="2125" y="0"/>
                  </a:moveTo>
                  <a:cubicBezTo>
                    <a:pt x="1842" y="0"/>
                    <a:pt x="1549" y="73"/>
                    <a:pt x="1255" y="235"/>
                  </a:cubicBezTo>
                  <a:cubicBezTo>
                    <a:pt x="438" y="748"/>
                    <a:pt x="0" y="1966"/>
                    <a:pt x="571" y="2726"/>
                  </a:cubicBezTo>
                  <a:cubicBezTo>
                    <a:pt x="3880" y="7120"/>
                    <a:pt x="9358" y="9327"/>
                    <a:pt x="13923" y="12085"/>
                  </a:cubicBezTo>
                  <a:cubicBezTo>
                    <a:pt x="19820" y="15661"/>
                    <a:pt x="24841" y="20568"/>
                    <a:pt x="29996" y="25076"/>
                  </a:cubicBezTo>
                  <a:cubicBezTo>
                    <a:pt x="39088" y="32969"/>
                    <a:pt x="46259" y="42784"/>
                    <a:pt x="49359" y="54520"/>
                  </a:cubicBezTo>
                  <a:cubicBezTo>
                    <a:pt x="52631" y="67036"/>
                    <a:pt x="51490" y="80179"/>
                    <a:pt x="47780" y="92428"/>
                  </a:cubicBezTo>
                  <a:cubicBezTo>
                    <a:pt x="44109" y="104621"/>
                    <a:pt x="38080" y="115938"/>
                    <a:pt x="32317" y="127237"/>
                  </a:cubicBezTo>
                  <a:cubicBezTo>
                    <a:pt x="30719" y="130318"/>
                    <a:pt x="29140" y="133437"/>
                    <a:pt x="27618" y="136557"/>
                  </a:cubicBezTo>
                  <a:cubicBezTo>
                    <a:pt x="26839" y="138173"/>
                    <a:pt x="26059" y="139790"/>
                    <a:pt x="25317" y="141426"/>
                  </a:cubicBezTo>
                  <a:cubicBezTo>
                    <a:pt x="25146" y="141787"/>
                    <a:pt x="24994" y="142111"/>
                    <a:pt x="24841" y="142472"/>
                  </a:cubicBezTo>
                  <a:cubicBezTo>
                    <a:pt x="24710" y="142691"/>
                    <a:pt x="24646" y="142911"/>
                    <a:pt x="24623" y="143156"/>
                  </a:cubicBezTo>
                  <a:lnTo>
                    <a:pt x="24623" y="143156"/>
                  </a:lnTo>
                  <a:cubicBezTo>
                    <a:pt x="24613" y="143174"/>
                    <a:pt x="24597" y="143233"/>
                    <a:pt x="24575" y="143328"/>
                  </a:cubicBezTo>
                  <a:cubicBezTo>
                    <a:pt x="24518" y="143537"/>
                    <a:pt x="24442" y="143747"/>
                    <a:pt x="24366" y="143937"/>
                  </a:cubicBezTo>
                  <a:cubicBezTo>
                    <a:pt x="24361" y="143951"/>
                    <a:pt x="24355" y="143964"/>
                    <a:pt x="24350" y="143976"/>
                  </a:cubicBezTo>
                  <a:lnTo>
                    <a:pt x="24350" y="143976"/>
                  </a:lnTo>
                  <a:cubicBezTo>
                    <a:pt x="24441" y="143896"/>
                    <a:pt x="24585" y="143787"/>
                    <a:pt x="24803" y="143651"/>
                  </a:cubicBezTo>
                  <a:cubicBezTo>
                    <a:pt x="24807" y="143653"/>
                    <a:pt x="24810" y="143654"/>
                    <a:pt x="24814" y="143656"/>
                  </a:cubicBezTo>
                  <a:lnTo>
                    <a:pt x="24814" y="143656"/>
                  </a:lnTo>
                  <a:cubicBezTo>
                    <a:pt x="24630" y="143754"/>
                    <a:pt x="24463" y="143881"/>
                    <a:pt x="24322" y="144033"/>
                  </a:cubicBezTo>
                  <a:lnTo>
                    <a:pt x="24322" y="144033"/>
                  </a:lnTo>
                  <a:cubicBezTo>
                    <a:pt x="24285" y="144096"/>
                    <a:pt x="24248" y="144133"/>
                    <a:pt x="24227" y="144143"/>
                  </a:cubicBezTo>
                  <a:lnTo>
                    <a:pt x="24227" y="144143"/>
                  </a:lnTo>
                  <a:cubicBezTo>
                    <a:pt x="24257" y="144105"/>
                    <a:pt x="24289" y="144068"/>
                    <a:pt x="24322" y="144033"/>
                  </a:cubicBezTo>
                  <a:lnTo>
                    <a:pt x="24322" y="144033"/>
                  </a:lnTo>
                  <a:cubicBezTo>
                    <a:pt x="24331" y="144016"/>
                    <a:pt x="24341" y="143997"/>
                    <a:pt x="24350" y="143976"/>
                  </a:cubicBezTo>
                  <a:lnTo>
                    <a:pt x="24350" y="143976"/>
                  </a:lnTo>
                  <a:cubicBezTo>
                    <a:pt x="24222" y="144088"/>
                    <a:pt x="24198" y="144146"/>
                    <a:pt x="24217" y="144146"/>
                  </a:cubicBezTo>
                  <a:cubicBezTo>
                    <a:pt x="24220" y="144146"/>
                    <a:pt x="24223" y="144145"/>
                    <a:pt x="24227" y="144143"/>
                  </a:cubicBezTo>
                  <a:lnTo>
                    <a:pt x="24227" y="144143"/>
                  </a:lnTo>
                  <a:cubicBezTo>
                    <a:pt x="23932" y="144521"/>
                    <a:pt x="23793" y="145029"/>
                    <a:pt x="23947" y="145630"/>
                  </a:cubicBezTo>
                  <a:cubicBezTo>
                    <a:pt x="23947" y="145649"/>
                    <a:pt x="23947" y="145649"/>
                    <a:pt x="23966" y="145687"/>
                  </a:cubicBezTo>
                  <a:cubicBezTo>
                    <a:pt x="24173" y="146472"/>
                    <a:pt x="24940" y="146989"/>
                    <a:pt x="25715" y="146989"/>
                  </a:cubicBezTo>
                  <a:cubicBezTo>
                    <a:pt x="26009" y="146989"/>
                    <a:pt x="26305" y="146914"/>
                    <a:pt x="26572" y="146752"/>
                  </a:cubicBezTo>
                  <a:cubicBezTo>
                    <a:pt x="27418" y="146235"/>
                    <a:pt x="27864" y="145034"/>
                    <a:pt x="28070" y="143999"/>
                  </a:cubicBezTo>
                  <a:lnTo>
                    <a:pt x="28070" y="143999"/>
                  </a:lnTo>
                  <a:cubicBezTo>
                    <a:pt x="38546" y="121104"/>
                    <a:pt x="53663" y="99132"/>
                    <a:pt x="54856" y="73179"/>
                  </a:cubicBezTo>
                  <a:cubicBezTo>
                    <a:pt x="55427" y="60512"/>
                    <a:pt x="52479" y="47730"/>
                    <a:pt x="45498" y="37078"/>
                  </a:cubicBezTo>
                  <a:cubicBezTo>
                    <a:pt x="42207" y="32037"/>
                    <a:pt x="38137" y="27530"/>
                    <a:pt x="33686" y="23497"/>
                  </a:cubicBezTo>
                  <a:cubicBezTo>
                    <a:pt x="28436" y="18723"/>
                    <a:pt x="23091" y="13987"/>
                    <a:pt x="17252" y="9916"/>
                  </a:cubicBezTo>
                  <a:cubicBezTo>
                    <a:pt x="14951" y="8300"/>
                    <a:pt x="12402" y="7044"/>
                    <a:pt x="9986" y="5637"/>
                  </a:cubicBezTo>
                  <a:cubicBezTo>
                    <a:pt x="7799" y="4362"/>
                    <a:pt x="5269" y="2955"/>
                    <a:pt x="3709" y="881"/>
                  </a:cubicBezTo>
                  <a:cubicBezTo>
                    <a:pt x="3305" y="347"/>
                    <a:pt x="2740" y="0"/>
                    <a:pt x="2125" y="0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63"/>
            <p:cNvSpPr/>
            <p:nvPr/>
          </p:nvSpPr>
          <p:spPr>
            <a:xfrm>
              <a:off x="-519875" y="1243870"/>
              <a:ext cx="1545169" cy="4096244"/>
            </a:xfrm>
            <a:custGeom>
              <a:rect b="b" l="l" r="r" t="t"/>
              <a:pathLst>
                <a:path extrusionOk="0" h="146990" w="55447">
                  <a:moveTo>
                    <a:pt x="24823" y="143652"/>
                  </a:moveTo>
                  <a:cubicBezTo>
                    <a:pt x="24823" y="143652"/>
                    <a:pt x="24823" y="143652"/>
                    <a:pt x="24823" y="143652"/>
                  </a:cubicBezTo>
                  <a:lnTo>
                    <a:pt x="24823" y="143652"/>
                  </a:lnTo>
                  <a:cubicBezTo>
                    <a:pt x="24823" y="143653"/>
                    <a:pt x="24822" y="143653"/>
                    <a:pt x="24822" y="143653"/>
                  </a:cubicBezTo>
                  <a:lnTo>
                    <a:pt x="24822" y="143653"/>
                  </a:lnTo>
                  <a:cubicBezTo>
                    <a:pt x="24822" y="143653"/>
                    <a:pt x="24823" y="143653"/>
                    <a:pt x="24823" y="143652"/>
                  </a:cubicBezTo>
                  <a:close/>
                  <a:moveTo>
                    <a:pt x="24398" y="143953"/>
                  </a:moveTo>
                  <a:cubicBezTo>
                    <a:pt x="24250" y="144078"/>
                    <a:pt x="24219" y="144143"/>
                    <a:pt x="24240" y="144147"/>
                  </a:cubicBezTo>
                  <a:lnTo>
                    <a:pt x="24240" y="144147"/>
                  </a:lnTo>
                  <a:cubicBezTo>
                    <a:pt x="24284" y="144088"/>
                    <a:pt x="24333" y="144033"/>
                    <a:pt x="24385" y="143981"/>
                  </a:cubicBezTo>
                  <a:lnTo>
                    <a:pt x="24385" y="143981"/>
                  </a:lnTo>
                  <a:cubicBezTo>
                    <a:pt x="24389" y="143972"/>
                    <a:pt x="24394" y="143962"/>
                    <a:pt x="24398" y="143953"/>
                  </a:cubicBezTo>
                  <a:close/>
                  <a:moveTo>
                    <a:pt x="2159" y="1"/>
                  </a:moveTo>
                  <a:cubicBezTo>
                    <a:pt x="1879" y="1"/>
                    <a:pt x="1587" y="74"/>
                    <a:pt x="1294" y="236"/>
                  </a:cubicBezTo>
                  <a:cubicBezTo>
                    <a:pt x="457" y="711"/>
                    <a:pt x="1" y="1928"/>
                    <a:pt x="590" y="2689"/>
                  </a:cubicBezTo>
                  <a:cubicBezTo>
                    <a:pt x="3900" y="7083"/>
                    <a:pt x="9397" y="9309"/>
                    <a:pt x="13962" y="12067"/>
                  </a:cubicBezTo>
                  <a:cubicBezTo>
                    <a:pt x="19859" y="15623"/>
                    <a:pt x="24880" y="20550"/>
                    <a:pt x="30035" y="25039"/>
                  </a:cubicBezTo>
                  <a:cubicBezTo>
                    <a:pt x="39127" y="32951"/>
                    <a:pt x="46317" y="42747"/>
                    <a:pt x="49398" y="54521"/>
                  </a:cubicBezTo>
                  <a:cubicBezTo>
                    <a:pt x="52669" y="67037"/>
                    <a:pt x="51528" y="80180"/>
                    <a:pt x="47819" y="92429"/>
                  </a:cubicBezTo>
                  <a:cubicBezTo>
                    <a:pt x="44129" y="104622"/>
                    <a:pt x="38119" y="115939"/>
                    <a:pt x="32336" y="127237"/>
                  </a:cubicBezTo>
                  <a:cubicBezTo>
                    <a:pt x="30757" y="130319"/>
                    <a:pt x="29179" y="133438"/>
                    <a:pt x="27657" y="136558"/>
                  </a:cubicBezTo>
                  <a:cubicBezTo>
                    <a:pt x="26877" y="138174"/>
                    <a:pt x="26097" y="139791"/>
                    <a:pt x="25356" y="141427"/>
                  </a:cubicBezTo>
                  <a:cubicBezTo>
                    <a:pt x="25184" y="141788"/>
                    <a:pt x="25013" y="142112"/>
                    <a:pt x="24880" y="142473"/>
                  </a:cubicBezTo>
                  <a:cubicBezTo>
                    <a:pt x="24733" y="142718"/>
                    <a:pt x="24656" y="142963"/>
                    <a:pt x="24637" y="143232"/>
                  </a:cubicBezTo>
                  <a:lnTo>
                    <a:pt x="24637" y="143232"/>
                  </a:lnTo>
                  <a:cubicBezTo>
                    <a:pt x="24631" y="143258"/>
                    <a:pt x="24623" y="143291"/>
                    <a:pt x="24614" y="143329"/>
                  </a:cubicBezTo>
                  <a:cubicBezTo>
                    <a:pt x="24538" y="143538"/>
                    <a:pt x="24481" y="143747"/>
                    <a:pt x="24405" y="143938"/>
                  </a:cubicBezTo>
                  <a:cubicBezTo>
                    <a:pt x="24402" y="143943"/>
                    <a:pt x="24400" y="143948"/>
                    <a:pt x="24398" y="143953"/>
                  </a:cubicBezTo>
                  <a:lnTo>
                    <a:pt x="24398" y="143953"/>
                  </a:lnTo>
                  <a:cubicBezTo>
                    <a:pt x="24434" y="143922"/>
                    <a:pt x="24478" y="143888"/>
                    <a:pt x="24529" y="143850"/>
                  </a:cubicBezTo>
                  <a:lnTo>
                    <a:pt x="24529" y="143850"/>
                  </a:lnTo>
                  <a:cubicBezTo>
                    <a:pt x="24479" y="143891"/>
                    <a:pt x="24431" y="143934"/>
                    <a:pt x="24385" y="143981"/>
                  </a:cubicBezTo>
                  <a:lnTo>
                    <a:pt x="24385" y="143981"/>
                  </a:lnTo>
                  <a:cubicBezTo>
                    <a:pt x="24329" y="144092"/>
                    <a:pt x="24263" y="144147"/>
                    <a:pt x="24241" y="144147"/>
                  </a:cubicBezTo>
                  <a:cubicBezTo>
                    <a:pt x="24241" y="144147"/>
                    <a:pt x="24240" y="144147"/>
                    <a:pt x="24240" y="144147"/>
                  </a:cubicBezTo>
                  <a:lnTo>
                    <a:pt x="24240" y="144147"/>
                  </a:lnTo>
                  <a:cubicBezTo>
                    <a:pt x="23950" y="144525"/>
                    <a:pt x="23815" y="145032"/>
                    <a:pt x="23967" y="145631"/>
                  </a:cubicBezTo>
                  <a:cubicBezTo>
                    <a:pt x="23967" y="145650"/>
                    <a:pt x="23967" y="145650"/>
                    <a:pt x="24005" y="145669"/>
                  </a:cubicBezTo>
                  <a:cubicBezTo>
                    <a:pt x="24212" y="146469"/>
                    <a:pt x="24980" y="146989"/>
                    <a:pt x="25756" y="146989"/>
                  </a:cubicBezTo>
                  <a:cubicBezTo>
                    <a:pt x="26050" y="146989"/>
                    <a:pt x="26345" y="146915"/>
                    <a:pt x="26611" y="146753"/>
                  </a:cubicBezTo>
                  <a:cubicBezTo>
                    <a:pt x="27470" y="146228"/>
                    <a:pt x="27903" y="144998"/>
                    <a:pt x="28111" y="143953"/>
                  </a:cubicBezTo>
                  <a:lnTo>
                    <a:pt x="28111" y="143953"/>
                  </a:lnTo>
                  <a:cubicBezTo>
                    <a:pt x="38605" y="121075"/>
                    <a:pt x="53702" y="99115"/>
                    <a:pt x="54876" y="73180"/>
                  </a:cubicBezTo>
                  <a:cubicBezTo>
                    <a:pt x="55447" y="60513"/>
                    <a:pt x="52498" y="47712"/>
                    <a:pt x="45537" y="37060"/>
                  </a:cubicBezTo>
                  <a:cubicBezTo>
                    <a:pt x="42227" y="32019"/>
                    <a:pt x="38176" y="27530"/>
                    <a:pt x="33725" y="23498"/>
                  </a:cubicBezTo>
                  <a:cubicBezTo>
                    <a:pt x="28475" y="18705"/>
                    <a:pt x="23111" y="13988"/>
                    <a:pt x="17291" y="9917"/>
                  </a:cubicBezTo>
                  <a:cubicBezTo>
                    <a:pt x="14989" y="8300"/>
                    <a:pt x="12440" y="7045"/>
                    <a:pt x="10025" y="5638"/>
                  </a:cubicBezTo>
                  <a:cubicBezTo>
                    <a:pt x="7837" y="4344"/>
                    <a:pt x="5308" y="2956"/>
                    <a:pt x="3748" y="882"/>
                  </a:cubicBezTo>
                  <a:cubicBezTo>
                    <a:pt x="3331" y="348"/>
                    <a:pt x="2771" y="1"/>
                    <a:pt x="2159" y="1"/>
                  </a:cubicBezTo>
                  <a:close/>
                </a:path>
              </a:pathLst>
            </a:custGeom>
            <a:solidFill>
              <a:srgbClr val="DB4F4D">
                <a:alpha val="95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8" name="Google Shape;10268;p63"/>
          <p:cNvGrpSpPr/>
          <p:nvPr/>
        </p:nvGrpSpPr>
        <p:grpSpPr>
          <a:xfrm rot="-2951737">
            <a:off x="-232287" y="3639434"/>
            <a:ext cx="1149097" cy="1138589"/>
            <a:chOff x="581988" y="3891200"/>
            <a:chExt cx="945850" cy="937200"/>
          </a:xfrm>
        </p:grpSpPr>
        <p:sp>
          <p:nvSpPr>
            <p:cNvPr id="10269" name="Google Shape;10269;p63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63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63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63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63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63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63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63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63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63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63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63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63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63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63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63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63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63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63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63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63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63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63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63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63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63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63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63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63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63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63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63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63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63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63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63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63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63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63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63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63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63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63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63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63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63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63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63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63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63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63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63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1" name="Google Shape;10321;p63"/>
          <p:cNvGrpSpPr/>
          <p:nvPr/>
        </p:nvGrpSpPr>
        <p:grpSpPr>
          <a:xfrm rot="6538712">
            <a:off x="418688" y="4322470"/>
            <a:ext cx="1069999" cy="1045058"/>
            <a:chOff x="297527" y="0"/>
            <a:chExt cx="1070045" cy="1045102"/>
          </a:xfrm>
        </p:grpSpPr>
        <p:sp>
          <p:nvSpPr>
            <p:cNvPr id="10322" name="Google Shape;10322;p63"/>
            <p:cNvSpPr/>
            <p:nvPr/>
          </p:nvSpPr>
          <p:spPr>
            <a:xfrm>
              <a:off x="385096" y="65115"/>
              <a:ext cx="864375" cy="791983"/>
            </a:xfrm>
            <a:custGeom>
              <a:rect b="b" l="l" r="r" t="t"/>
              <a:pathLst>
                <a:path extrusionOk="0" h="29593" w="32298">
                  <a:moveTo>
                    <a:pt x="16757" y="1"/>
                  </a:moveTo>
                  <a:cubicBezTo>
                    <a:pt x="16170" y="1"/>
                    <a:pt x="15586" y="65"/>
                    <a:pt x="15027" y="213"/>
                  </a:cubicBezTo>
                  <a:cubicBezTo>
                    <a:pt x="11755" y="1107"/>
                    <a:pt x="6810" y="4131"/>
                    <a:pt x="4927" y="5767"/>
                  </a:cubicBezTo>
                  <a:cubicBezTo>
                    <a:pt x="3025" y="7383"/>
                    <a:pt x="2435" y="10693"/>
                    <a:pt x="1884" y="12043"/>
                  </a:cubicBezTo>
                  <a:cubicBezTo>
                    <a:pt x="1332" y="13413"/>
                    <a:pt x="723" y="16513"/>
                    <a:pt x="362" y="18948"/>
                  </a:cubicBezTo>
                  <a:cubicBezTo>
                    <a:pt x="0" y="21345"/>
                    <a:pt x="1009" y="25719"/>
                    <a:pt x="3710" y="28173"/>
                  </a:cubicBezTo>
                  <a:cubicBezTo>
                    <a:pt x="4942" y="29274"/>
                    <a:pt x="6684" y="29592"/>
                    <a:pt x="8409" y="29592"/>
                  </a:cubicBezTo>
                  <a:cubicBezTo>
                    <a:pt x="10438" y="29592"/>
                    <a:pt x="12442" y="29152"/>
                    <a:pt x="13562" y="29029"/>
                  </a:cubicBezTo>
                  <a:cubicBezTo>
                    <a:pt x="15617" y="28782"/>
                    <a:pt x="18337" y="25168"/>
                    <a:pt x="20429" y="23893"/>
                  </a:cubicBezTo>
                  <a:cubicBezTo>
                    <a:pt x="22521" y="22581"/>
                    <a:pt x="23263" y="19519"/>
                    <a:pt x="25165" y="18701"/>
                  </a:cubicBezTo>
                  <a:cubicBezTo>
                    <a:pt x="27067" y="17902"/>
                    <a:pt x="30814" y="14744"/>
                    <a:pt x="31556" y="12709"/>
                  </a:cubicBezTo>
                  <a:cubicBezTo>
                    <a:pt x="32298" y="10693"/>
                    <a:pt x="29369" y="5291"/>
                    <a:pt x="28418" y="3998"/>
                  </a:cubicBezTo>
                  <a:cubicBezTo>
                    <a:pt x="27467" y="2685"/>
                    <a:pt x="24043" y="2799"/>
                    <a:pt x="22825" y="1905"/>
                  </a:cubicBezTo>
                  <a:cubicBezTo>
                    <a:pt x="21839" y="1166"/>
                    <a:pt x="19266" y="1"/>
                    <a:pt x="167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63"/>
            <p:cNvSpPr/>
            <p:nvPr/>
          </p:nvSpPr>
          <p:spPr>
            <a:xfrm>
              <a:off x="1045853" y="536391"/>
              <a:ext cx="253013" cy="242870"/>
            </a:xfrm>
            <a:custGeom>
              <a:rect b="b" l="l" r="r" t="t"/>
              <a:pathLst>
                <a:path extrusionOk="0" h="9075" w="9454">
                  <a:moveTo>
                    <a:pt x="7193" y="1"/>
                  </a:moveTo>
                  <a:cubicBezTo>
                    <a:pt x="6298" y="1"/>
                    <a:pt x="5104" y="600"/>
                    <a:pt x="3748" y="1339"/>
                  </a:cubicBezTo>
                  <a:cubicBezTo>
                    <a:pt x="1846" y="2385"/>
                    <a:pt x="362" y="4268"/>
                    <a:pt x="191" y="5923"/>
                  </a:cubicBezTo>
                  <a:cubicBezTo>
                    <a:pt x="0" y="7597"/>
                    <a:pt x="1313" y="8852"/>
                    <a:pt x="3443" y="9061"/>
                  </a:cubicBezTo>
                  <a:cubicBezTo>
                    <a:pt x="3531" y="9070"/>
                    <a:pt x="3618" y="9074"/>
                    <a:pt x="3705" y="9074"/>
                  </a:cubicBezTo>
                  <a:cubicBezTo>
                    <a:pt x="5746" y="9074"/>
                    <a:pt x="7535" y="6778"/>
                    <a:pt x="8484" y="5409"/>
                  </a:cubicBezTo>
                  <a:cubicBezTo>
                    <a:pt x="9454" y="3983"/>
                    <a:pt x="9207" y="1986"/>
                    <a:pt x="8408" y="673"/>
                  </a:cubicBezTo>
                  <a:cubicBezTo>
                    <a:pt x="8117" y="196"/>
                    <a:pt x="7704" y="1"/>
                    <a:pt x="719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63"/>
            <p:cNvSpPr/>
            <p:nvPr/>
          </p:nvSpPr>
          <p:spPr>
            <a:xfrm>
              <a:off x="779612" y="377015"/>
              <a:ext cx="106595" cy="76032"/>
            </a:xfrm>
            <a:custGeom>
              <a:rect b="b" l="l" r="r" t="t"/>
              <a:pathLst>
                <a:path extrusionOk="0" h="2841" w="3983">
                  <a:moveTo>
                    <a:pt x="1669" y="0"/>
                  </a:moveTo>
                  <a:cubicBezTo>
                    <a:pt x="1467" y="0"/>
                    <a:pt x="1273" y="44"/>
                    <a:pt x="1104" y="142"/>
                  </a:cubicBezTo>
                  <a:cubicBezTo>
                    <a:pt x="1" y="751"/>
                    <a:pt x="647" y="2082"/>
                    <a:pt x="1180" y="2634"/>
                  </a:cubicBezTo>
                  <a:cubicBezTo>
                    <a:pt x="1314" y="2778"/>
                    <a:pt x="1470" y="2840"/>
                    <a:pt x="1642" y="2840"/>
                  </a:cubicBezTo>
                  <a:cubicBezTo>
                    <a:pt x="2128" y="2840"/>
                    <a:pt x="2739" y="2340"/>
                    <a:pt x="3329" y="1778"/>
                  </a:cubicBezTo>
                  <a:cubicBezTo>
                    <a:pt x="3983" y="1156"/>
                    <a:pt x="2713" y="0"/>
                    <a:pt x="166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63"/>
            <p:cNvSpPr/>
            <p:nvPr/>
          </p:nvSpPr>
          <p:spPr>
            <a:xfrm>
              <a:off x="771476" y="368558"/>
              <a:ext cx="106675" cy="76113"/>
            </a:xfrm>
            <a:custGeom>
              <a:rect b="b" l="l" r="r" t="t"/>
              <a:pathLst>
                <a:path extrusionOk="0" h="2844" w="3986">
                  <a:moveTo>
                    <a:pt x="1653" y="1"/>
                  </a:moveTo>
                  <a:cubicBezTo>
                    <a:pt x="1457" y="1"/>
                    <a:pt x="1269" y="42"/>
                    <a:pt x="1103" y="135"/>
                  </a:cubicBezTo>
                  <a:cubicBezTo>
                    <a:pt x="0" y="763"/>
                    <a:pt x="647" y="2094"/>
                    <a:pt x="1161" y="2646"/>
                  </a:cubicBezTo>
                  <a:cubicBezTo>
                    <a:pt x="1299" y="2784"/>
                    <a:pt x="1457" y="2844"/>
                    <a:pt x="1630" y="2844"/>
                  </a:cubicBezTo>
                  <a:cubicBezTo>
                    <a:pt x="2125" y="2844"/>
                    <a:pt x="2737" y="2353"/>
                    <a:pt x="3329" y="1790"/>
                  </a:cubicBezTo>
                  <a:cubicBezTo>
                    <a:pt x="3986" y="1165"/>
                    <a:pt x="2700" y="1"/>
                    <a:pt x="165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63"/>
            <p:cNvSpPr/>
            <p:nvPr/>
          </p:nvSpPr>
          <p:spPr>
            <a:xfrm>
              <a:off x="834584" y="616253"/>
              <a:ext cx="87620" cy="66237"/>
            </a:xfrm>
            <a:custGeom>
              <a:rect b="b" l="l" r="r" t="t"/>
              <a:pathLst>
                <a:path extrusionOk="0" h="2475" w="3274">
                  <a:moveTo>
                    <a:pt x="1270" y="1"/>
                  </a:moveTo>
                  <a:cubicBezTo>
                    <a:pt x="1153" y="1"/>
                    <a:pt x="1040" y="16"/>
                    <a:pt x="933" y="48"/>
                  </a:cubicBezTo>
                  <a:cubicBezTo>
                    <a:pt x="1" y="333"/>
                    <a:pt x="419" y="1665"/>
                    <a:pt x="933" y="2254"/>
                  </a:cubicBezTo>
                  <a:cubicBezTo>
                    <a:pt x="1059" y="2410"/>
                    <a:pt x="1212" y="2475"/>
                    <a:pt x="1378" y="2475"/>
                  </a:cubicBezTo>
                  <a:cubicBezTo>
                    <a:pt x="1860" y="2475"/>
                    <a:pt x="2453" y="1927"/>
                    <a:pt x="2835" y="1474"/>
                  </a:cubicBezTo>
                  <a:cubicBezTo>
                    <a:pt x="3274" y="917"/>
                    <a:pt x="2185" y="1"/>
                    <a:pt x="127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63"/>
            <p:cNvSpPr/>
            <p:nvPr/>
          </p:nvSpPr>
          <p:spPr>
            <a:xfrm>
              <a:off x="826448" y="607635"/>
              <a:ext cx="87139" cy="66719"/>
            </a:xfrm>
            <a:custGeom>
              <a:rect b="b" l="l" r="r" t="t"/>
              <a:pathLst>
                <a:path extrusionOk="0" h="2493" w="3256">
                  <a:moveTo>
                    <a:pt x="1245" y="0"/>
                  </a:moveTo>
                  <a:cubicBezTo>
                    <a:pt x="1131" y="0"/>
                    <a:pt x="1019" y="15"/>
                    <a:pt x="914" y="47"/>
                  </a:cubicBezTo>
                  <a:cubicBezTo>
                    <a:pt x="1" y="332"/>
                    <a:pt x="419" y="1663"/>
                    <a:pt x="914" y="2272"/>
                  </a:cubicBezTo>
                  <a:cubicBezTo>
                    <a:pt x="1040" y="2427"/>
                    <a:pt x="1193" y="2492"/>
                    <a:pt x="1360" y="2492"/>
                  </a:cubicBezTo>
                  <a:cubicBezTo>
                    <a:pt x="1847" y="2492"/>
                    <a:pt x="2447" y="1940"/>
                    <a:pt x="2816" y="1473"/>
                  </a:cubicBezTo>
                  <a:cubicBezTo>
                    <a:pt x="3255" y="932"/>
                    <a:pt x="2162" y="0"/>
                    <a:pt x="124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63"/>
            <p:cNvSpPr/>
            <p:nvPr/>
          </p:nvSpPr>
          <p:spPr>
            <a:xfrm>
              <a:off x="474057" y="578276"/>
              <a:ext cx="62143" cy="36932"/>
            </a:xfrm>
            <a:custGeom>
              <a:rect b="b" l="l" r="r" t="t"/>
              <a:pathLst>
                <a:path extrusionOk="0" h="1380" w="2322">
                  <a:moveTo>
                    <a:pt x="1102" y="1"/>
                  </a:moveTo>
                  <a:cubicBezTo>
                    <a:pt x="1007" y="1"/>
                    <a:pt x="913" y="25"/>
                    <a:pt x="823" y="78"/>
                  </a:cubicBezTo>
                  <a:cubicBezTo>
                    <a:pt x="0" y="578"/>
                    <a:pt x="463" y="1379"/>
                    <a:pt x="1168" y="1379"/>
                  </a:cubicBezTo>
                  <a:cubicBezTo>
                    <a:pt x="1295" y="1379"/>
                    <a:pt x="1429" y="1354"/>
                    <a:pt x="1565" y="1296"/>
                  </a:cubicBezTo>
                  <a:cubicBezTo>
                    <a:pt x="2322" y="983"/>
                    <a:pt x="1712" y="1"/>
                    <a:pt x="1102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63"/>
            <p:cNvSpPr/>
            <p:nvPr/>
          </p:nvSpPr>
          <p:spPr>
            <a:xfrm>
              <a:off x="465546" y="570140"/>
              <a:ext cx="63026" cy="36905"/>
            </a:xfrm>
            <a:custGeom>
              <a:rect b="b" l="l" r="r" t="t"/>
              <a:pathLst>
                <a:path extrusionOk="0" h="1379" w="2355">
                  <a:moveTo>
                    <a:pt x="1135" y="0"/>
                  </a:moveTo>
                  <a:cubicBezTo>
                    <a:pt x="1040" y="0"/>
                    <a:pt x="945" y="24"/>
                    <a:pt x="856" y="78"/>
                  </a:cubicBezTo>
                  <a:cubicBezTo>
                    <a:pt x="1" y="578"/>
                    <a:pt x="473" y="1379"/>
                    <a:pt x="1193" y="1379"/>
                  </a:cubicBezTo>
                  <a:cubicBezTo>
                    <a:pt x="1322" y="1379"/>
                    <a:pt x="1459" y="1353"/>
                    <a:pt x="1597" y="1295"/>
                  </a:cubicBezTo>
                  <a:cubicBezTo>
                    <a:pt x="2355" y="983"/>
                    <a:pt x="1744" y="0"/>
                    <a:pt x="113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63"/>
            <p:cNvSpPr/>
            <p:nvPr/>
          </p:nvSpPr>
          <p:spPr>
            <a:xfrm>
              <a:off x="640684" y="214401"/>
              <a:ext cx="73195" cy="31366"/>
            </a:xfrm>
            <a:custGeom>
              <a:rect b="b" l="l" r="r" t="t"/>
              <a:pathLst>
                <a:path extrusionOk="0" h="1172" w="2735">
                  <a:moveTo>
                    <a:pt x="1229" y="1"/>
                  </a:moveTo>
                  <a:cubicBezTo>
                    <a:pt x="1048" y="1"/>
                    <a:pt x="867" y="45"/>
                    <a:pt x="703" y="151"/>
                  </a:cubicBezTo>
                  <a:cubicBezTo>
                    <a:pt x="0" y="603"/>
                    <a:pt x="694" y="1171"/>
                    <a:pt x="1481" y="1171"/>
                  </a:cubicBezTo>
                  <a:cubicBezTo>
                    <a:pt x="1653" y="1171"/>
                    <a:pt x="1829" y="1144"/>
                    <a:pt x="1996" y="1083"/>
                  </a:cubicBezTo>
                  <a:cubicBezTo>
                    <a:pt x="2734" y="790"/>
                    <a:pt x="1993" y="1"/>
                    <a:pt x="122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63"/>
            <p:cNvSpPr/>
            <p:nvPr/>
          </p:nvSpPr>
          <p:spPr>
            <a:xfrm>
              <a:off x="632629" y="206265"/>
              <a:ext cx="73008" cy="31018"/>
            </a:xfrm>
            <a:custGeom>
              <a:rect b="b" l="l" r="r" t="t"/>
              <a:pathLst>
                <a:path extrusionOk="0" h="1159" w="2728">
                  <a:moveTo>
                    <a:pt x="1227" y="0"/>
                  </a:moveTo>
                  <a:cubicBezTo>
                    <a:pt x="1046" y="0"/>
                    <a:pt x="863" y="44"/>
                    <a:pt x="699" y="150"/>
                  </a:cubicBezTo>
                  <a:cubicBezTo>
                    <a:pt x="1" y="585"/>
                    <a:pt x="683" y="1159"/>
                    <a:pt x="1454" y="1159"/>
                  </a:cubicBezTo>
                  <a:cubicBezTo>
                    <a:pt x="1628" y="1159"/>
                    <a:pt x="1806" y="1130"/>
                    <a:pt x="1974" y="1063"/>
                  </a:cubicBezTo>
                  <a:cubicBezTo>
                    <a:pt x="2727" y="787"/>
                    <a:pt x="1989" y="0"/>
                    <a:pt x="122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63"/>
            <p:cNvSpPr/>
            <p:nvPr/>
          </p:nvSpPr>
          <p:spPr>
            <a:xfrm>
              <a:off x="1060626" y="226552"/>
              <a:ext cx="86791" cy="58824"/>
            </a:xfrm>
            <a:custGeom>
              <a:rect b="b" l="l" r="r" t="t"/>
              <a:pathLst>
                <a:path extrusionOk="0" h="2198" w="3243">
                  <a:moveTo>
                    <a:pt x="1730" y="1"/>
                  </a:moveTo>
                  <a:cubicBezTo>
                    <a:pt x="1304" y="1"/>
                    <a:pt x="916" y="104"/>
                    <a:pt x="780" y="305"/>
                  </a:cubicBezTo>
                  <a:cubicBezTo>
                    <a:pt x="0" y="1485"/>
                    <a:pt x="856" y="1504"/>
                    <a:pt x="1427" y="2017"/>
                  </a:cubicBezTo>
                  <a:cubicBezTo>
                    <a:pt x="1552" y="2142"/>
                    <a:pt x="1710" y="2198"/>
                    <a:pt x="1881" y="2198"/>
                  </a:cubicBezTo>
                  <a:cubicBezTo>
                    <a:pt x="2437" y="2198"/>
                    <a:pt x="3123" y="1604"/>
                    <a:pt x="3196" y="876"/>
                  </a:cubicBezTo>
                  <a:cubicBezTo>
                    <a:pt x="3243" y="283"/>
                    <a:pt x="2434" y="1"/>
                    <a:pt x="17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63"/>
            <p:cNvSpPr/>
            <p:nvPr/>
          </p:nvSpPr>
          <p:spPr>
            <a:xfrm>
              <a:off x="1051955" y="218202"/>
              <a:ext cx="87326" cy="58824"/>
            </a:xfrm>
            <a:custGeom>
              <a:rect b="b" l="l" r="r" t="t"/>
              <a:pathLst>
                <a:path extrusionOk="0" h="2198" w="3263">
                  <a:moveTo>
                    <a:pt x="1738" y="0"/>
                  </a:moveTo>
                  <a:cubicBezTo>
                    <a:pt x="1313" y="0"/>
                    <a:pt x="928" y="106"/>
                    <a:pt x="800" y="313"/>
                  </a:cubicBezTo>
                  <a:cubicBezTo>
                    <a:pt x="1" y="1473"/>
                    <a:pt x="857" y="1511"/>
                    <a:pt x="1427" y="2025"/>
                  </a:cubicBezTo>
                  <a:cubicBezTo>
                    <a:pt x="1556" y="2144"/>
                    <a:pt x="1716" y="2198"/>
                    <a:pt x="1887" y="2198"/>
                  </a:cubicBezTo>
                  <a:cubicBezTo>
                    <a:pt x="2453" y="2198"/>
                    <a:pt x="3142" y="1613"/>
                    <a:pt x="3215" y="884"/>
                  </a:cubicBezTo>
                  <a:cubicBezTo>
                    <a:pt x="3263" y="290"/>
                    <a:pt x="2444" y="0"/>
                    <a:pt x="173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63"/>
            <p:cNvSpPr/>
            <p:nvPr/>
          </p:nvSpPr>
          <p:spPr>
            <a:xfrm>
              <a:off x="1144877" y="650831"/>
              <a:ext cx="67549" cy="41080"/>
            </a:xfrm>
            <a:custGeom>
              <a:rect b="b" l="l" r="r" t="t"/>
              <a:pathLst>
                <a:path extrusionOk="0" h="1535" w="2524">
                  <a:moveTo>
                    <a:pt x="788" y="1"/>
                  </a:moveTo>
                  <a:cubicBezTo>
                    <a:pt x="477" y="1"/>
                    <a:pt x="227" y="96"/>
                    <a:pt x="181" y="316"/>
                  </a:cubicBezTo>
                  <a:cubicBezTo>
                    <a:pt x="0" y="1000"/>
                    <a:pt x="730" y="1535"/>
                    <a:pt x="1379" y="1535"/>
                  </a:cubicBezTo>
                  <a:cubicBezTo>
                    <a:pt x="1686" y="1535"/>
                    <a:pt x="1975" y="1415"/>
                    <a:pt x="2140" y="1133"/>
                  </a:cubicBezTo>
                  <a:cubicBezTo>
                    <a:pt x="2524" y="498"/>
                    <a:pt x="1498" y="1"/>
                    <a:pt x="78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63"/>
            <p:cNvSpPr/>
            <p:nvPr/>
          </p:nvSpPr>
          <p:spPr>
            <a:xfrm>
              <a:off x="1136553" y="642695"/>
              <a:ext cx="67709" cy="40813"/>
            </a:xfrm>
            <a:custGeom>
              <a:rect b="b" l="l" r="r" t="t"/>
              <a:pathLst>
                <a:path extrusionOk="0" h="1525" w="2530">
                  <a:moveTo>
                    <a:pt x="791" y="0"/>
                  </a:moveTo>
                  <a:cubicBezTo>
                    <a:pt x="476" y="0"/>
                    <a:pt x="221" y="95"/>
                    <a:pt x="168" y="315"/>
                  </a:cubicBezTo>
                  <a:cubicBezTo>
                    <a:pt x="1" y="985"/>
                    <a:pt x="733" y="1525"/>
                    <a:pt x="1382" y="1525"/>
                  </a:cubicBezTo>
                  <a:cubicBezTo>
                    <a:pt x="1691" y="1525"/>
                    <a:pt x="1981" y="1402"/>
                    <a:pt x="2147" y="1114"/>
                  </a:cubicBezTo>
                  <a:cubicBezTo>
                    <a:pt x="2530" y="493"/>
                    <a:pt x="1507" y="0"/>
                    <a:pt x="7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63"/>
            <p:cNvSpPr/>
            <p:nvPr/>
          </p:nvSpPr>
          <p:spPr>
            <a:xfrm>
              <a:off x="731278" y="899945"/>
              <a:ext cx="58503" cy="30937"/>
            </a:xfrm>
            <a:custGeom>
              <a:rect b="b" l="l" r="r" t="t"/>
              <a:pathLst>
                <a:path extrusionOk="0" h="1156" w="2186">
                  <a:moveTo>
                    <a:pt x="513" y="0"/>
                  </a:moveTo>
                  <a:cubicBezTo>
                    <a:pt x="286" y="0"/>
                    <a:pt x="115" y="58"/>
                    <a:pt x="95" y="195"/>
                  </a:cubicBezTo>
                  <a:cubicBezTo>
                    <a:pt x="1" y="853"/>
                    <a:pt x="401" y="1155"/>
                    <a:pt x="869" y="1155"/>
                  </a:cubicBezTo>
                  <a:cubicBezTo>
                    <a:pt x="1157" y="1155"/>
                    <a:pt x="1472" y="1040"/>
                    <a:pt x="1711" y="822"/>
                  </a:cubicBezTo>
                  <a:cubicBezTo>
                    <a:pt x="2186" y="432"/>
                    <a:pt x="1136" y="0"/>
                    <a:pt x="51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63"/>
            <p:cNvSpPr/>
            <p:nvPr/>
          </p:nvSpPr>
          <p:spPr>
            <a:xfrm>
              <a:off x="723008" y="891514"/>
              <a:ext cx="59199" cy="31205"/>
            </a:xfrm>
            <a:custGeom>
              <a:rect b="b" l="l" r="r" t="t"/>
              <a:pathLst>
                <a:path extrusionOk="0" h="1166" w="2212">
                  <a:moveTo>
                    <a:pt x="530" y="1"/>
                  </a:moveTo>
                  <a:cubicBezTo>
                    <a:pt x="306" y="1"/>
                    <a:pt x="139" y="56"/>
                    <a:pt x="118" y="186"/>
                  </a:cubicBezTo>
                  <a:cubicBezTo>
                    <a:pt x="0" y="858"/>
                    <a:pt x="394" y="1165"/>
                    <a:pt x="869" y="1165"/>
                  </a:cubicBezTo>
                  <a:cubicBezTo>
                    <a:pt x="1160" y="1165"/>
                    <a:pt x="1482" y="1050"/>
                    <a:pt x="1735" y="833"/>
                  </a:cubicBezTo>
                  <a:cubicBezTo>
                    <a:pt x="2211" y="427"/>
                    <a:pt x="1152" y="1"/>
                    <a:pt x="53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63"/>
            <p:cNvSpPr/>
            <p:nvPr/>
          </p:nvSpPr>
          <p:spPr>
            <a:xfrm>
              <a:off x="727879" y="110024"/>
              <a:ext cx="250283" cy="155437"/>
            </a:xfrm>
            <a:custGeom>
              <a:rect b="b" l="l" r="r" t="t"/>
              <a:pathLst>
                <a:path extrusionOk="0" h="5808" w="9352">
                  <a:moveTo>
                    <a:pt x="4507" y="1"/>
                  </a:moveTo>
                  <a:cubicBezTo>
                    <a:pt x="3698" y="1"/>
                    <a:pt x="2955" y="240"/>
                    <a:pt x="2485" y="798"/>
                  </a:cubicBezTo>
                  <a:cubicBezTo>
                    <a:pt x="0" y="3748"/>
                    <a:pt x="4136" y="5807"/>
                    <a:pt x="5905" y="5807"/>
                  </a:cubicBezTo>
                  <a:cubicBezTo>
                    <a:pt x="6018" y="5807"/>
                    <a:pt x="6122" y="5799"/>
                    <a:pt x="6213" y="5781"/>
                  </a:cubicBezTo>
                  <a:cubicBezTo>
                    <a:pt x="7773" y="5496"/>
                    <a:pt x="9352" y="3499"/>
                    <a:pt x="8306" y="1844"/>
                  </a:cubicBezTo>
                  <a:cubicBezTo>
                    <a:pt x="7622" y="770"/>
                    <a:pt x="5958" y="1"/>
                    <a:pt x="45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63"/>
            <p:cNvSpPr/>
            <p:nvPr/>
          </p:nvSpPr>
          <p:spPr>
            <a:xfrm>
              <a:off x="788257" y="139303"/>
              <a:ext cx="138871" cy="65836"/>
            </a:xfrm>
            <a:custGeom>
              <a:rect b="b" l="l" r="r" t="t"/>
              <a:pathLst>
                <a:path extrusionOk="0" h="2460" w="5189">
                  <a:moveTo>
                    <a:pt x="2759" y="1"/>
                  </a:moveTo>
                  <a:cubicBezTo>
                    <a:pt x="2286" y="1"/>
                    <a:pt x="1823" y="79"/>
                    <a:pt x="1466" y="237"/>
                  </a:cubicBezTo>
                  <a:cubicBezTo>
                    <a:pt x="1" y="902"/>
                    <a:pt x="1294" y="2101"/>
                    <a:pt x="2245" y="2386"/>
                  </a:cubicBezTo>
                  <a:cubicBezTo>
                    <a:pt x="2411" y="2436"/>
                    <a:pt x="2609" y="2459"/>
                    <a:pt x="2822" y="2459"/>
                  </a:cubicBezTo>
                  <a:cubicBezTo>
                    <a:pt x="3835" y="2459"/>
                    <a:pt x="5189" y="1922"/>
                    <a:pt x="4984" y="1074"/>
                  </a:cubicBezTo>
                  <a:cubicBezTo>
                    <a:pt x="4829" y="360"/>
                    <a:pt x="3772" y="1"/>
                    <a:pt x="2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63"/>
            <p:cNvSpPr/>
            <p:nvPr/>
          </p:nvSpPr>
          <p:spPr>
            <a:xfrm>
              <a:off x="719449" y="102397"/>
              <a:ext cx="250577" cy="155330"/>
            </a:xfrm>
            <a:custGeom>
              <a:rect b="b" l="l" r="r" t="t"/>
              <a:pathLst>
                <a:path extrusionOk="0" h="5804" w="9363">
                  <a:moveTo>
                    <a:pt x="4518" y="0"/>
                  </a:moveTo>
                  <a:cubicBezTo>
                    <a:pt x="3708" y="0"/>
                    <a:pt x="2966" y="239"/>
                    <a:pt x="2496" y="798"/>
                  </a:cubicBezTo>
                  <a:cubicBezTo>
                    <a:pt x="0" y="3724"/>
                    <a:pt x="4182" y="5803"/>
                    <a:pt x="5938" y="5803"/>
                  </a:cubicBezTo>
                  <a:cubicBezTo>
                    <a:pt x="6043" y="5803"/>
                    <a:pt x="6139" y="5796"/>
                    <a:pt x="6224" y="5781"/>
                  </a:cubicBezTo>
                  <a:cubicBezTo>
                    <a:pt x="7765" y="5496"/>
                    <a:pt x="9362" y="3499"/>
                    <a:pt x="8316" y="1844"/>
                  </a:cubicBezTo>
                  <a:cubicBezTo>
                    <a:pt x="7632" y="769"/>
                    <a:pt x="5968" y="0"/>
                    <a:pt x="45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63"/>
            <p:cNvSpPr/>
            <p:nvPr/>
          </p:nvSpPr>
          <p:spPr>
            <a:xfrm>
              <a:off x="779612" y="131167"/>
              <a:ext cx="138951" cy="65809"/>
            </a:xfrm>
            <a:custGeom>
              <a:rect b="b" l="l" r="r" t="t"/>
              <a:pathLst>
                <a:path extrusionOk="0" h="2459" w="5192">
                  <a:moveTo>
                    <a:pt x="2765" y="0"/>
                  </a:moveTo>
                  <a:cubicBezTo>
                    <a:pt x="2294" y="0"/>
                    <a:pt x="1835" y="79"/>
                    <a:pt x="1484" y="236"/>
                  </a:cubicBezTo>
                  <a:cubicBezTo>
                    <a:pt x="1" y="902"/>
                    <a:pt x="1294" y="2062"/>
                    <a:pt x="2264" y="2386"/>
                  </a:cubicBezTo>
                  <a:cubicBezTo>
                    <a:pt x="2429" y="2435"/>
                    <a:pt x="2627" y="2459"/>
                    <a:pt x="2839" y="2459"/>
                  </a:cubicBezTo>
                  <a:cubicBezTo>
                    <a:pt x="3848" y="2459"/>
                    <a:pt x="5192" y="1922"/>
                    <a:pt x="5003" y="1073"/>
                  </a:cubicBezTo>
                  <a:cubicBezTo>
                    <a:pt x="4835" y="360"/>
                    <a:pt x="3773" y="0"/>
                    <a:pt x="276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63"/>
            <p:cNvSpPr/>
            <p:nvPr/>
          </p:nvSpPr>
          <p:spPr>
            <a:xfrm>
              <a:off x="515299" y="350065"/>
              <a:ext cx="198658" cy="144651"/>
            </a:xfrm>
            <a:custGeom>
              <a:rect b="b" l="l" r="r" t="t"/>
              <a:pathLst>
                <a:path extrusionOk="0" h="5405" w="7423">
                  <a:moveTo>
                    <a:pt x="3596" y="1"/>
                  </a:moveTo>
                  <a:cubicBezTo>
                    <a:pt x="1337" y="1"/>
                    <a:pt x="0" y="2361"/>
                    <a:pt x="233" y="3641"/>
                  </a:cubicBezTo>
                  <a:cubicBezTo>
                    <a:pt x="460" y="4790"/>
                    <a:pt x="1917" y="5404"/>
                    <a:pt x="3225" y="5404"/>
                  </a:cubicBezTo>
                  <a:cubicBezTo>
                    <a:pt x="3779" y="5404"/>
                    <a:pt x="4307" y="5294"/>
                    <a:pt x="4703" y="5067"/>
                  </a:cubicBezTo>
                  <a:cubicBezTo>
                    <a:pt x="6015" y="4307"/>
                    <a:pt x="7423" y="1739"/>
                    <a:pt x="5920" y="769"/>
                  </a:cubicBezTo>
                  <a:cubicBezTo>
                    <a:pt x="5071" y="223"/>
                    <a:pt x="4290" y="1"/>
                    <a:pt x="359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63"/>
            <p:cNvSpPr/>
            <p:nvPr/>
          </p:nvSpPr>
          <p:spPr>
            <a:xfrm>
              <a:off x="542383" y="370780"/>
              <a:ext cx="113553" cy="74400"/>
            </a:xfrm>
            <a:custGeom>
              <a:rect b="b" l="l" r="r" t="t"/>
              <a:pathLst>
                <a:path extrusionOk="0" h="2780" w="4243">
                  <a:moveTo>
                    <a:pt x="3018" y="0"/>
                  </a:moveTo>
                  <a:cubicBezTo>
                    <a:pt x="2375" y="0"/>
                    <a:pt x="1573" y="219"/>
                    <a:pt x="1066" y="413"/>
                  </a:cubicBezTo>
                  <a:cubicBezTo>
                    <a:pt x="115" y="775"/>
                    <a:pt x="1" y="1954"/>
                    <a:pt x="629" y="2639"/>
                  </a:cubicBezTo>
                  <a:cubicBezTo>
                    <a:pt x="712" y="2736"/>
                    <a:pt x="846" y="2779"/>
                    <a:pt x="1013" y="2779"/>
                  </a:cubicBezTo>
                  <a:cubicBezTo>
                    <a:pt x="2021" y="2779"/>
                    <a:pt x="4243" y="1207"/>
                    <a:pt x="4014" y="489"/>
                  </a:cubicBezTo>
                  <a:cubicBezTo>
                    <a:pt x="3907" y="127"/>
                    <a:pt x="3509" y="0"/>
                    <a:pt x="301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63"/>
            <p:cNvSpPr/>
            <p:nvPr/>
          </p:nvSpPr>
          <p:spPr>
            <a:xfrm>
              <a:off x="506761" y="342223"/>
              <a:ext cx="199059" cy="144839"/>
            </a:xfrm>
            <a:custGeom>
              <a:rect b="b" l="l" r="r" t="t"/>
              <a:pathLst>
                <a:path extrusionOk="0" h="5412" w="7438">
                  <a:moveTo>
                    <a:pt x="3587" y="0"/>
                  </a:moveTo>
                  <a:cubicBezTo>
                    <a:pt x="1332" y="0"/>
                    <a:pt x="1" y="2369"/>
                    <a:pt x="248" y="3649"/>
                  </a:cubicBezTo>
                  <a:cubicBezTo>
                    <a:pt x="475" y="4798"/>
                    <a:pt x="1931" y="5412"/>
                    <a:pt x="3240" y="5412"/>
                  </a:cubicBezTo>
                  <a:cubicBezTo>
                    <a:pt x="3794" y="5412"/>
                    <a:pt x="4321" y="5302"/>
                    <a:pt x="4718" y="5075"/>
                  </a:cubicBezTo>
                  <a:cubicBezTo>
                    <a:pt x="6011" y="4314"/>
                    <a:pt x="7438" y="1747"/>
                    <a:pt x="5916" y="776"/>
                  </a:cubicBezTo>
                  <a:cubicBezTo>
                    <a:pt x="5065" y="225"/>
                    <a:pt x="4282" y="0"/>
                    <a:pt x="358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63"/>
            <p:cNvSpPr/>
            <p:nvPr/>
          </p:nvSpPr>
          <p:spPr>
            <a:xfrm>
              <a:off x="534247" y="362617"/>
              <a:ext cx="113553" cy="74534"/>
            </a:xfrm>
            <a:custGeom>
              <a:rect b="b" l="l" r="r" t="t"/>
              <a:pathLst>
                <a:path extrusionOk="0" h="2785" w="4243">
                  <a:moveTo>
                    <a:pt x="3004" y="1"/>
                  </a:moveTo>
                  <a:cubicBezTo>
                    <a:pt x="2359" y="1"/>
                    <a:pt x="1562" y="220"/>
                    <a:pt x="1066" y="414"/>
                  </a:cubicBezTo>
                  <a:cubicBezTo>
                    <a:pt x="115" y="775"/>
                    <a:pt x="1" y="1955"/>
                    <a:pt x="609" y="2639"/>
                  </a:cubicBezTo>
                  <a:cubicBezTo>
                    <a:pt x="696" y="2740"/>
                    <a:pt x="834" y="2785"/>
                    <a:pt x="1005" y="2785"/>
                  </a:cubicBezTo>
                  <a:cubicBezTo>
                    <a:pt x="2027" y="2785"/>
                    <a:pt x="4242" y="1191"/>
                    <a:pt x="4014" y="490"/>
                  </a:cubicBezTo>
                  <a:cubicBezTo>
                    <a:pt x="3899" y="128"/>
                    <a:pt x="3495" y="1"/>
                    <a:pt x="300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63"/>
            <p:cNvSpPr/>
            <p:nvPr/>
          </p:nvSpPr>
          <p:spPr>
            <a:xfrm>
              <a:off x="1063677" y="379959"/>
              <a:ext cx="180219" cy="169139"/>
            </a:xfrm>
            <a:custGeom>
              <a:rect b="b" l="l" r="r" t="t"/>
              <a:pathLst>
                <a:path extrusionOk="0" h="6320" w="6734">
                  <a:moveTo>
                    <a:pt x="3183" y="1"/>
                  </a:moveTo>
                  <a:cubicBezTo>
                    <a:pt x="2401" y="1"/>
                    <a:pt x="1670" y="195"/>
                    <a:pt x="1256" y="603"/>
                  </a:cubicBezTo>
                  <a:cubicBezTo>
                    <a:pt x="0" y="1839"/>
                    <a:pt x="0" y="2885"/>
                    <a:pt x="419" y="4141"/>
                  </a:cubicBezTo>
                  <a:cubicBezTo>
                    <a:pt x="826" y="5260"/>
                    <a:pt x="2701" y="6319"/>
                    <a:pt x="4019" y="6319"/>
                  </a:cubicBezTo>
                  <a:cubicBezTo>
                    <a:pt x="4179" y="6319"/>
                    <a:pt x="4330" y="6304"/>
                    <a:pt x="4470" y="6271"/>
                  </a:cubicBezTo>
                  <a:cubicBezTo>
                    <a:pt x="5745" y="5986"/>
                    <a:pt x="6734" y="3399"/>
                    <a:pt x="6315" y="1687"/>
                  </a:cubicBezTo>
                  <a:cubicBezTo>
                    <a:pt x="6073" y="597"/>
                    <a:pt x="4551" y="1"/>
                    <a:pt x="318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63"/>
            <p:cNvSpPr/>
            <p:nvPr/>
          </p:nvSpPr>
          <p:spPr>
            <a:xfrm>
              <a:off x="1091671" y="403484"/>
              <a:ext cx="105310" cy="86818"/>
            </a:xfrm>
            <a:custGeom>
              <a:rect b="b" l="l" r="r" t="t"/>
              <a:pathLst>
                <a:path extrusionOk="0" h="3244" w="3935">
                  <a:moveTo>
                    <a:pt x="2677" y="0"/>
                  </a:moveTo>
                  <a:cubicBezTo>
                    <a:pt x="2152" y="0"/>
                    <a:pt x="1551" y="109"/>
                    <a:pt x="1085" y="256"/>
                  </a:cubicBezTo>
                  <a:cubicBezTo>
                    <a:pt x="0" y="618"/>
                    <a:pt x="19" y="2349"/>
                    <a:pt x="761" y="3091"/>
                  </a:cubicBezTo>
                  <a:cubicBezTo>
                    <a:pt x="870" y="3196"/>
                    <a:pt x="1008" y="3243"/>
                    <a:pt x="1166" y="3243"/>
                  </a:cubicBezTo>
                  <a:cubicBezTo>
                    <a:pt x="2115" y="3243"/>
                    <a:pt x="3766" y="1547"/>
                    <a:pt x="3881" y="732"/>
                  </a:cubicBezTo>
                  <a:cubicBezTo>
                    <a:pt x="3935" y="190"/>
                    <a:pt x="3372" y="0"/>
                    <a:pt x="26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63"/>
            <p:cNvSpPr/>
            <p:nvPr/>
          </p:nvSpPr>
          <p:spPr>
            <a:xfrm>
              <a:off x="1055514" y="371690"/>
              <a:ext cx="179737" cy="169273"/>
            </a:xfrm>
            <a:custGeom>
              <a:rect b="b" l="l" r="r" t="t"/>
              <a:pathLst>
                <a:path extrusionOk="0" h="6325" w="6716">
                  <a:moveTo>
                    <a:pt x="3166" y="0"/>
                  </a:moveTo>
                  <a:cubicBezTo>
                    <a:pt x="2391" y="0"/>
                    <a:pt x="1668" y="191"/>
                    <a:pt x="1256" y="588"/>
                  </a:cubicBezTo>
                  <a:cubicBezTo>
                    <a:pt x="20" y="1825"/>
                    <a:pt x="1" y="2909"/>
                    <a:pt x="419" y="4145"/>
                  </a:cubicBezTo>
                  <a:cubicBezTo>
                    <a:pt x="826" y="5265"/>
                    <a:pt x="2701" y="6324"/>
                    <a:pt x="4020" y="6324"/>
                  </a:cubicBezTo>
                  <a:cubicBezTo>
                    <a:pt x="4179" y="6324"/>
                    <a:pt x="4331" y="6309"/>
                    <a:pt x="4471" y="6276"/>
                  </a:cubicBezTo>
                  <a:cubicBezTo>
                    <a:pt x="5745" y="5990"/>
                    <a:pt x="6715" y="3404"/>
                    <a:pt x="6316" y="1692"/>
                  </a:cubicBezTo>
                  <a:cubicBezTo>
                    <a:pt x="6073" y="597"/>
                    <a:pt x="4539" y="0"/>
                    <a:pt x="31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63"/>
            <p:cNvSpPr/>
            <p:nvPr/>
          </p:nvSpPr>
          <p:spPr>
            <a:xfrm>
              <a:off x="1083535" y="395134"/>
              <a:ext cx="104802" cy="87032"/>
            </a:xfrm>
            <a:custGeom>
              <a:rect b="b" l="l" r="r" t="t"/>
              <a:pathLst>
                <a:path extrusionOk="0" h="3252" w="3916">
                  <a:moveTo>
                    <a:pt x="2652" y="0"/>
                  </a:moveTo>
                  <a:cubicBezTo>
                    <a:pt x="2132" y="0"/>
                    <a:pt x="1540" y="109"/>
                    <a:pt x="1084" y="264"/>
                  </a:cubicBezTo>
                  <a:cubicBezTo>
                    <a:pt x="0" y="625"/>
                    <a:pt x="19" y="2356"/>
                    <a:pt x="761" y="3098"/>
                  </a:cubicBezTo>
                  <a:cubicBezTo>
                    <a:pt x="869" y="3204"/>
                    <a:pt x="1008" y="3251"/>
                    <a:pt x="1166" y="3251"/>
                  </a:cubicBezTo>
                  <a:cubicBezTo>
                    <a:pt x="2114" y="3251"/>
                    <a:pt x="3763" y="1555"/>
                    <a:pt x="3861" y="740"/>
                  </a:cubicBezTo>
                  <a:cubicBezTo>
                    <a:pt x="3916" y="196"/>
                    <a:pt x="3348" y="0"/>
                    <a:pt x="2652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63"/>
            <p:cNvSpPr/>
            <p:nvPr/>
          </p:nvSpPr>
          <p:spPr>
            <a:xfrm>
              <a:off x="848447" y="789573"/>
              <a:ext cx="172993" cy="103731"/>
            </a:xfrm>
            <a:custGeom>
              <a:rect b="b" l="l" r="r" t="t"/>
              <a:pathLst>
                <a:path extrusionOk="0" h="3876" w="6464">
                  <a:moveTo>
                    <a:pt x="3077" y="1"/>
                  </a:moveTo>
                  <a:cubicBezTo>
                    <a:pt x="636" y="1"/>
                    <a:pt x="1" y="1796"/>
                    <a:pt x="852" y="3139"/>
                  </a:cubicBezTo>
                  <a:cubicBezTo>
                    <a:pt x="1183" y="3653"/>
                    <a:pt x="1882" y="3875"/>
                    <a:pt x="2657" y="3875"/>
                  </a:cubicBezTo>
                  <a:cubicBezTo>
                    <a:pt x="3890" y="3875"/>
                    <a:pt x="5316" y="3314"/>
                    <a:pt x="5760" y="2474"/>
                  </a:cubicBezTo>
                  <a:cubicBezTo>
                    <a:pt x="6463" y="1123"/>
                    <a:pt x="4714" y="1"/>
                    <a:pt x="3116" y="1"/>
                  </a:cubicBezTo>
                  <a:cubicBezTo>
                    <a:pt x="3103" y="1"/>
                    <a:pt x="3090" y="1"/>
                    <a:pt x="30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63"/>
            <p:cNvSpPr/>
            <p:nvPr/>
          </p:nvSpPr>
          <p:spPr>
            <a:xfrm>
              <a:off x="896166" y="808307"/>
              <a:ext cx="71804" cy="30723"/>
            </a:xfrm>
            <a:custGeom>
              <a:rect b="b" l="l" r="r" t="t"/>
              <a:pathLst>
                <a:path extrusionOk="0" h="1148" w="2683">
                  <a:moveTo>
                    <a:pt x="757" y="0"/>
                  </a:moveTo>
                  <a:cubicBezTo>
                    <a:pt x="352" y="0"/>
                    <a:pt x="33" y="84"/>
                    <a:pt x="20" y="290"/>
                  </a:cubicBezTo>
                  <a:cubicBezTo>
                    <a:pt x="1" y="916"/>
                    <a:pt x="608" y="1147"/>
                    <a:pt x="1228" y="1147"/>
                  </a:cubicBezTo>
                  <a:cubicBezTo>
                    <a:pt x="1796" y="1147"/>
                    <a:pt x="2375" y="953"/>
                    <a:pt x="2493" y="689"/>
                  </a:cubicBezTo>
                  <a:cubicBezTo>
                    <a:pt x="2682" y="324"/>
                    <a:pt x="1552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63"/>
            <p:cNvSpPr/>
            <p:nvPr/>
          </p:nvSpPr>
          <p:spPr>
            <a:xfrm>
              <a:off x="840311" y="781437"/>
              <a:ext cx="172993" cy="103571"/>
            </a:xfrm>
            <a:custGeom>
              <a:rect b="b" l="l" r="r" t="t"/>
              <a:pathLst>
                <a:path extrusionOk="0" h="3870" w="6464">
                  <a:moveTo>
                    <a:pt x="3077" y="0"/>
                  </a:moveTo>
                  <a:cubicBezTo>
                    <a:pt x="636" y="0"/>
                    <a:pt x="1" y="1796"/>
                    <a:pt x="852" y="3139"/>
                  </a:cubicBezTo>
                  <a:cubicBezTo>
                    <a:pt x="1181" y="3650"/>
                    <a:pt x="1874" y="3870"/>
                    <a:pt x="2645" y="3870"/>
                  </a:cubicBezTo>
                  <a:cubicBezTo>
                    <a:pt x="3880" y="3870"/>
                    <a:pt x="5314" y="3305"/>
                    <a:pt x="5759" y="2473"/>
                  </a:cubicBezTo>
                  <a:cubicBezTo>
                    <a:pt x="6463" y="1123"/>
                    <a:pt x="4713" y="1"/>
                    <a:pt x="3115" y="1"/>
                  </a:cubicBezTo>
                  <a:cubicBezTo>
                    <a:pt x="3103" y="0"/>
                    <a:pt x="3090" y="0"/>
                    <a:pt x="307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63"/>
            <p:cNvSpPr/>
            <p:nvPr/>
          </p:nvSpPr>
          <p:spPr>
            <a:xfrm>
              <a:off x="888030" y="800679"/>
              <a:ext cx="71777" cy="30135"/>
            </a:xfrm>
            <a:custGeom>
              <a:rect b="b" l="l" r="r" t="t"/>
              <a:pathLst>
                <a:path extrusionOk="0" h="1126" w="2682">
                  <a:moveTo>
                    <a:pt x="748" y="0"/>
                  </a:moveTo>
                  <a:cubicBezTo>
                    <a:pt x="343" y="0"/>
                    <a:pt x="26" y="84"/>
                    <a:pt x="20" y="290"/>
                  </a:cubicBezTo>
                  <a:cubicBezTo>
                    <a:pt x="0" y="903"/>
                    <a:pt x="598" y="1125"/>
                    <a:pt x="1213" y="1125"/>
                  </a:cubicBezTo>
                  <a:cubicBezTo>
                    <a:pt x="1781" y="1125"/>
                    <a:pt x="2365" y="936"/>
                    <a:pt x="2493" y="689"/>
                  </a:cubicBezTo>
                  <a:cubicBezTo>
                    <a:pt x="2682" y="324"/>
                    <a:pt x="1544" y="0"/>
                    <a:pt x="74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63"/>
            <p:cNvSpPr/>
            <p:nvPr/>
          </p:nvSpPr>
          <p:spPr>
            <a:xfrm>
              <a:off x="528654" y="634640"/>
              <a:ext cx="196517" cy="177382"/>
            </a:xfrm>
            <a:custGeom>
              <a:rect b="b" l="l" r="r" t="t"/>
              <a:pathLst>
                <a:path extrusionOk="0" h="6628" w="7343">
                  <a:moveTo>
                    <a:pt x="4959" y="1"/>
                  </a:moveTo>
                  <a:cubicBezTo>
                    <a:pt x="3855" y="1"/>
                    <a:pt x="2563" y="912"/>
                    <a:pt x="1541" y="1891"/>
                  </a:cubicBezTo>
                  <a:cubicBezTo>
                    <a:pt x="0" y="3393"/>
                    <a:pt x="1294" y="5276"/>
                    <a:pt x="2207" y="6303"/>
                  </a:cubicBezTo>
                  <a:cubicBezTo>
                    <a:pt x="2409" y="6531"/>
                    <a:pt x="2699" y="6628"/>
                    <a:pt x="3036" y="6628"/>
                  </a:cubicBezTo>
                  <a:cubicBezTo>
                    <a:pt x="4193" y="6628"/>
                    <a:pt x="5906" y="5490"/>
                    <a:pt x="6524" y="4592"/>
                  </a:cubicBezTo>
                  <a:cubicBezTo>
                    <a:pt x="7342" y="3412"/>
                    <a:pt x="7133" y="1111"/>
                    <a:pt x="5897" y="274"/>
                  </a:cubicBezTo>
                  <a:cubicBezTo>
                    <a:pt x="5610" y="84"/>
                    <a:pt x="5293" y="1"/>
                    <a:pt x="49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63"/>
            <p:cNvSpPr/>
            <p:nvPr/>
          </p:nvSpPr>
          <p:spPr>
            <a:xfrm>
              <a:off x="569896" y="657977"/>
              <a:ext cx="103464" cy="104748"/>
            </a:xfrm>
            <a:custGeom>
              <a:rect b="b" l="l" r="r" t="t"/>
              <a:pathLst>
                <a:path extrusionOk="0" h="3914" w="3866">
                  <a:moveTo>
                    <a:pt x="2961" y="0"/>
                  </a:moveTo>
                  <a:cubicBezTo>
                    <a:pt x="2790" y="0"/>
                    <a:pt x="2594" y="33"/>
                    <a:pt x="2378" y="106"/>
                  </a:cubicBezTo>
                  <a:cubicBezTo>
                    <a:pt x="1408" y="429"/>
                    <a:pt x="495" y="1684"/>
                    <a:pt x="266" y="2312"/>
                  </a:cubicBezTo>
                  <a:cubicBezTo>
                    <a:pt x="0" y="2921"/>
                    <a:pt x="495" y="3358"/>
                    <a:pt x="1331" y="3853"/>
                  </a:cubicBezTo>
                  <a:cubicBezTo>
                    <a:pt x="1402" y="3895"/>
                    <a:pt x="1477" y="3914"/>
                    <a:pt x="1556" y="3914"/>
                  </a:cubicBezTo>
                  <a:cubicBezTo>
                    <a:pt x="2406" y="3914"/>
                    <a:pt x="3643" y="1642"/>
                    <a:pt x="3747" y="981"/>
                  </a:cubicBezTo>
                  <a:cubicBezTo>
                    <a:pt x="3865" y="404"/>
                    <a:pt x="3559" y="0"/>
                    <a:pt x="29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63"/>
            <p:cNvSpPr/>
            <p:nvPr/>
          </p:nvSpPr>
          <p:spPr>
            <a:xfrm>
              <a:off x="521026" y="627012"/>
              <a:ext cx="196009" cy="177382"/>
            </a:xfrm>
            <a:custGeom>
              <a:rect b="b" l="l" r="r" t="t"/>
              <a:pathLst>
                <a:path extrusionOk="0" h="6628" w="7324">
                  <a:moveTo>
                    <a:pt x="4924" y="0"/>
                  </a:moveTo>
                  <a:cubicBezTo>
                    <a:pt x="3824" y="0"/>
                    <a:pt x="2544" y="912"/>
                    <a:pt x="1522" y="1890"/>
                  </a:cubicBezTo>
                  <a:cubicBezTo>
                    <a:pt x="0" y="3374"/>
                    <a:pt x="1293" y="5238"/>
                    <a:pt x="2187" y="6303"/>
                  </a:cubicBezTo>
                  <a:cubicBezTo>
                    <a:pt x="2389" y="6531"/>
                    <a:pt x="2679" y="6627"/>
                    <a:pt x="3017" y="6627"/>
                  </a:cubicBezTo>
                  <a:cubicBezTo>
                    <a:pt x="4173" y="6627"/>
                    <a:pt x="5887" y="5490"/>
                    <a:pt x="6505" y="4591"/>
                  </a:cubicBezTo>
                  <a:cubicBezTo>
                    <a:pt x="7323" y="3412"/>
                    <a:pt x="7095" y="1110"/>
                    <a:pt x="5858" y="274"/>
                  </a:cubicBezTo>
                  <a:cubicBezTo>
                    <a:pt x="5571" y="84"/>
                    <a:pt x="5256" y="0"/>
                    <a:pt x="492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63"/>
            <p:cNvSpPr/>
            <p:nvPr/>
          </p:nvSpPr>
          <p:spPr>
            <a:xfrm>
              <a:off x="561733" y="649574"/>
              <a:ext cx="103517" cy="105016"/>
            </a:xfrm>
            <a:custGeom>
              <a:rect b="b" l="l" r="r" t="t"/>
              <a:pathLst>
                <a:path extrusionOk="0" h="3924" w="3868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89" y="439"/>
                    <a:pt x="495" y="1694"/>
                    <a:pt x="248" y="2303"/>
                  </a:cubicBezTo>
                  <a:cubicBezTo>
                    <a:pt x="1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3" y="3924"/>
                  </a:cubicBezTo>
                  <a:cubicBezTo>
                    <a:pt x="2391" y="3924"/>
                    <a:pt x="3643" y="1650"/>
                    <a:pt x="3748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63"/>
            <p:cNvSpPr/>
            <p:nvPr/>
          </p:nvSpPr>
          <p:spPr>
            <a:xfrm>
              <a:off x="297527" y="0"/>
              <a:ext cx="1070045" cy="1045102"/>
            </a:xfrm>
            <a:custGeom>
              <a:rect b="b" l="l" r="r" t="t"/>
              <a:pathLst>
                <a:path extrusionOk="0" h="39051" w="39983">
                  <a:moveTo>
                    <a:pt x="19918" y="0"/>
                  </a:moveTo>
                  <a:cubicBezTo>
                    <a:pt x="15810" y="0"/>
                    <a:pt x="11360" y="2356"/>
                    <a:pt x="8408" y="4472"/>
                  </a:cubicBezTo>
                  <a:cubicBezTo>
                    <a:pt x="1865" y="9151"/>
                    <a:pt x="1941" y="14648"/>
                    <a:pt x="1542" y="15846"/>
                  </a:cubicBezTo>
                  <a:cubicBezTo>
                    <a:pt x="1142" y="16987"/>
                    <a:pt x="1" y="21305"/>
                    <a:pt x="495" y="25071"/>
                  </a:cubicBezTo>
                  <a:cubicBezTo>
                    <a:pt x="1028" y="28818"/>
                    <a:pt x="3729" y="32052"/>
                    <a:pt x="6164" y="33288"/>
                  </a:cubicBezTo>
                  <a:cubicBezTo>
                    <a:pt x="8598" y="34524"/>
                    <a:pt x="10196" y="36636"/>
                    <a:pt x="12402" y="37720"/>
                  </a:cubicBezTo>
                  <a:cubicBezTo>
                    <a:pt x="13826" y="38409"/>
                    <a:pt x="17962" y="39051"/>
                    <a:pt x="21050" y="39051"/>
                  </a:cubicBezTo>
                  <a:cubicBezTo>
                    <a:pt x="21882" y="39051"/>
                    <a:pt x="22638" y="39004"/>
                    <a:pt x="23244" y="38899"/>
                  </a:cubicBezTo>
                  <a:cubicBezTo>
                    <a:pt x="26097" y="38405"/>
                    <a:pt x="27410" y="35552"/>
                    <a:pt x="28247" y="35152"/>
                  </a:cubicBezTo>
                  <a:cubicBezTo>
                    <a:pt x="29046" y="34734"/>
                    <a:pt x="31899" y="34239"/>
                    <a:pt x="34752" y="32109"/>
                  </a:cubicBezTo>
                  <a:cubicBezTo>
                    <a:pt x="37586" y="29959"/>
                    <a:pt x="39697" y="23968"/>
                    <a:pt x="39850" y="21381"/>
                  </a:cubicBezTo>
                  <a:cubicBezTo>
                    <a:pt x="39983" y="18794"/>
                    <a:pt x="37966" y="16245"/>
                    <a:pt x="37871" y="14229"/>
                  </a:cubicBezTo>
                  <a:cubicBezTo>
                    <a:pt x="37776" y="12194"/>
                    <a:pt x="35665" y="8276"/>
                    <a:pt x="33097" y="5670"/>
                  </a:cubicBezTo>
                  <a:cubicBezTo>
                    <a:pt x="30529" y="3064"/>
                    <a:pt x="27847" y="3140"/>
                    <a:pt x="26668" y="2569"/>
                  </a:cubicBezTo>
                  <a:cubicBezTo>
                    <a:pt x="25489" y="1999"/>
                    <a:pt x="26421" y="1143"/>
                    <a:pt x="21856" y="192"/>
                  </a:cubicBezTo>
                  <a:cubicBezTo>
                    <a:pt x="21224" y="61"/>
                    <a:pt x="20575" y="0"/>
                    <a:pt x="199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3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63"/>
            <p:cNvSpPr/>
            <p:nvPr/>
          </p:nvSpPr>
          <p:spPr>
            <a:xfrm>
              <a:off x="344871" y="56792"/>
              <a:ext cx="863894" cy="792170"/>
            </a:xfrm>
            <a:custGeom>
              <a:rect b="b" l="l" r="r" t="t"/>
              <a:pathLst>
                <a:path extrusionOk="0" h="29600" w="32280">
                  <a:moveTo>
                    <a:pt x="16759" y="0"/>
                  </a:moveTo>
                  <a:cubicBezTo>
                    <a:pt x="16164" y="0"/>
                    <a:pt x="15573" y="66"/>
                    <a:pt x="15008" y="219"/>
                  </a:cubicBezTo>
                  <a:cubicBezTo>
                    <a:pt x="11718" y="1113"/>
                    <a:pt x="6791" y="4137"/>
                    <a:pt x="4908" y="5792"/>
                  </a:cubicBezTo>
                  <a:cubicBezTo>
                    <a:pt x="3006" y="7409"/>
                    <a:pt x="2416" y="10719"/>
                    <a:pt x="1865" y="12069"/>
                  </a:cubicBezTo>
                  <a:cubicBezTo>
                    <a:pt x="1313" y="13439"/>
                    <a:pt x="705" y="16539"/>
                    <a:pt x="343" y="18974"/>
                  </a:cubicBezTo>
                  <a:cubicBezTo>
                    <a:pt x="1" y="21389"/>
                    <a:pt x="1009" y="25764"/>
                    <a:pt x="3691" y="28180"/>
                  </a:cubicBezTo>
                  <a:cubicBezTo>
                    <a:pt x="4932" y="29281"/>
                    <a:pt x="6675" y="29599"/>
                    <a:pt x="8398" y="29599"/>
                  </a:cubicBezTo>
                  <a:cubicBezTo>
                    <a:pt x="10425" y="29599"/>
                    <a:pt x="12423" y="29159"/>
                    <a:pt x="13544" y="29036"/>
                  </a:cubicBezTo>
                  <a:cubicBezTo>
                    <a:pt x="15617" y="28788"/>
                    <a:pt x="18318" y="25174"/>
                    <a:pt x="20410" y="23900"/>
                  </a:cubicBezTo>
                  <a:cubicBezTo>
                    <a:pt x="22502" y="22588"/>
                    <a:pt x="23244" y="19525"/>
                    <a:pt x="25146" y="18707"/>
                  </a:cubicBezTo>
                  <a:cubicBezTo>
                    <a:pt x="27048" y="17909"/>
                    <a:pt x="30796" y="14732"/>
                    <a:pt x="31537" y="12716"/>
                  </a:cubicBezTo>
                  <a:cubicBezTo>
                    <a:pt x="32279" y="10700"/>
                    <a:pt x="29350" y="5298"/>
                    <a:pt x="28399" y="3985"/>
                  </a:cubicBezTo>
                  <a:cubicBezTo>
                    <a:pt x="27448" y="2692"/>
                    <a:pt x="24024" y="2806"/>
                    <a:pt x="22807" y="1893"/>
                  </a:cubicBezTo>
                  <a:cubicBezTo>
                    <a:pt x="21838" y="1170"/>
                    <a:pt x="19266" y="0"/>
                    <a:pt x="1675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63"/>
            <p:cNvSpPr/>
            <p:nvPr/>
          </p:nvSpPr>
          <p:spPr>
            <a:xfrm>
              <a:off x="1005119" y="528121"/>
              <a:ext cx="253039" cy="242977"/>
            </a:xfrm>
            <a:custGeom>
              <a:rect b="b" l="l" r="r" t="t"/>
              <a:pathLst>
                <a:path extrusionOk="0" h="9079" w="9455">
                  <a:moveTo>
                    <a:pt x="7184" y="1"/>
                  </a:moveTo>
                  <a:cubicBezTo>
                    <a:pt x="6290" y="1"/>
                    <a:pt x="5099" y="596"/>
                    <a:pt x="3748" y="1344"/>
                  </a:cubicBezTo>
                  <a:cubicBezTo>
                    <a:pt x="1846" y="2390"/>
                    <a:pt x="362" y="4254"/>
                    <a:pt x="191" y="5928"/>
                  </a:cubicBezTo>
                  <a:cubicBezTo>
                    <a:pt x="1" y="7583"/>
                    <a:pt x="1313" y="8857"/>
                    <a:pt x="3444" y="9066"/>
                  </a:cubicBezTo>
                  <a:cubicBezTo>
                    <a:pt x="3530" y="9075"/>
                    <a:pt x="3617" y="9079"/>
                    <a:pt x="3703" y="9079"/>
                  </a:cubicBezTo>
                  <a:cubicBezTo>
                    <a:pt x="5745" y="9079"/>
                    <a:pt x="7535" y="6764"/>
                    <a:pt x="8484" y="5395"/>
                  </a:cubicBezTo>
                  <a:cubicBezTo>
                    <a:pt x="9454" y="3969"/>
                    <a:pt x="9207" y="1971"/>
                    <a:pt x="8408" y="678"/>
                  </a:cubicBezTo>
                  <a:cubicBezTo>
                    <a:pt x="8116" y="198"/>
                    <a:pt x="7699" y="1"/>
                    <a:pt x="7184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63"/>
            <p:cNvSpPr/>
            <p:nvPr/>
          </p:nvSpPr>
          <p:spPr>
            <a:xfrm>
              <a:off x="461451" y="237257"/>
              <a:ext cx="905616" cy="807344"/>
            </a:xfrm>
            <a:custGeom>
              <a:rect b="b" l="l" r="r" t="t"/>
              <a:pathLst>
                <a:path extrusionOk="0" h="30167" w="33839">
                  <a:moveTo>
                    <a:pt x="29483" y="0"/>
                  </a:moveTo>
                  <a:lnTo>
                    <a:pt x="29483" y="0"/>
                  </a:lnTo>
                  <a:cubicBezTo>
                    <a:pt x="30586" y="4280"/>
                    <a:pt x="30053" y="6410"/>
                    <a:pt x="30624" y="8845"/>
                  </a:cubicBezTo>
                  <a:cubicBezTo>
                    <a:pt x="31195" y="11318"/>
                    <a:pt x="32336" y="12611"/>
                    <a:pt x="30966" y="16168"/>
                  </a:cubicBezTo>
                  <a:cubicBezTo>
                    <a:pt x="29578" y="19744"/>
                    <a:pt x="27124" y="22711"/>
                    <a:pt x="25089" y="23282"/>
                  </a:cubicBezTo>
                  <a:cubicBezTo>
                    <a:pt x="23035" y="23852"/>
                    <a:pt x="21380" y="24670"/>
                    <a:pt x="19706" y="26534"/>
                  </a:cubicBezTo>
                  <a:cubicBezTo>
                    <a:pt x="18294" y="28141"/>
                    <a:pt x="16355" y="28945"/>
                    <a:pt x="14304" y="28945"/>
                  </a:cubicBezTo>
                  <a:cubicBezTo>
                    <a:pt x="13951" y="28945"/>
                    <a:pt x="13596" y="28921"/>
                    <a:pt x="13239" y="28874"/>
                  </a:cubicBezTo>
                  <a:cubicBezTo>
                    <a:pt x="10823" y="28532"/>
                    <a:pt x="7171" y="27961"/>
                    <a:pt x="5992" y="26991"/>
                  </a:cubicBezTo>
                  <a:cubicBezTo>
                    <a:pt x="4832" y="26040"/>
                    <a:pt x="2911" y="25336"/>
                    <a:pt x="1" y="24404"/>
                  </a:cubicBezTo>
                  <a:lnTo>
                    <a:pt x="1" y="24404"/>
                  </a:lnTo>
                  <a:cubicBezTo>
                    <a:pt x="2454" y="25640"/>
                    <a:pt x="4052" y="27752"/>
                    <a:pt x="6258" y="28817"/>
                  </a:cubicBezTo>
                  <a:cubicBezTo>
                    <a:pt x="7682" y="29521"/>
                    <a:pt x="11823" y="30167"/>
                    <a:pt x="14910" y="30167"/>
                  </a:cubicBezTo>
                  <a:cubicBezTo>
                    <a:pt x="15741" y="30167"/>
                    <a:pt x="16495" y="30120"/>
                    <a:pt x="17100" y="30015"/>
                  </a:cubicBezTo>
                  <a:cubicBezTo>
                    <a:pt x="19953" y="29521"/>
                    <a:pt x="21266" y="26667"/>
                    <a:pt x="22084" y="26249"/>
                  </a:cubicBezTo>
                  <a:cubicBezTo>
                    <a:pt x="22902" y="25850"/>
                    <a:pt x="25755" y="25355"/>
                    <a:pt x="28608" y="23206"/>
                  </a:cubicBezTo>
                  <a:cubicBezTo>
                    <a:pt x="31442" y="21075"/>
                    <a:pt x="33553" y="15084"/>
                    <a:pt x="33686" y="12497"/>
                  </a:cubicBezTo>
                  <a:cubicBezTo>
                    <a:pt x="33839" y="9891"/>
                    <a:pt x="31822" y="7361"/>
                    <a:pt x="31727" y="5326"/>
                  </a:cubicBezTo>
                  <a:cubicBezTo>
                    <a:pt x="31670" y="4052"/>
                    <a:pt x="30776" y="1998"/>
                    <a:pt x="29483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63"/>
            <p:cNvSpPr/>
            <p:nvPr/>
          </p:nvSpPr>
          <p:spPr>
            <a:xfrm>
              <a:off x="730743" y="360422"/>
              <a:ext cx="106675" cy="75818"/>
            </a:xfrm>
            <a:custGeom>
              <a:rect b="b" l="l" r="r" t="t"/>
              <a:pathLst>
                <a:path extrusionOk="0" h="2833" w="3986">
                  <a:moveTo>
                    <a:pt x="1654" y="0"/>
                  </a:moveTo>
                  <a:cubicBezTo>
                    <a:pt x="1457" y="0"/>
                    <a:pt x="1269" y="41"/>
                    <a:pt x="1104" y="135"/>
                  </a:cubicBezTo>
                  <a:cubicBezTo>
                    <a:pt x="1" y="781"/>
                    <a:pt x="647" y="2075"/>
                    <a:pt x="1161" y="2626"/>
                  </a:cubicBezTo>
                  <a:cubicBezTo>
                    <a:pt x="1300" y="2770"/>
                    <a:pt x="1460" y="2833"/>
                    <a:pt x="1634" y="2833"/>
                  </a:cubicBezTo>
                  <a:cubicBezTo>
                    <a:pt x="2128" y="2833"/>
                    <a:pt x="2739" y="2333"/>
                    <a:pt x="3329" y="1770"/>
                  </a:cubicBezTo>
                  <a:cubicBezTo>
                    <a:pt x="3986" y="1162"/>
                    <a:pt x="2701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63"/>
            <p:cNvSpPr/>
            <p:nvPr/>
          </p:nvSpPr>
          <p:spPr>
            <a:xfrm>
              <a:off x="784697" y="599473"/>
              <a:ext cx="88611" cy="66532"/>
            </a:xfrm>
            <a:custGeom>
              <a:rect b="b" l="l" r="r" t="t"/>
              <a:pathLst>
                <a:path extrusionOk="0" h="2486" w="3311">
                  <a:moveTo>
                    <a:pt x="1284" y="1"/>
                  </a:moveTo>
                  <a:cubicBezTo>
                    <a:pt x="1170" y="1"/>
                    <a:pt x="1058" y="15"/>
                    <a:pt x="952" y="47"/>
                  </a:cubicBezTo>
                  <a:cubicBezTo>
                    <a:pt x="1" y="332"/>
                    <a:pt x="457" y="1664"/>
                    <a:pt x="952" y="2254"/>
                  </a:cubicBezTo>
                  <a:cubicBezTo>
                    <a:pt x="1086" y="2417"/>
                    <a:pt x="1245" y="2485"/>
                    <a:pt x="1417" y="2485"/>
                  </a:cubicBezTo>
                  <a:cubicBezTo>
                    <a:pt x="1904" y="2485"/>
                    <a:pt x="2488" y="1938"/>
                    <a:pt x="2854" y="1474"/>
                  </a:cubicBezTo>
                  <a:cubicBezTo>
                    <a:pt x="3310" y="933"/>
                    <a:pt x="2204" y="1"/>
                    <a:pt x="1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63"/>
            <p:cNvSpPr/>
            <p:nvPr/>
          </p:nvSpPr>
          <p:spPr>
            <a:xfrm>
              <a:off x="424812" y="561843"/>
              <a:ext cx="62357" cy="36584"/>
            </a:xfrm>
            <a:custGeom>
              <a:rect b="b" l="l" r="r" t="t"/>
              <a:pathLst>
                <a:path extrusionOk="0" h="1367" w="2330">
                  <a:moveTo>
                    <a:pt x="1124" y="0"/>
                  </a:moveTo>
                  <a:cubicBezTo>
                    <a:pt x="1027" y="0"/>
                    <a:pt x="929" y="26"/>
                    <a:pt x="837" y="84"/>
                  </a:cubicBezTo>
                  <a:cubicBezTo>
                    <a:pt x="0" y="582"/>
                    <a:pt x="470" y="1367"/>
                    <a:pt x="1164" y="1367"/>
                  </a:cubicBezTo>
                  <a:cubicBezTo>
                    <a:pt x="1291" y="1367"/>
                    <a:pt x="1425" y="1341"/>
                    <a:pt x="1560" y="1282"/>
                  </a:cubicBezTo>
                  <a:cubicBezTo>
                    <a:pt x="2330" y="987"/>
                    <a:pt x="1731" y="0"/>
                    <a:pt x="1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63"/>
            <p:cNvSpPr/>
            <p:nvPr/>
          </p:nvSpPr>
          <p:spPr>
            <a:xfrm>
              <a:off x="592002" y="197808"/>
              <a:ext cx="72981" cy="31526"/>
            </a:xfrm>
            <a:custGeom>
              <a:rect b="b" l="l" r="r" t="t"/>
              <a:pathLst>
                <a:path extrusionOk="0" h="1178" w="2727">
                  <a:moveTo>
                    <a:pt x="1214" y="0"/>
                  </a:moveTo>
                  <a:cubicBezTo>
                    <a:pt x="1036" y="0"/>
                    <a:pt x="857" y="42"/>
                    <a:pt x="696" y="143"/>
                  </a:cubicBezTo>
                  <a:cubicBezTo>
                    <a:pt x="0" y="591"/>
                    <a:pt x="674" y="1177"/>
                    <a:pt x="1440" y="1177"/>
                  </a:cubicBezTo>
                  <a:cubicBezTo>
                    <a:pt x="1617" y="1177"/>
                    <a:pt x="1799" y="1146"/>
                    <a:pt x="1970" y="1075"/>
                  </a:cubicBezTo>
                  <a:cubicBezTo>
                    <a:pt x="2726" y="782"/>
                    <a:pt x="1980" y="0"/>
                    <a:pt x="1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63"/>
            <p:cNvSpPr/>
            <p:nvPr/>
          </p:nvSpPr>
          <p:spPr>
            <a:xfrm>
              <a:off x="1011248" y="210039"/>
              <a:ext cx="87326" cy="58851"/>
            </a:xfrm>
            <a:custGeom>
              <a:rect b="b" l="l" r="r" t="t"/>
              <a:pathLst>
                <a:path extrusionOk="0" h="2199" w="3263">
                  <a:moveTo>
                    <a:pt x="1737" y="1"/>
                  </a:moveTo>
                  <a:cubicBezTo>
                    <a:pt x="1312" y="1"/>
                    <a:pt x="928" y="106"/>
                    <a:pt x="799" y="314"/>
                  </a:cubicBezTo>
                  <a:cubicBezTo>
                    <a:pt x="0" y="1474"/>
                    <a:pt x="856" y="1493"/>
                    <a:pt x="1427" y="2025"/>
                  </a:cubicBezTo>
                  <a:cubicBezTo>
                    <a:pt x="1555" y="2145"/>
                    <a:pt x="1715" y="2198"/>
                    <a:pt x="1886" y="2198"/>
                  </a:cubicBezTo>
                  <a:cubicBezTo>
                    <a:pt x="2452" y="2198"/>
                    <a:pt x="3142" y="1614"/>
                    <a:pt x="3215" y="884"/>
                  </a:cubicBezTo>
                  <a:cubicBezTo>
                    <a:pt x="3262" y="291"/>
                    <a:pt x="2443" y="1"/>
                    <a:pt x="17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63"/>
            <p:cNvSpPr/>
            <p:nvPr/>
          </p:nvSpPr>
          <p:spPr>
            <a:xfrm>
              <a:off x="1095846" y="634425"/>
              <a:ext cx="67656" cy="40813"/>
            </a:xfrm>
            <a:custGeom>
              <a:rect b="b" l="l" r="r" t="t"/>
              <a:pathLst>
                <a:path extrusionOk="0" h="1525" w="2528">
                  <a:moveTo>
                    <a:pt x="800" y="1"/>
                  </a:moveTo>
                  <a:cubicBezTo>
                    <a:pt x="481" y="1"/>
                    <a:pt x="220" y="97"/>
                    <a:pt x="168" y="320"/>
                  </a:cubicBezTo>
                  <a:cubicBezTo>
                    <a:pt x="1" y="1000"/>
                    <a:pt x="726" y="1525"/>
                    <a:pt x="1374" y="1525"/>
                  </a:cubicBezTo>
                  <a:cubicBezTo>
                    <a:pt x="1685" y="1525"/>
                    <a:pt x="1979" y="1403"/>
                    <a:pt x="2146" y="1119"/>
                  </a:cubicBezTo>
                  <a:cubicBezTo>
                    <a:pt x="2528" y="487"/>
                    <a:pt x="1516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63"/>
            <p:cNvSpPr/>
            <p:nvPr/>
          </p:nvSpPr>
          <p:spPr>
            <a:xfrm>
              <a:off x="682114" y="883378"/>
              <a:ext cx="58851" cy="31312"/>
            </a:xfrm>
            <a:custGeom>
              <a:rect b="b" l="l" r="r" t="t"/>
              <a:pathLst>
                <a:path extrusionOk="0" h="1170" w="2199">
                  <a:moveTo>
                    <a:pt x="517" y="0"/>
                  </a:moveTo>
                  <a:cubicBezTo>
                    <a:pt x="293" y="0"/>
                    <a:pt x="126" y="55"/>
                    <a:pt x="106" y="186"/>
                  </a:cubicBezTo>
                  <a:cubicBezTo>
                    <a:pt x="0" y="866"/>
                    <a:pt x="393" y="1170"/>
                    <a:pt x="861" y="1170"/>
                  </a:cubicBezTo>
                  <a:cubicBezTo>
                    <a:pt x="1153" y="1170"/>
                    <a:pt x="1474" y="1052"/>
                    <a:pt x="1722" y="833"/>
                  </a:cubicBezTo>
                  <a:cubicBezTo>
                    <a:pt x="2198" y="427"/>
                    <a:pt x="1140" y="0"/>
                    <a:pt x="5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63"/>
            <p:cNvSpPr/>
            <p:nvPr/>
          </p:nvSpPr>
          <p:spPr>
            <a:xfrm>
              <a:off x="746533" y="131167"/>
              <a:ext cx="139888" cy="65809"/>
            </a:xfrm>
            <a:custGeom>
              <a:rect b="b" l="l" r="r" t="t"/>
              <a:pathLst>
                <a:path extrusionOk="0" h="2459" w="5227">
                  <a:moveTo>
                    <a:pt x="2796" y="0"/>
                  </a:moveTo>
                  <a:cubicBezTo>
                    <a:pt x="2323" y="0"/>
                    <a:pt x="1860" y="79"/>
                    <a:pt x="1503" y="236"/>
                  </a:cubicBezTo>
                  <a:cubicBezTo>
                    <a:pt x="0" y="902"/>
                    <a:pt x="1332" y="2100"/>
                    <a:pt x="2283" y="2386"/>
                  </a:cubicBezTo>
                  <a:cubicBezTo>
                    <a:pt x="2448" y="2435"/>
                    <a:pt x="2646" y="2459"/>
                    <a:pt x="2859" y="2459"/>
                  </a:cubicBezTo>
                  <a:cubicBezTo>
                    <a:pt x="3872" y="2459"/>
                    <a:pt x="5226" y="1922"/>
                    <a:pt x="5022" y="1073"/>
                  </a:cubicBezTo>
                  <a:cubicBezTo>
                    <a:pt x="4866" y="360"/>
                    <a:pt x="3809" y="0"/>
                    <a:pt x="279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63"/>
            <p:cNvSpPr/>
            <p:nvPr/>
          </p:nvSpPr>
          <p:spPr>
            <a:xfrm>
              <a:off x="678260" y="94100"/>
              <a:ext cx="251032" cy="155490"/>
            </a:xfrm>
            <a:custGeom>
              <a:rect b="b" l="l" r="r" t="t"/>
              <a:pathLst>
                <a:path extrusionOk="0" h="5810" w="9380">
                  <a:moveTo>
                    <a:pt x="4525" y="0"/>
                  </a:moveTo>
                  <a:cubicBezTo>
                    <a:pt x="3720" y="0"/>
                    <a:pt x="2981" y="235"/>
                    <a:pt x="2513" y="784"/>
                  </a:cubicBezTo>
                  <a:cubicBezTo>
                    <a:pt x="1" y="3746"/>
                    <a:pt x="4177" y="5809"/>
                    <a:pt x="5951" y="5809"/>
                  </a:cubicBezTo>
                  <a:cubicBezTo>
                    <a:pt x="6057" y="5809"/>
                    <a:pt x="6154" y="5802"/>
                    <a:pt x="6241" y="5787"/>
                  </a:cubicBezTo>
                  <a:cubicBezTo>
                    <a:pt x="7782" y="5502"/>
                    <a:pt x="9380" y="3504"/>
                    <a:pt x="8334" y="1830"/>
                  </a:cubicBezTo>
                  <a:cubicBezTo>
                    <a:pt x="7648" y="766"/>
                    <a:pt x="5978" y="0"/>
                    <a:pt x="4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63"/>
            <p:cNvSpPr/>
            <p:nvPr/>
          </p:nvSpPr>
          <p:spPr>
            <a:xfrm>
              <a:off x="738879" y="123031"/>
              <a:ext cx="138951" cy="65300"/>
            </a:xfrm>
            <a:custGeom>
              <a:rect b="b" l="l" r="r" t="t"/>
              <a:pathLst>
                <a:path extrusionOk="0" h="2440" w="5192">
                  <a:moveTo>
                    <a:pt x="2774" y="0"/>
                  </a:moveTo>
                  <a:cubicBezTo>
                    <a:pt x="2303" y="0"/>
                    <a:pt x="1842" y="79"/>
                    <a:pt x="1485" y="236"/>
                  </a:cubicBezTo>
                  <a:cubicBezTo>
                    <a:pt x="1" y="902"/>
                    <a:pt x="1313" y="2081"/>
                    <a:pt x="2264" y="2366"/>
                  </a:cubicBezTo>
                  <a:cubicBezTo>
                    <a:pt x="2430" y="2416"/>
                    <a:pt x="2628" y="2440"/>
                    <a:pt x="2840" y="2440"/>
                  </a:cubicBezTo>
                  <a:cubicBezTo>
                    <a:pt x="3849" y="2440"/>
                    <a:pt x="5192" y="1905"/>
                    <a:pt x="5003" y="1073"/>
                  </a:cubicBezTo>
                  <a:cubicBezTo>
                    <a:pt x="4835" y="360"/>
                    <a:pt x="3782" y="0"/>
                    <a:pt x="2774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63"/>
            <p:cNvSpPr/>
            <p:nvPr/>
          </p:nvSpPr>
          <p:spPr>
            <a:xfrm>
              <a:off x="501676" y="362617"/>
              <a:ext cx="113018" cy="74534"/>
            </a:xfrm>
            <a:custGeom>
              <a:rect b="b" l="l" r="r" t="t"/>
              <a:pathLst>
                <a:path extrusionOk="0" h="2785" w="4223">
                  <a:moveTo>
                    <a:pt x="2984" y="1"/>
                  </a:moveTo>
                  <a:cubicBezTo>
                    <a:pt x="2339" y="1"/>
                    <a:pt x="1543" y="220"/>
                    <a:pt x="1046" y="414"/>
                  </a:cubicBezTo>
                  <a:cubicBezTo>
                    <a:pt x="114" y="775"/>
                    <a:pt x="0" y="1955"/>
                    <a:pt x="590" y="2639"/>
                  </a:cubicBezTo>
                  <a:cubicBezTo>
                    <a:pt x="677" y="2740"/>
                    <a:pt x="815" y="2785"/>
                    <a:pt x="986" y="2785"/>
                  </a:cubicBezTo>
                  <a:cubicBezTo>
                    <a:pt x="2008" y="2785"/>
                    <a:pt x="4223" y="1191"/>
                    <a:pt x="3995" y="490"/>
                  </a:cubicBezTo>
                  <a:cubicBezTo>
                    <a:pt x="3879" y="128"/>
                    <a:pt x="3476" y="1"/>
                    <a:pt x="298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63"/>
            <p:cNvSpPr/>
            <p:nvPr/>
          </p:nvSpPr>
          <p:spPr>
            <a:xfrm>
              <a:off x="465385" y="333846"/>
              <a:ext cx="199193" cy="145080"/>
            </a:xfrm>
            <a:custGeom>
              <a:rect b="b" l="l" r="r" t="t"/>
              <a:pathLst>
                <a:path extrusionOk="0" h="5421" w="7443">
                  <a:moveTo>
                    <a:pt x="3612" y="1"/>
                  </a:moveTo>
                  <a:cubicBezTo>
                    <a:pt x="1352" y="1"/>
                    <a:pt x="1" y="2375"/>
                    <a:pt x="234" y="3657"/>
                  </a:cubicBezTo>
                  <a:cubicBezTo>
                    <a:pt x="474" y="4806"/>
                    <a:pt x="1926" y="5420"/>
                    <a:pt x="3230" y="5420"/>
                  </a:cubicBezTo>
                  <a:cubicBezTo>
                    <a:pt x="3782" y="5420"/>
                    <a:pt x="4308" y="5310"/>
                    <a:pt x="4704" y="5084"/>
                  </a:cubicBezTo>
                  <a:cubicBezTo>
                    <a:pt x="6016" y="4323"/>
                    <a:pt x="7443" y="1755"/>
                    <a:pt x="5921" y="766"/>
                  </a:cubicBezTo>
                  <a:cubicBezTo>
                    <a:pt x="5079" y="223"/>
                    <a:pt x="4303" y="1"/>
                    <a:pt x="3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63"/>
            <p:cNvSpPr/>
            <p:nvPr/>
          </p:nvSpPr>
          <p:spPr>
            <a:xfrm>
              <a:off x="493514" y="354400"/>
              <a:ext cx="113072" cy="74293"/>
            </a:xfrm>
            <a:custGeom>
              <a:rect b="b" l="l" r="r" t="t"/>
              <a:pathLst>
                <a:path extrusionOk="0" h="2776" w="4225">
                  <a:moveTo>
                    <a:pt x="3001" y="0"/>
                  </a:moveTo>
                  <a:cubicBezTo>
                    <a:pt x="2353" y="0"/>
                    <a:pt x="1548" y="221"/>
                    <a:pt x="1047" y="417"/>
                  </a:cubicBezTo>
                  <a:cubicBezTo>
                    <a:pt x="115" y="759"/>
                    <a:pt x="1" y="1957"/>
                    <a:pt x="591" y="2642"/>
                  </a:cubicBezTo>
                  <a:cubicBezTo>
                    <a:pt x="672" y="2734"/>
                    <a:pt x="802" y="2776"/>
                    <a:pt x="965" y="2776"/>
                  </a:cubicBezTo>
                  <a:cubicBezTo>
                    <a:pt x="1971" y="2776"/>
                    <a:pt x="4225" y="1194"/>
                    <a:pt x="3995" y="474"/>
                  </a:cubicBezTo>
                  <a:cubicBezTo>
                    <a:pt x="3881" y="124"/>
                    <a:pt x="3485" y="0"/>
                    <a:pt x="30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63"/>
            <p:cNvSpPr/>
            <p:nvPr/>
          </p:nvSpPr>
          <p:spPr>
            <a:xfrm>
              <a:off x="1050938" y="395134"/>
              <a:ext cx="104320" cy="87032"/>
            </a:xfrm>
            <a:custGeom>
              <a:rect b="b" l="l" r="r" t="t"/>
              <a:pathLst>
                <a:path extrusionOk="0" h="3252" w="3898">
                  <a:moveTo>
                    <a:pt x="2634" y="0"/>
                  </a:moveTo>
                  <a:cubicBezTo>
                    <a:pt x="2113" y="0"/>
                    <a:pt x="1522" y="109"/>
                    <a:pt x="1066" y="264"/>
                  </a:cubicBezTo>
                  <a:cubicBezTo>
                    <a:pt x="1" y="625"/>
                    <a:pt x="1" y="2356"/>
                    <a:pt x="743" y="3098"/>
                  </a:cubicBezTo>
                  <a:cubicBezTo>
                    <a:pt x="848" y="3204"/>
                    <a:pt x="985" y="3251"/>
                    <a:pt x="1141" y="3251"/>
                  </a:cubicBezTo>
                  <a:cubicBezTo>
                    <a:pt x="2081" y="3251"/>
                    <a:pt x="3745" y="1555"/>
                    <a:pt x="3843" y="740"/>
                  </a:cubicBezTo>
                  <a:cubicBezTo>
                    <a:pt x="3897" y="196"/>
                    <a:pt x="3329" y="0"/>
                    <a:pt x="263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63"/>
            <p:cNvSpPr/>
            <p:nvPr/>
          </p:nvSpPr>
          <p:spPr>
            <a:xfrm>
              <a:off x="1013790" y="363313"/>
              <a:ext cx="180727" cy="169487"/>
            </a:xfrm>
            <a:custGeom>
              <a:rect b="b" l="l" r="r" t="t"/>
              <a:pathLst>
                <a:path extrusionOk="0" h="6333" w="6753">
                  <a:moveTo>
                    <a:pt x="3201" y="1"/>
                  </a:moveTo>
                  <a:cubicBezTo>
                    <a:pt x="2427" y="1"/>
                    <a:pt x="1705" y="193"/>
                    <a:pt x="1294" y="597"/>
                  </a:cubicBezTo>
                  <a:cubicBezTo>
                    <a:pt x="38" y="1833"/>
                    <a:pt x="0" y="2899"/>
                    <a:pt x="457" y="4135"/>
                  </a:cubicBezTo>
                  <a:cubicBezTo>
                    <a:pt x="864" y="5272"/>
                    <a:pt x="2739" y="6333"/>
                    <a:pt x="4057" y="6333"/>
                  </a:cubicBezTo>
                  <a:cubicBezTo>
                    <a:pt x="4217" y="6333"/>
                    <a:pt x="4368" y="6317"/>
                    <a:pt x="4508" y="6284"/>
                  </a:cubicBezTo>
                  <a:cubicBezTo>
                    <a:pt x="5783" y="5999"/>
                    <a:pt x="6753" y="3412"/>
                    <a:pt x="6353" y="1700"/>
                  </a:cubicBezTo>
                  <a:cubicBezTo>
                    <a:pt x="6110" y="605"/>
                    <a:pt x="4575" y="1"/>
                    <a:pt x="3201" y="1"/>
                  </a:cubicBezTo>
                  <a:close/>
                </a:path>
              </a:pathLst>
            </a:custGeom>
            <a:solidFill>
              <a:srgbClr val="6B33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63"/>
            <p:cNvSpPr/>
            <p:nvPr/>
          </p:nvSpPr>
          <p:spPr>
            <a:xfrm>
              <a:off x="1042802" y="386971"/>
              <a:ext cx="104293" cy="86871"/>
            </a:xfrm>
            <a:custGeom>
              <a:rect b="b" l="l" r="r" t="t"/>
              <a:pathLst>
                <a:path extrusionOk="0" h="3246" w="3897">
                  <a:moveTo>
                    <a:pt x="2633" y="1"/>
                  </a:moveTo>
                  <a:cubicBezTo>
                    <a:pt x="2113" y="1"/>
                    <a:pt x="1521" y="110"/>
                    <a:pt x="1066" y="265"/>
                  </a:cubicBezTo>
                  <a:cubicBezTo>
                    <a:pt x="0" y="626"/>
                    <a:pt x="0" y="2357"/>
                    <a:pt x="723" y="3099"/>
                  </a:cubicBezTo>
                  <a:cubicBezTo>
                    <a:pt x="830" y="3200"/>
                    <a:pt x="967" y="3246"/>
                    <a:pt x="1122" y="3246"/>
                  </a:cubicBezTo>
                  <a:cubicBezTo>
                    <a:pt x="2073" y="3246"/>
                    <a:pt x="3744" y="1558"/>
                    <a:pt x="3843" y="740"/>
                  </a:cubicBezTo>
                  <a:cubicBezTo>
                    <a:pt x="3897" y="196"/>
                    <a:pt x="3329" y="1"/>
                    <a:pt x="263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63"/>
            <p:cNvSpPr/>
            <p:nvPr/>
          </p:nvSpPr>
          <p:spPr>
            <a:xfrm>
              <a:off x="855432" y="800679"/>
              <a:ext cx="71804" cy="30135"/>
            </a:xfrm>
            <a:custGeom>
              <a:rect b="b" l="l" r="r" t="t"/>
              <a:pathLst>
                <a:path extrusionOk="0" h="1126" w="2683">
                  <a:moveTo>
                    <a:pt x="757" y="0"/>
                  </a:moveTo>
                  <a:cubicBezTo>
                    <a:pt x="352" y="0"/>
                    <a:pt x="34" y="84"/>
                    <a:pt x="21" y="290"/>
                  </a:cubicBezTo>
                  <a:cubicBezTo>
                    <a:pt x="1" y="903"/>
                    <a:pt x="593" y="1125"/>
                    <a:pt x="1206" y="1125"/>
                  </a:cubicBezTo>
                  <a:cubicBezTo>
                    <a:pt x="1772" y="1125"/>
                    <a:pt x="2356" y="936"/>
                    <a:pt x="2493" y="689"/>
                  </a:cubicBezTo>
                  <a:cubicBezTo>
                    <a:pt x="2682" y="324"/>
                    <a:pt x="1553" y="0"/>
                    <a:pt x="75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63"/>
            <p:cNvSpPr/>
            <p:nvPr/>
          </p:nvSpPr>
          <p:spPr>
            <a:xfrm>
              <a:off x="799069" y="773301"/>
              <a:ext cx="173501" cy="103571"/>
            </a:xfrm>
            <a:custGeom>
              <a:rect b="b" l="l" r="r" t="t"/>
              <a:pathLst>
                <a:path extrusionOk="0" h="3870" w="6483">
                  <a:moveTo>
                    <a:pt x="3096" y="0"/>
                  </a:moveTo>
                  <a:cubicBezTo>
                    <a:pt x="655" y="0"/>
                    <a:pt x="1" y="1795"/>
                    <a:pt x="871" y="3139"/>
                  </a:cubicBezTo>
                  <a:cubicBezTo>
                    <a:pt x="1200" y="3650"/>
                    <a:pt x="1893" y="3870"/>
                    <a:pt x="2664" y="3870"/>
                  </a:cubicBezTo>
                  <a:cubicBezTo>
                    <a:pt x="3900" y="3870"/>
                    <a:pt x="5334" y="3305"/>
                    <a:pt x="5779" y="2473"/>
                  </a:cubicBezTo>
                  <a:cubicBezTo>
                    <a:pt x="6482" y="1103"/>
                    <a:pt x="4714" y="0"/>
                    <a:pt x="3135" y="0"/>
                  </a:cubicBezTo>
                  <a:cubicBezTo>
                    <a:pt x="3122" y="0"/>
                    <a:pt x="3109" y="0"/>
                    <a:pt x="3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63"/>
            <p:cNvSpPr/>
            <p:nvPr/>
          </p:nvSpPr>
          <p:spPr>
            <a:xfrm>
              <a:off x="847296" y="792383"/>
              <a:ext cx="71831" cy="30429"/>
            </a:xfrm>
            <a:custGeom>
              <a:rect b="b" l="l" r="r" t="t"/>
              <a:pathLst>
                <a:path extrusionOk="0" h="1137" w="2684">
                  <a:moveTo>
                    <a:pt x="728" y="0"/>
                  </a:moveTo>
                  <a:cubicBezTo>
                    <a:pt x="333" y="0"/>
                    <a:pt x="27" y="81"/>
                    <a:pt x="20" y="276"/>
                  </a:cubicBezTo>
                  <a:cubicBezTo>
                    <a:pt x="0" y="906"/>
                    <a:pt x="610" y="1136"/>
                    <a:pt x="1232" y="1136"/>
                  </a:cubicBezTo>
                  <a:cubicBezTo>
                    <a:pt x="1794" y="1136"/>
                    <a:pt x="2367" y="948"/>
                    <a:pt x="2493" y="695"/>
                  </a:cubicBezTo>
                  <a:cubicBezTo>
                    <a:pt x="2684" y="326"/>
                    <a:pt x="1524" y="0"/>
                    <a:pt x="72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63"/>
            <p:cNvSpPr/>
            <p:nvPr/>
          </p:nvSpPr>
          <p:spPr>
            <a:xfrm>
              <a:off x="529162" y="649574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3" y="1"/>
                  </a:moveTo>
                  <a:cubicBezTo>
                    <a:pt x="2776" y="1"/>
                    <a:pt x="2587" y="31"/>
                    <a:pt x="2378" y="96"/>
                  </a:cubicBezTo>
                  <a:cubicBezTo>
                    <a:pt x="1370" y="439"/>
                    <a:pt x="495" y="1694"/>
                    <a:pt x="248" y="2303"/>
                  </a:cubicBezTo>
                  <a:cubicBezTo>
                    <a:pt x="0" y="2930"/>
                    <a:pt x="495" y="3349"/>
                    <a:pt x="1332" y="3862"/>
                  </a:cubicBezTo>
                  <a:cubicBezTo>
                    <a:pt x="1401" y="3904"/>
                    <a:pt x="1475" y="3924"/>
                    <a:pt x="1552" y="3924"/>
                  </a:cubicBezTo>
                  <a:cubicBezTo>
                    <a:pt x="2391" y="3924"/>
                    <a:pt x="3643" y="1650"/>
                    <a:pt x="3747" y="971"/>
                  </a:cubicBezTo>
                  <a:cubicBezTo>
                    <a:pt x="3867" y="404"/>
                    <a:pt x="3553" y="1"/>
                    <a:pt x="2943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63"/>
            <p:cNvSpPr/>
            <p:nvPr/>
          </p:nvSpPr>
          <p:spPr>
            <a:xfrm>
              <a:off x="479276" y="618662"/>
              <a:ext cx="196517" cy="177355"/>
            </a:xfrm>
            <a:custGeom>
              <a:rect b="b" l="l" r="r" t="t"/>
              <a:pathLst>
                <a:path extrusionOk="0" h="6627" w="7343">
                  <a:moveTo>
                    <a:pt x="4956" y="0"/>
                  </a:moveTo>
                  <a:cubicBezTo>
                    <a:pt x="3858" y="0"/>
                    <a:pt x="2581" y="921"/>
                    <a:pt x="1560" y="1898"/>
                  </a:cubicBezTo>
                  <a:cubicBezTo>
                    <a:pt x="0" y="3382"/>
                    <a:pt x="1313" y="5284"/>
                    <a:pt x="2226" y="6292"/>
                  </a:cubicBezTo>
                  <a:cubicBezTo>
                    <a:pt x="2430" y="6526"/>
                    <a:pt x="2725" y="6626"/>
                    <a:pt x="3067" y="6626"/>
                  </a:cubicBezTo>
                  <a:cubicBezTo>
                    <a:pt x="4224" y="6626"/>
                    <a:pt x="5927" y="5490"/>
                    <a:pt x="6543" y="4580"/>
                  </a:cubicBezTo>
                  <a:cubicBezTo>
                    <a:pt x="7342" y="3420"/>
                    <a:pt x="7133" y="1118"/>
                    <a:pt x="5897" y="281"/>
                  </a:cubicBezTo>
                  <a:cubicBezTo>
                    <a:pt x="5608" y="86"/>
                    <a:pt x="5290" y="0"/>
                    <a:pt x="4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63"/>
            <p:cNvSpPr/>
            <p:nvPr/>
          </p:nvSpPr>
          <p:spPr>
            <a:xfrm>
              <a:off x="521026" y="641946"/>
              <a:ext cx="103491" cy="105016"/>
            </a:xfrm>
            <a:custGeom>
              <a:rect b="b" l="l" r="r" t="t"/>
              <a:pathLst>
                <a:path extrusionOk="0" h="3924" w="3867">
                  <a:moveTo>
                    <a:pt x="2941" y="0"/>
                  </a:moveTo>
                  <a:cubicBezTo>
                    <a:pt x="2774" y="0"/>
                    <a:pt x="2586" y="31"/>
                    <a:pt x="2378" y="96"/>
                  </a:cubicBezTo>
                  <a:cubicBezTo>
                    <a:pt x="1370" y="400"/>
                    <a:pt x="495" y="1694"/>
                    <a:pt x="247" y="2302"/>
                  </a:cubicBezTo>
                  <a:cubicBezTo>
                    <a:pt x="0" y="2930"/>
                    <a:pt x="495" y="3368"/>
                    <a:pt x="1331" y="3862"/>
                  </a:cubicBezTo>
                  <a:cubicBezTo>
                    <a:pt x="1401" y="3904"/>
                    <a:pt x="1475" y="3923"/>
                    <a:pt x="1552" y="3923"/>
                  </a:cubicBezTo>
                  <a:cubicBezTo>
                    <a:pt x="2390" y="3923"/>
                    <a:pt x="3643" y="1652"/>
                    <a:pt x="3747" y="990"/>
                  </a:cubicBezTo>
                  <a:cubicBezTo>
                    <a:pt x="3867" y="407"/>
                    <a:pt x="3552" y="0"/>
                    <a:pt x="294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4" name="Google Shape;10384;p63"/>
          <p:cNvGrpSpPr/>
          <p:nvPr/>
        </p:nvGrpSpPr>
        <p:grpSpPr>
          <a:xfrm rot="4695876">
            <a:off x="8061975" y="-229899"/>
            <a:ext cx="1149108" cy="1138599"/>
            <a:chOff x="581988" y="3891200"/>
            <a:chExt cx="945850" cy="937200"/>
          </a:xfrm>
        </p:grpSpPr>
        <p:sp>
          <p:nvSpPr>
            <p:cNvPr id="10385" name="Google Shape;10385;p63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63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63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63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63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63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63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63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63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63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63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63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63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63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63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63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63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63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63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63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63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63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63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63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63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63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63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63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63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63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571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63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63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63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63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63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63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63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63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63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63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63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63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63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63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63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63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63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63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63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63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63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63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7" name="Google Shape;10437;p63"/>
          <p:cNvGrpSpPr/>
          <p:nvPr/>
        </p:nvGrpSpPr>
        <p:grpSpPr>
          <a:xfrm rot="2700000">
            <a:off x="1379166" y="4665584"/>
            <a:ext cx="723939" cy="415324"/>
            <a:chOff x="344875" y="2058100"/>
            <a:chExt cx="676225" cy="387950"/>
          </a:xfrm>
        </p:grpSpPr>
        <p:sp>
          <p:nvSpPr>
            <p:cNvPr id="10438" name="Google Shape;10438;p63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63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63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63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63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3" name="Google Shape;10443;p63"/>
          <p:cNvGrpSpPr/>
          <p:nvPr/>
        </p:nvGrpSpPr>
        <p:grpSpPr>
          <a:xfrm rot="5185981">
            <a:off x="963043" y="3510696"/>
            <a:ext cx="723881" cy="415290"/>
            <a:chOff x="344875" y="2058100"/>
            <a:chExt cx="676225" cy="387950"/>
          </a:xfrm>
        </p:grpSpPr>
        <p:sp>
          <p:nvSpPr>
            <p:cNvPr id="10444" name="Google Shape;10444;p63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63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63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63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63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34" Type="http://schemas.openxmlformats.org/officeDocument/2006/relationships/theme" Target="../theme/theme3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53.xml"/><Relationship Id="rId22" Type="http://schemas.openxmlformats.org/officeDocument/2006/relationships/slideLayout" Target="../slideLayouts/slideLayout55.xml"/><Relationship Id="rId21" Type="http://schemas.openxmlformats.org/officeDocument/2006/relationships/slideLayout" Target="../slideLayouts/slideLayout54.xml"/><Relationship Id="rId24" Type="http://schemas.openxmlformats.org/officeDocument/2006/relationships/slideLayout" Target="../slideLayouts/slideLayout57.xml"/><Relationship Id="rId23" Type="http://schemas.openxmlformats.org/officeDocument/2006/relationships/slideLayout" Target="../slideLayouts/slideLayout56.xml"/><Relationship Id="rId1" Type="http://schemas.openxmlformats.org/officeDocument/2006/relationships/slideLayout" Target="../slideLayouts/slideLayout34.xml"/><Relationship Id="rId2" Type="http://schemas.openxmlformats.org/officeDocument/2006/relationships/slideLayout" Target="../slideLayouts/slideLayout35.xml"/><Relationship Id="rId3" Type="http://schemas.openxmlformats.org/officeDocument/2006/relationships/slideLayout" Target="../slideLayouts/slideLayout36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Relationship Id="rId26" Type="http://schemas.openxmlformats.org/officeDocument/2006/relationships/slideLayout" Target="../slideLayouts/slideLayout59.xml"/><Relationship Id="rId25" Type="http://schemas.openxmlformats.org/officeDocument/2006/relationships/slideLayout" Target="../slideLayouts/slideLayout58.xml"/><Relationship Id="rId28" Type="http://schemas.openxmlformats.org/officeDocument/2006/relationships/slideLayout" Target="../slideLayouts/slideLayout61.xml"/><Relationship Id="rId27" Type="http://schemas.openxmlformats.org/officeDocument/2006/relationships/slideLayout" Target="../slideLayouts/slideLayout60.xml"/><Relationship Id="rId5" Type="http://schemas.openxmlformats.org/officeDocument/2006/relationships/slideLayout" Target="../slideLayouts/slideLayout38.xml"/><Relationship Id="rId6" Type="http://schemas.openxmlformats.org/officeDocument/2006/relationships/slideLayout" Target="../slideLayouts/slideLayout39.xml"/><Relationship Id="rId29" Type="http://schemas.openxmlformats.org/officeDocument/2006/relationships/theme" Target="../theme/theme1.xml"/><Relationship Id="rId7" Type="http://schemas.openxmlformats.org/officeDocument/2006/relationships/slideLayout" Target="../slideLayouts/slideLayout40.xml"/><Relationship Id="rId8" Type="http://schemas.openxmlformats.org/officeDocument/2006/relationships/slideLayout" Target="../slideLayouts/slideLayout41.xml"/><Relationship Id="rId11" Type="http://schemas.openxmlformats.org/officeDocument/2006/relationships/slideLayout" Target="../slideLayouts/slideLayout44.xml"/><Relationship Id="rId10" Type="http://schemas.openxmlformats.org/officeDocument/2006/relationships/slideLayout" Target="../slideLayouts/slideLayout43.xml"/><Relationship Id="rId13" Type="http://schemas.openxmlformats.org/officeDocument/2006/relationships/slideLayout" Target="../slideLayouts/slideLayout46.xml"/><Relationship Id="rId12" Type="http://schemas.openxmlformats.org/officeDocument/2006/relationships/slideLayout" Target="../slideLayouts/slideLayout45.xml"/><Relationship Id="rId15" Type="http://schemas.openxmlformats.org/officeDocument/2006/relationships/slideLayout" Target="../slideLayouts/slideLayout48.xml"/><Relationship Id="rId14" Type="http://schemas.openxmlformats.org/officeDocument/2006/relationships/slideLayout" Target="../slideLayouts/slideLayout47.xml"/><Relationship Id="rId17" Type="http://schemas.openxmlformats.org/officeDocument/2006/relationships/slideLayout" Target="../slideLayouts/slideLayout50.xml"/><Relationship Id="rId16" Type="http://schemas.openxmlformats.org/officeDocument/2006/relationships/slideLayout" Target="../slideLayouts/slideLayout49.xml"/><Relationship Id="rId19" Type="http://schemas.openxmlformats.org/officeDocument/2006/relationships/slideLayout" Target="../slideLayouts/slideLayout52.xml"/><Relationship Id="rId18" Type="http://schemas.openxmlformats.org/officeDocument/2006/relationships/slideLayout" Target="../slideLayouts/slideLayout5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Coiny"/>
              <a:buNone/>
              <a:defRPr sz="3500">
                <a:solidFill>
                  <a:schemeClr val="dk1"/>
                </a:solidFill>
                <a:latin typeface="Coiny"/>
                <a:ea typeface="Coiny"/>
                <a:cs typeface="Coiny"/>
                <a:sym typeface="Coin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100" y="1152475"/>
            <a:ext cx="77178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indent="-3302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Didact Gothic"/>
              <a:buChar char="●"/>
              <a:defRPr sz="16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indent="-3302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Didact Gothic"/>
              <a:buChar char="○"/>
              <a:defRPr sz="16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2pPr>
            <a:lvl3pPr indent="-3302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Didact Gothic"/>
              <a:buChar char="■"/>
              <a:defRPr sz="16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3pPr>
            <a:lvl4pPr indent="-3302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Didact Gothic"/>
              <a:buChar char="●"/>
              <a:defRPr sz="16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4pPr>
            <a:lvl5pPr indent="-3302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Didact Gothic"/>
              <a:buChar char="○"/>
              <a:defRPr sz="16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5pPr>
            <a:lvl6pPr indent="-3302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Didact Gothic"/>
              <a:buChar char="■"/>
              <a:defRPr sz="16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6pPr>
            <a:lvl7pPr indent="-3302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Didact Gothic"/>
              <a:buChar char="●"/>
              <a:defRPr sz="16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7pPr>
            <a:lvl8pPr indent="-3302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Didact Gothic"/>
              <a:buChar char="○"/>
              <a:defRPr sz="16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8pPr>
            <a:lvl9pPr indent="-3302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600"/>
              <a:buFont typeface="Didact Gothic"/>
              <a:buChar char="■"/>
              <a:defRPr sz="16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>
        <p15:guide id="1" orient="horz" pos="340">
          <p15:clr>
            <a:srgbClr val="EA4335"/>
          </p15:clr>
        </p15:guide>
        <p15:guide id="2" pos="449">
          <p15:clr>
            <a:srgbClr val="EA4335"/>
          </p15:clr>
        </p15:guide>
        <p15:guide id="3" orient="horz" pos="2900">
          <p15:clr>
            <a:srgbClr val="EA4335"/>
          </p15:clr>
        </p15:guide>
        <p15:guide id="4" pos="5311">
          <p15:clr>
            <a:srgbClr val="EA4335"/>
          </p15:clr>
        </p15:guide>
        <p15:guide id="5" pos="2880">
          <p15:clr>
            <a:srgbClr val="EA4335"/>
          </p15:clr>
        </p15:guide>
        <p15:guide id="6" orient="horz" pos="1620">
          <p15:clr>
            <a:srgbClr val="EA4335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1214" name="Shape 1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5" name="Google Shape;1215;p35"/>
          <p:cNvSpPr txBox="1"/>
          <p:nvPr>
            <p:ph type="title"/>
          </p:nvPr>
        </p:nvSpPr>
        <p:spPr>
          <a:xfrm>
            <a:off x="715100" y="445025"/>
            <a:ext cx="7713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Coustard"/>
              <a:buNone/>
              <a:defRPr sz="35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Coustard"/>
              <a:buNone/>
              <a:defRPr sz="35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Coustard"/>
              <a:buNone/>
              <a:defRPr sz="35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Coustard"/>
              <a:buNone/>
              <a:defRPr sz="35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Coustard"/>
              <a:buNone/>
              <a:defRPr sz="35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Coustard"/>
              <a:buNone/>
              <a:defRPr sz="35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Coustard"/>
              <a:buNone/>
              <a:defRPr sz="35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Coustard"/>
              <a:buNone/>
              <a:defRPr sz="35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Coustard"/>
              <a:buNone/>
              <a:defRPr sz="3500">
                <a:solidFill>
                  <a:schemeClr val="dk1"/>
                </a:solidFill>
                <a:latin typeface="Coustard"/>
                <a:ea typeface="Coustard"/>
                <a:cs typeface="Coustard"/>
                <a:sym typeface="Coustard"/>
              </a:defRPr>
            </a:lvl9pPr>
          </a:lstStyle>
          <a:p/>
        </p:txBody>
      </p:sp>
      <p:sp>
        <p:nvSpPr>
          <p:cNvPr id="1216" name="Google Shape;1216;p35"/>
          <p:cNvSpPr txBox="1"/>
          <p:nvPr>
            <p:ph idx="1" type="body"/>
          </p:nvPr>
        </p:nvSpPr>
        <p:spPr>
          <a:xfrm>
            <a:off x="715100" y="1152475"/>
            <a:ext cx="77139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Catamaran Medium"/>
              <a:buChar char="●"/>
              <a:defRPr>
                <a:solidFill>
                  <a:schemeClr val="dk2"/>
                </a:solidFill>
                <a:latin typeface="Catamaran Medium"/>
                <a:ea typeface="Catamaran Medium"/>
                <a:cs typeface="Catamaran Medium"/>
                <a:sym typeface="Catamaran Medium"/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Catamaran Medium"/>
              <a:buChar char="○"/>
              <a:defRPr>
                <a:solidFill>
                  <a:schemeClr val="dk2"/>
                </a:solidFill>
                <a:latin typeface="Catamaran Medium"/>
                <a:ea typeface="Catamaran Medium"/>
                <a:cs typeface="Catamaran Medium"/>
                <a:sym typeface="Catamaran Medium"/>
              </a:defRPr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Catamaran Medium"/>
              <a:buChar char="■"/>
              <a:defRPr>
                <a:solidFill>
                  <a:schemeClr val="dk2"/>
                </a:solidFill>
                <a:latin typeface="Catamaran Medium"/>
                <a:ea typeface="Catamaran Medium"/>
                <a:cs typeface="Catamaran Medium"/>
                <a:sym typeface="Catamaran Medium"/>
              </a:defRPr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Catamaran Medium"/>
              <a:buChar char="●"/>
              <a:defRPr>
                <a:solidFill>
                  <a:schemeClr val="dk2"/>
                </a:solidFill>
                <a:latin typeface="Catamaran Medium"/>
                <a:ea typeface="Catamaran Medium"/>
                <a:cs typeface="Catamaran Medium"/>
                <a:sym typeface="Catamaran Medium"/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Catamaran Medium"/>
              <a:buChar char="○"/>
              <a:defRPr>
                <a:solidFill>
                  <a:schemeClr val="dk2"/>
                </a:solidFill>
                <a:latin typeface="Catamaran Medium"/>
                <a:ea typeface="Catamaran Medium"/>
                <a:cs typeface="Catamaran Medium"/>
                <a:sym typeface="Catamaran Medium"/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Catamaran Medium"/>
              <a:buChar char="■"/>
              <a:defRPr>
                <a:solidFill>
                  <a:schemeClr val="dk2"/>
                </a:solidFill>
                <a:latin typeface="Catamaran Medium"/>
                <a:ea typeface="Catamaran Medium"/>
                <a:cs typeface="Catamaran Medium"/>
                <a:sym typeface="Catamaran Medium"/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Catamaran Medium"/>
              <a:buChar char="●"/>
              <a:defRPr>
                <a:solidFill>
                  <a:schemeClr val="dk2"/>
                </a:solidFill>
                <a:latin typeface="Catamaran Medium"/>
                <a:ea typeface="Catamaran Medium"/>
                <a:cs typeface="Catamaran Medium"/>
                <a:sym typeface="Catamaran Medium"/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Catamaran Medium"/>
              <a:buChar char="○"/>
              <a:defRPr>
                <a:solidFill>
                  <a:schemeClr val="dk2"/>
                </a:solidFill>
                <a:latin typeface="Catamaran Medium"/>
                <a:ea typeface="Catamaran Medium"/>
                <a:cs typeface="Catamaran Medium"/>
                <a:sym typeface="Catamaran Medium"/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Catamaran Medium"/>
              <a:buChar char="■"/>
              <a:defRPr>
                <a:solidFill>
                  <a:schemeClr val="dk2"/>
                </a:solidFill>
                <a:latin typeface="Catamaran Medium"/>
                <a:ea typeface="Catamaran Medium"/>
                <a:cs typeface="Catamaran Medium"/>
                <a:sym typeface="Catamaran Medium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81" r:id="rId1"/>
    <p:sldLayoutId id="2147483682" r:id="rId2"/>
    <p:sldLayoutId id="2147483683" r:id="rId3"/>
    <p:sldLayoutId id="2147483684" r:id="rId4"/>
    <p:sldLayoutId id="2147483685" r:id="rId5"/>
    <p:sldLayoutId id="2147483686" r:id="rId6"/>
    <p:sldLayoutId id="2147483687" r:id="rId7"/>
    <p:sldLayoutId id="2147483688" r:id="rId8"/>
    <p:sldLayoutId id="2147483689" r:id="rId9"/>
    <p:sldLayoutId id="2147483690" r:id="rId10"/>
    <p:sldLayoutId id="2147483691" r:id="rId11"/>
    <p:sldLayoutId id="2147483692" r:id="rId12"/>
    <p:sldLayoutId id="2147483693" r:id="rId13"/>
    <p:sldLayoutId id="2147483694" r:id="rId14"/>
    <p:sldLayoutId id="2147483695" r:id="rId15"/>
    <p:sldLayoutId id="2147483696" r:id="rId16"/>
    <p:sldLayoutId id="2147483697" r:id="rId17"/>
    <p:sldLayoutId id="2147483698" r:id="rId18"/>
    <p:sldLayoutId id="2147483699" r:id="rId19"/>
    <p:sldLayoutId id="2147483700" r:id="rId20"/>
    <p:sldLayoutId id="2147483701" r:id="rId21"/>
    <p:sldLayoutId id="2147483702" r:id="rId22"/>
    <p:sldLayoutId id="2147483703" r:id="rId23"/>
    <p:sldLayoutId id="2147483704" r:id="rId24"/>
    <p:sldLayoutId id="2147483705" r:id="rId25"/>
    <p:sldLayoutId id="2147483706" r:id="rId26"/>
    <p:sldLayoutId id="2147483707" r:id="rId27"/>
    <p:sldLayoutId id="2147483708" r:id="rId28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0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0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0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9.jpg"/><Relationship Id="rId4" Type="http://schemas.openxmlformats.org/officeDocument/2006/relationships/image" Target="../media/image13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7.jpg"/><Relationship Id="rId4" Type="http://schemas.openxmlformats.org/officeDocument/2006/relationships/image" Target="../media/image8.jpg"/><Relationship Id="rId5" Type="http://schemas.openxmlformats.org/officeDocument/2006/relationships/image" Target="../media/image6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1.jpg"/><Relationship Id="rId4" Type="http://schemas.openxmlformats.org/officeDocument/2006/relationships/image" Target="../media/image10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11.xml"/><Relationship Id="rId3" Type="http://schemas.openxmlformats.org/officeDocument/2006/relationships/hyperlink" Target="https://docs.google.com/spreadsheets/d/1QZ2aPehTdkvEJQBNX9YtNLwxz_4vQaJ6HnuoSGDEVHY/edit?usp=sharing" TargetMode="Externa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4.png"/><Relationship Id="rId4" Type="http://schemas.openxmlformats.org/officeDocument/2006/relationships/image" Target="../media/image1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5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8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0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12.jp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452" name="Shape 10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53" name="Google Shape;10453;p64"/>
          <p:cNvSpPr txBox="1"/>
          <p:nvPr>
            <p:ph type="ctrTitle"/>
          </p:nvPr>
        </p:nvSpPr>
        <p:spPr>
          <a:xfrm>
            <a:off x="715100" y="1367194"/>
            <a:ext cx="7713900" cy="19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500"/>
              <a:t>The Perfect Cookie</a:t>
            </a:r>
            <a:endParaRPr sz="6500"/>
          </a:p>
        </p:txBody>
      </p:sp>
      <p:sp>
        <p:nvSpPr>
          <p:cNvPr id="10454" name="Google Shape;10454;p64"/>
          <p:cNvSpPr txBox="1"/>
          <p:nvPr>
            <p:ph idx="1" type="subTitle"/>
          </p:nvPr>
        </p:nvSpPr>
        <p:spPr>
          <a:xfrm>
            <a:off x="1715100" y="3486975"/>
            <a:ext cx="5973900" cy="40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69463F"/>
                </a:solidFill>
                <a:latin typeface="Didact Gothic"/>
                <a:ea typeface="Didact Gothic"/>
                <a:cs typeface="Didact Gothic"/>
                <a:sym typeface="Didact Gothic"/>
              </a:rPr>
              <a:t>Alyssa Ford, Spencer Hales, Eliza Campbell, Blake Olsen</a:t>
            </a:r>
            <a:endParaRPr sz="1800">
              <a:solidFill>
                <a:srgbClr val="69463F"/>
              </a:solidFill>
              <a:latin typeface="Didact Gothic"/>
              <a:ea typeface="Didact Gothic"/>
              <a:cs typeface="Didact Gothic"/>
              <a:sym typeface="Didact Gothic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69463F"/>
                </a:solidFill>
                <a:latin typeface="Didact Gothic"/>
                <a:ea typeface="Didact Gothic"/>
                <a:cs typeface="Didact Gothic"/>
                <a:sym typeface="Didact Gothic"/>
              </a:rPr>
              <a:t>AKA The Chicken Strips</a:t>
            </a:r>
            <a:endParaRPr sz="1800">
              <a:solidFill>
                <a:srgbClr val="69463F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grpSp>
        <p:nvGrpSpPr>
          <p:cNvPr id="10455" name="Google Shape;10455;p64"/>
          <p:cNvGrpSpPr/>
          <p:nvPr/>
        </p:nvGrpSpPr>
        <p:grpSpPr>
          <a:xfrm>
            <a:off x="553313" y="3190100"/>
            <a:ext cx="945850" cy="937200"/>
            <a:chOff x="581988" y="3891200"/>
            <a:chExt cx="945850" cy="937200"/>
          </a:xfrm>
        </p:grpSpPr>
        <p:sp>
          <p:nvSpPr>
            <p:cNvPr id="10456" name="Google Shape;10456;p64"/>
            <p:cNvSpPr/>
            <p:nvPr/>
          </p:nvSpPr>
          <p:spPr>
            <a:xfrm>
              <a:off x="768863" y="3942700"/>
              <a:ext cx="758975" cy="731750"/>
            </a:xfrm>
            <a:custGeom>
              <a:rect b="b" l="l" r="r" t="t"/>
              <a:pathLst>
                <a:path extrusionOk="0" h="29270" w="30359">
                  <a:moveTo>
                    <a:pt x="9954" y="0"/>
                  </a:moveTo>
                  <a:cubicBezTo>
                    <a:pt x="7849" y="0"/>
                    <a:pt x="3348" y="2306"/>
                    <a:pt x="1732" y="4684"/>
                  </a:cubicBezTo>
                  <a:cubicBezTo>
                    <a:pt x="96" y="7137"/>
                    <a:pt x="1" y="12444"/>
                    <a:pt x="96" y="14270"/>
                  </a:cubicBezTo>
                  <a:cubicBezTo>
                    <a:pt x="191" y="16096"/>
                    <a:pt x="2455" y="18664"/>
                    <a:pt x="3672" y="20186"/>
                  </a:cubicBezTo>
                  <a:cubicBezTo>
                    <a:pt x="4908" y="21707"/>
                    <a:pt x="7856" y="22639"/>
                    <a:pt x="9587" y="24370"/>
                  </a:cubicBezTo>
                  <a:cubicBezTo>
                    <a:pt x="11318" y="26120"/>
                    <a:pt x="12840" y="28479"/>
                    <a:pt x="14894" y="28479"/>
                  </a:cubicBezTo>
                  <a:cubicBezTo>
                    <a:pt x="16601" y="28479"/>
                    <a:pt x="19127" y="29269"/>
                    <a:pt x="20854" y="29269"/>
                  </a:cubicBezTo>
                  <a:cubicBezTo>
                    <a:pt x="21166" y="29269"/>
                    <a:pt x="21453" y="29244"/>
                    <a:pt x="21704" y="29182"/>
                  </a:cubicBezTo>
                  <a:cubicBezTo>
                    <a:pt x="23358" y="28783"/>
                    <a:pt x="25184" y="27356"/>
                    <a:pt x="26307" y="24903"/>
                  </a:cubicBezTo>
                  <a:cubicBezTo>
                    <a:pt x="27410" y="22449"/>
                    <a:pt x="29559" y="19786"/>
                    <a:pt x="29959" y="16134"/>
                  </a:cubicBezTo>
                  <a:cubicBezTo>
                    <a:pt x="30358" y="12444"/>
                    <a:pt x="28513" y="5368"/>
                    <a:pt x="24975" y="3580"/>
                  </a:cubicBezTo>
                  <a:cubicBezTo>
                    <a:pt x="22921" y="2553"/>
                    <a:pt x="17842" y="1735"/>
                    <a:pt x="16530" y="1735"/>
                  </a:cubicBezTo>
                  <a:cubicBezTo>
                    <a:pt x="15199" y="1735"/>
                    <a:pt x="12155" y="100"/>
                    <a:pt x="10101" y="4"/>
                  </a:cubicBezTo>
                  <a:cubicBezTo>
                    <a:pt x="10053" y="2"/>
                    <a:pt x="10004" y="0"/>
                    <a:pt x="9954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64"/>
            <p:cNvSpPr/>
            <p:nvPr/>
          </p:nvSpPr>
          <p:spPr>
            <a:xfrm>
              <a:off x="737588" y="4432250"/>
              <a:ext cx="188425" cy="211700"/>
            </a:xfrm>
            <a:custGeom>
              <a:rect b="b" l="l" r="r" t="t"/>
              <a:pathLst>
                <a:path extrusionOk="0" h="8468" w="7537">
                  <a:moveTo>
                    <a:pt x="985" y="0"/>
                  </a:moveTo>
                  <a:cubicBezTo>
                    <a:pt x="0" y="0"/>
                    <a:pt x="860" y="3981"/>
                    <a:pt x="2165" y="4921"/>
                  </a:cubicBezTo>
                  <a:cubicBezTo>
                    <a:pt x="3591" y="5948"/>
                    <a:pt x="4295" y="7888"/>
                    <a:pt x="5627" y="8383"/>
                  </a:cubicBezTo>
                  <a:cubicBezTo>
                    <a:pt x="5778" y="8441"/>
                    <a:pt x="5919" y="8468"/>
                    <a:pt x="6052" y="8468"/>
                  </a:cubicBezTo>
                  <a:cubicBezTo>
                    <a:pt x="7083" y="8468"/>
                    <a:pt x="7537" y="6842"/>
                    <a:pt x="7453" y="5948"/>
                  </a:cubicBezTo>
                  <a:cubicBezTo>
                    <a:pt x="7339" y="4921"/>
                    <a:pt x="2013" y="546"/>
                    <a:pt x="1309" y="109"/>
                  </a:cubicBezTo>
                  <a:cubicBezTo>
                    <a:pt x="1184" y="35"/>
                    <a:pt x="1077" y="0"/>
                    <a:pt x="98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64"/>
            <p:cNvSpPr/>
            <p:nvPr/>
          </p:nvSpPr>
          <p:spPr>
            <a:xfrm>
              <a:off x="1096988" y="4029250"/>
              <a:ext cx="78250" cy="70850"/>
            </a:xfrm>
            <a:custGeom>
              <a:rect b="b" l="l" r="r" t="t"/>
              <a:pathLst>
                <a:path extrusionOk="0" h="2834" w="3130">
                  <a:moveTo>
                    <a:pt x="1154" y="1"/>
                  </a:moveTo>
                  <a:cubicBezTo>
                    <a:pt x="1125" y="1"/>
                    <a:pt x="1095" y="2"/>
                    <a:pt x="1065" y="4"/>
                  </a:cubicBezTo>
                  <a:cubicBezTo>
                    <a:pt x="0" y="99"/>
                    <a:pt x="190" y="2420"/>
                    <a:pt x="761" y="2762"/>
                  </a:cubicBezTo>
                  <a:cubicBezTo>
                    <a:pt x="844" y="2812"/>
                    <a:pt x="939" y="2834"/>
                    <a:pt x="1043" y="2834"/>
                  </a:cubicBezTo>
                  <a:cubicBezTo>
                    <a:pt x="1656" y="2834"/>
                    <a:pt x="2558" y="2068"/>
                    <a:pt x="2834" y="1678"/>
                  </a:cubicBezTo>
                  <a:cubicBezTo>
                    <a:pt x="3130" y="1216"/>
                    <a:pt x="2152" y="1"/>
                    <a:pt x="1154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64"/>
            <p:cNvSpPr/>
            <p:nvPr/>
          </p:nvSpPr>
          <p:spPr>
            <a:xfrm>
              <a:off x="1089838" y="4021700"/>
              <a:ext cx="78325" cy="71275"/>
            </a:xfrm>
            <a:custGeom>
              <a:rect b="b" l="l" r="r" t="t"/>
              <a:pathLst>
                <a:path extrusionOk="0" h="2851" w="3133">
                  <a:moveTo>
                    <a:pt x="1133" y="0"/>
                  </a:moveTo>
                  <a:cubicBezTo>
                    <a:pt x="1111" y="0"/>
                    <a:pt x="1088" y="1"/>
                    <a:pt x="1066" y="2"/>
                  </a:cubicBezTo>
                  <a:cubicBezTo>
                    <a:pt x="1" y="78"/>
                    <a:pt x="191" y="2418"/>
                    <a:pt x="762" y="2779"/>
                  </a:cubicBezTo>
                  <a:cubicBezTo>
                    <a:pt x="845" y="2829"/>
                    <a:pt x="940" y="2851"/>
                    <a:pt x="1044" y="2851"/>
                  </a:cubicBezTo>
                  <a:cubicBezTo>
                    <a:pt x="1657" y="2851"/>
                    <a:pt x="2559" y="2085"/>
                    <a:pt x="2835" y="1695"/>
                  </a:cubicBezTo>
                  <a:cubicBezTo>
                    <a:pt x="3133" y="1230"/>
                    <a:pt x="2138" y="0"/>
                    <a:pt x="1133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64"/>
            <p:cNvSpPr/>
            <p:nvPr/>
          </p:nvSpPr>
          <p:spPr>
            <a:xfrm>
              <a:off x="1116488" y="4334275"/>
              <a:ext cx="89950" cy="95275"/>
            </a:xfrm>
            <a:custGeom>
              <a:rect b="b" l="l" r="r" t="t"/>
              <a:pathLst>
                <a:path extrusionOk="0" h="3811" w="3598">
                  <a:moveTo>
                    <a:pt x="1537" y="0"/>
                  </a:moveTo>
                  <a:cubicBezTo>
                    <a:pt x="1500" y="0"/>
                    <a:pt x="1463" y="5"/>
                    <a:pt x="1427" y="15"/>
                  </a:cubicBezTo>
                  <a:cubicBezTo>
                    <a:pt x="0" y="414"/>
                    <a:pt x="970" y="3248"/>
                    <a:pt x="1427" y="3686"/>
                  </a:cubicBezTo>
                  <a:cubicBezTo>
                    <a:pt x="1522" y="3773"/>
                    <a:pt x="1640" y="3811"/>
                    <a:pt x="1770" y="3811"/>
                  </a:cubicBezTo>
                  <a:cubicBezTo>
                    <a:pt x="2262" y="3811"/>
                    <a:pt x="2933" y="3270"/>
                    <a:pt x="3234" y="2849"/>
                  </a:cubicBezTo>
                  <a:cubicBezTo>
                    <a:pt x="3598" y="2339"/>
                    <a:pt x="2376" y="0"/>
                    <a:pt x="153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64"/>
            <p:cNvSpPr/>
            <p:nvPr/>
          </p:nvSpPr>
          <p:spPr>
            <a:xfrm>
              <a:off x="1108863" y="4326600"/>
              <a:ext cx="89950" cy="95100"/>
            </a:xfrm>
            <a:custGeom>
              <a:rect b="b" l="l" r="r" t="t"/>
              <a:pathLst>
                <a:path extrusionOk="0" h="3804" w="3598">
                  <a:moveTo>
                    <a:pt x="1546" y="0"/>
                  </a:moveTo>
                  <a:cubicBezTo>
                    <a:pt x="1505" y="0"/>
                    <a:pt x="1466" y="6"/>
                    <a:pt x="1427" y="17"/>
                  </a:cubicBezTo>
                  <a:cubicBezTo>
                    <a:pt x="1" y="417"/>
                    <a:pt x="1009" y="3251"/>
                    <a:pt x="1427" y="3669"/>
                  </a:cubicBezTo>
                  <a:cubicBezTo>
                    <a:pt x="1526" y="3764"/>
                    <a:pt x="1648" y="3804"/>
                    <a:pt x="1783" y="3804"/>
                  </a:cubicBezTo>
                  <a:cubicBezTo>
                    <a:pt x="2275" y="3804"/>
                    <a:pt x="2936" y="3269"/>
                    <a:pt x="3234" y="2851"/>
                  </a:cubicBezTo>
                  <a:cubicBezTo>
                    <a:pt x="3597" y="2343"/>
                    <a:pt x="2385" y="0"/>
                    <a:pt x="154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64"/>
            <p:cNvSpPr/>
            <p:nvPr/>
          </p:nvSpPr>
          <p:spPr>
            <a:xfrm>
              <a:off x="1176813" y="4593625"/>
              <a:ext cx="45725" cy="33950"/>
            </a:xfrm>
            <a:custGeom>
              <a:rect b="b" l="l" r="r" t="t"/>
              <a:pathLst>
                <a:path extrusionOk="0" h="1358" w="1829">
                  <a:moveTo>
                    <a:pt x="798" y="1"/>
                  </a:moveTo>
                  <a:cubicBezTo>
                    <a:pt x="0" y="1"/>
                    <a:pt x="457" y="1357"/>
                    <a:pt x="897" y="1357"/>
                  </a:cubicBezTo>
                  <a:cubicBezTo>
                    <a:pt x="1353" y="1357"/>
                    <a:pt x="1829" y="121"/>
                    <a:pt x="897" y="7"/>
                  </a:cubicBezTo>
                  <a:cubicBezTo>
                    <a:pt x="862" y="3"/>
                    <a:pt x="829" y="1"/>
                    <a:pt x="79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64"/>
            <p:cNvSpPr/>
            <p:nvPr/>
          </p:nvSpPr>
          <p:spPr>
            <a:xfrm>
              <a:off x="1169313" y="4586025"/>
              <a:ext cx="45150" cy="33950"/>
            </a:xfrm>
            <a:custGeom>
              <a:rect b="b" l="l" r="r" t="t"/>
              <a:pathLst>
                <a:path extrusionOk="0" h="1358" w="1806">
                  <a:moveTo>
                    <a:pt x="795" y="0"/>
                  </a:moveTo>
                  <a:cubicBezTo>
                    <a:pt x="1" y="0"/>
                    <a:pt x="447" y="1357"/>
                    <a:pt x="884" y="1357"/>
                  </a:cubicBezTo>
                  <a:cubicBezTo>
                    <a:pt x="887" y="1357"/>
                    <a:pt x="889" y="1357"/>
                    <a:pt x="892" y="1357"/>
                  </a:cubicBezTo>
                  <a:cubicBezTo>
                    <a:pt x="1330" y="1357"/>
                    <a:pt x="1805" y="121"/>
                    <a:pt x="892" y="7"/>
                  </a:cubicBezTo>
                  <a:cubicBezTo>
                    <a:pt x="858" y="2"/>
                    <a:pt x="825" y="0"/>
                    <a:pt x="79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64"/>
            <p:cNvSpPr/>
            <p:nvPr/>
          </p:nvSpPr>
          <p:spPr>
            <a:xfrm>
              <a:off x="931138" y="4399250"/>
              <a:ext cx="46025" cy="40150"/>
            </a:xfrm>
            <a:custGeom>
              <a:rect b="b" l="l" r="r" t="t"/>
              <a:pathLst>
                <a:path extrusionOk="0" h="1606" w="1841">
                  <a:moveTo>
                    <a:pt x="760" y="1"/>
                  </a:moveTo>
                  <a:cubicBezTo>
                    <a:pt x="0" y="1"/>
                    <a:pt x="71" y="592"/>
                    <a:pt x="34" y="1201"/>
                  </a:cubicBezTo>
                  <a:cubicBezTo>
                    <a:pt x="5" y="1513"/>
                    <a:pt x="231" y="1605"/>
                    <a:pt x="523" y="1605"/>
                  </a:cubicBezTo>
                  <a:cubicBezTo>
                    <a:pt x="799" y="1605"/>
                    <a:pt x="1134" y="1523"/>
                    <a:pt x="1365" y="1467"/>
                  </a:cubicBezTo>
                  <a:cubicBezTo>
                    <a:pt x="1841" y="1334"/>
                    <a:pt x="1708" y="59"/>
                    <a:pt x="833" y="2"/>
                  </a:cubicBezTo>
                  <a:cubicBezTo>
                    <a:pt x="808" y="1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64"/>
            <p:cNvSpPr/>
            <p:nvPr/>
          </p:nvSpPr>
          <p:spPr>
            <a:xfrm>
              <a:off x="923413" y="4391675"/>
              <a:ext cx="45675" cy="40050"/>
            </a:xfrm>
            <a:custGeom>
              <a:rect b="b" l="l" r="r" t="t"/>
              <a:pathLst>
                <a:path extrusionOk="0" h="1602" w="1827">
                  <a:moveTo>
                    <a:pt x="799" y="1"/>
                  </a:moveTo>
                  <a:cubicBezTo>
                    <a:pt x="3" y="1"/>
                    <a:pt x="76" y="582"/>
                    <a:pt x="20" y="1199"/>
                  </a:cubicBezTo>
                  <a:cubicBezTo>
                    <a:pt x="0" y="1508"/>
                    <a:pt x="230" y="1601"/>
                    <a:pt x="518" y="1601"/>
                  </a:cubicBezTo>
                  <a:cubicBezTo>
                    <a:pt x="799" y="1601"/>
                    <a:pt x="1135" y="1512"/>
                    <a:pt x="1351" y="1447"/>
                  </a:cubicBezTo>
                  <a:cubicBezTo>
                    <a:pt x="1827" y="1333"/>
                    <a:pt x="1713" y="58"/>
                    <a:pt x="838" y="1"/>
                  </a:cubicBezTo>
                  <a:cubicBezTo>
                    <a:pt x="824" y="1"/>
                    <a:pt x="811" y="1"/>
                    <a:pt x="79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64"/>
            <p:cNvSpPr/>
            <p:nvPr/>
          </p:nvSpPr>
          <p:spPr>
            <a:xfrm>
              <a:off x="834963" y="4075850"/>
              <a:ext cx="183100" cy="163575"/>
            </a:xfrm>
            <a:custGeom>
              <a:rect b="b" l="l" r="r" t="t"/>
              <a:pathLst>
                <a:path extrusionOk="0" h="6543" w="7324">
                  <a:moveTo>
                    <a:pt x="3268" y="0"/>
                  </a:moveTo>
                  <a:cubicBezTo>
                    <a:pt x="2133" y="0"/>
                    <a:pt x="226" y="2277"/>
                    <a:pt x="115" y="3466"/>
                  </a:cubicBezTo>
                  <a:cubicBezTo>
                    <a:pt x="1" y="4683"/>
                    <a:pt x="876" y="5330"/>
                    <a:pt x="1827" y="6015"/>
                  </a:cubicBezTo>
                  <a:cubicBezTo>
                    <a:pt x="2352" y="6396"/>
                    <a:pt x="3247" y="6543"/>
                    <a:pt x="4077" y="6543"/>
                  </a:cubicBezTo>
                  <a:cubicBezTo>
                    <a:pt x="4778" y="6543"/>
                    <a:pt x="5435" y="6438"/>
                    <a:pt x="5783" y="6281"/>
                  </a:cubicBezTo>
                  <a:cubicBezTo>
                    <a:pt x="6563" y="5920"/>
                    <a:pt x="7324" y="3580"/>
                    <a:pt x="7210" y="2458"/>
                  </a:cubicBezTo>
                  <a:cubicBezTo>
                    <a:pt x="7115" y="1336"/>
                    <a:pt x="4661" y="175"/>
                    <a:pt x="3348" y="4"/>
                  </a:cubicBezTo>
                  <a:cubicBezTo>
                    <a:pt x="3322" y="2"/>
                    <a:pt x="3295" y="0"/>
                    <a:pt x="32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64"/>
            <p:cNvSpPr/>
            <p:nvPr/>
          </p:nvSpPr>
          <p:spPr>
            <a:xfrm>
              <a:off x="922463" y="4108750"/>
              <a:ext cx="76575" cy="108050"/>
            </a:xfrm>
            <a:custGeom>
              <a:rect b="b" l="l" r="r" t="t"/>
              <a:pathLst>
                <a:path extrusionOk="0" h="4322" w="3063">
                  <a:moveTo>
                    <a:pt x="1180" y="1"/>
                  </a:moveTo>
                  <a:cubicBezTo>
                    <a:pt x="1" y="1"/>
                    <a:pt x="419" y="3957"/>
                    <a:pt x="1180" y="4280"/>
                  </a:cubicBezTo>
                  <a:cubicBezTo>
                    <a:pt x="1242" y="4308"/>
                    <a:pt x="1304" y="4322"/>
                    <a:pt x="1366" y="4322"/>
                  </a:cubicBezTo>
                  <a:cubicBezTo>
                    <a:pt x="2059" y="4322"/>
                    <a:pt x="2698" y="2676"/>
                    <a:pt x="2873" y="1960"/>
                  </a:cubicBezTo>
                  <a:cubicBezTo>
                    <a:pt x="3063" y="1161"/>
                    <a:pt x="2036" y="1"/>
                    <a:pt x="1180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64"/>
            <p:cNvSpPr/>
            <p:nvPr/>
          </p:nvSpPr>
          <p:spPr>
            <a:xfrm>
              <a:off x="827363" y="4068225"/>
              <a:ext cx="182625" cy="163450"/>
            </a:xfrm>
            <a:custGeom>
              <a:rect b="b" l="l" r="r" t="t"/>
              <a:pathLst>
                <a:path extrusionOk="0" h="6538" w="7305">
                  <a:moveTo>
                    <a:pt x="3268" y="1"/>
                  </a:moveTo>
                  <a:cubicBezTo>
                    <a:pt x="2133" y="1"/>
                    <a:pt x="226" y="2278"/>
                    <a:pt x="115" y="3448"/>
                  </a:cubicBezTo>
                  <a:cubicBezTo>
                    <a:pt x="0" y="4684"/>
                    <a:pt x="875" y="5331"/>
                    <a:pt x="1826" y="6016"/>
                  </a:cubicBezTo>
                  <a:cubicBezTo>
                    <a:pt x="2357" y="6390"/>
                    <a:pt x="3259" y="6537"/>
                    <a:pt x="4091" y="6537"/>
                  </a:cubicBezTo>
                  <a:cubicBezTo>
                    <a:pt x="4779" y="6537"/>
                    <a:pt x="5419" y="6437"/>
                    <a:pt x="5764" y="6282"/>
                  </a:cubicBezTo>
                  <a:cubicBezTo>
                    <a:pt x="6563" y="5920"/>
                    <a:pt x="7304" y="3581"/>
                    <a:pt x="7190" y="2459"/>
                  </a:cubicBezTo>
                  <a:cubicBezTo>
                    <a:pt x="7095" y="1336"/>
                    <a:pt x="4661" y="176"/>
                    <a:pt x="3348" y="5"/>
                  </a:cubicBezTo>
                  <a:cubicBezTo>
                    <a:pt x="3322" y="2"/>
                    <a:pt x="3295" y="1"/>
                    <a:pt x="326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64"/>
            <p:cNvSpPr/>
            <p:nvPr/>
          </p:nvSpPr>
          <p:spPr>
            <a:xfrm>
              <a:off x="914388" y="4101150"/>
              <a:ext cx="77050" cy="107950"/>
            </a:xfrm>
            <a:custGeom>
              <a:rect b="b" l="l" r="r" t="t"/>
              <a:pathLst>
                <a:path extrusionOk="0" h="4318" w="3082">
                  <a:moveTo>
                    <a:pt x="1199" y="0"/>
                  </a:moveTo>
                  <a:cubicBezTo>
                    <a:pt x="0" y="0"/>
                    <a:pt x="438" y="3938"/>
                    <a:pt x="1199" y="4280"/>
                  </a:cubicBezTo>
                  <a:cubicBezTo>
                    <a:pt x="1258" y="4305"/>
                    <a:pt x="1318" y="4317"/>
                    <a:pt x="1377" y="4317"/>
                  </a:cubicBezTo>
                  <a:cubicBezTo>
                    <a:pt x="2072" y="4317"/>
                    <a:pt x="2716" y="2677"/>
                    <a:pt x="2891" y="1940"/>
                  </a:cubicBezTo>
                  <a:cubicBezTo>
                    <a:pt x="3082" y="1161"/>
                    <a:pt x="2054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64"/>
            <p:cNvSpPr/>
            <p:nvPr/>
          </p:nvSpPr>
          <p:spPr>
            <a:xfrm>
              <a:off x="1239638" y="4117700"/>
              <a:ext cx="198325" cy="188700"/>
            </a:xfrm>
            <a:custGeom>
              <a:rect b="b" l="l" r="r" t="t"/>
              <a:pathLst>
                <a:path extrusionOk="0" h="7548" w="7933">
                  <a:moveTo>
                    <a:pt x="3740" y="0"/>
                  </a:moveTo>
                  <a:cubicBezTo>
                    <a:pt x="2408" y="0"/>
                    <a:pt x="72" y="2801"/>
                    <a:pt x="20" y="3808"/>
                  </a:cubicBezTo>
                  <a:cubicBezTo>
                    <a:pt x="0" y="4892"/>
                    <a:pt x="2074" y="7099"/>
                    <a:pt x="3215" y="7498"/>
                  </a:cubicBezTo>
                  <a:cubicBezTo>
                    <a:pt x="3317" y="7532"/>
                    <a:pt x="3427" y="7548"/>
                    <a:pt x="3544" y="7548"/>
                  </a:cubicBezTo>
                  <a:cubicBezTo>
                    <a:pt x="4752" y="7548"/>
                    <a:pt x="6642" y="5851"/>
                    <a:pt x="7266" y="4550"/>
                  </a:cubicBezTo>
                  <a:cubicBezTo>
                    <a:pt x="7932" y="3143"/>
                    <a:pt x="5326" y="689"/>
                    <a:pt x="4090" y="80"/>
                  </a:cubicBezTo>
                  <a:cubicBezTo>
                    <a:pt x="3984" y="26"/>
                    <a:pt x="3867" y="0"/>
                    <a:pt x="3740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64"/>
            <p:cNvSpPr/>
            <p:nvPr/>
          </p:nvSpPr>
          <p:spPr>
            <a:xfrm>
              <a:off x="1305738" y="4142300"/>
              <a:ext cx="101250" cy="124875"/>
            </a:xfrm>
            <a:custGeom>
              <a:rect b="b" l="l" r="r" t="t"/>
              <a:pathLst>
                <a:path extrusionOk="0" h="4995" w="4050">
                  <a:moveTo>
                    <a:pt x="1266" y="1"/>
                  </a:moveTo>
                  <a:cubicBezTo>
                    <a:pt x="1192" y="1"/>
                    <a:pt x="1125" y="16"/>
                    <a:pt x="1066" y="47"/>
                  </a:cubicBezTo>
                  <a:cubicBezTo>
                    <a:pt x="0" y="561"/>
                    <a:pt x="989" y="4251"/>
                    <a:pt x="1712" y="4840"/>
                  </a:cubicBezTo>
                  <a:cubicBezTo>
                    <a:pt x="1847" y="4947"/>
                    <a:pt x="1994" y="4994"/>
                    <a:pt x="2147" y="4994"/>
                  </a:cubicBezTo>
                  <a:cubicBezTo>
                    <a:pt x="2811" y="4994"/>
                    <a:pt x="3569" y="4090"/>
                    <a:pt x="3786" y="3224"/>
                  </a:cubicBezTo>
                  <a:cubicBezTo>
                    <a:pt x="4049" y="2222"/>
                    <a:pt x="2168" y="1"/>
                    <a:pt x="126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64"/>
            <p:cNvSpPr/>
            <p:nvPr/>
          </p:nvSpPr>
          <p:spPr>
            <a:xfrm>
              <a:off x="1232038" y="4109825"/>
              <a:ext cx="198300" cy="188500"/>
            </a:xfrm>
            <a:custGeom>
              <a:rect b="b" l="l" r="r" t="t"/>
              <a:pathLst>
                <a:path extrusionOk="0" h="7540" w="7932">
                  <a:moveTo>
                    <a:pt x="3759" y="1"/>
                  </a:moveTo>
                  <a:cubicBezTo>
                    <a:pt x="2430" y="1"/>
                    <a:pt x="72" y="2805"/>
                    <a:pt x="19" y="3800"/>
                  </a:cubicBezTo>
                  <a:cubicBezTo>
                    <a:pt x="0" y="4903"/>
                    <a:pt x="2054" y="7110"/>
                    <a:pt x="3196" y="7490"/>
                  </a:cubicBezTo>
                  <a:cubicBezTo>
                    <a:pt x="3299" y="7523"/>
                    <a:pt x="3411" y="7539"/>
                    <a:pt x="3529" y="7539"/>
                  </a:cubicBezTo>
                  <a:cubicBezTo>
                    <a:pt x="4752" y="7539"/>
                    <a:pt x="6642" y="5843"/>
                    <a:pt x="7266" y="4542"/>
                  </a:cubicBezTo>
                  <a:cubicBezTo>
                    <a:pt x="7932" y="3134"/>
                    <a:pt x="5326" y="700"/>
                    <a:pt x="4090" y="72"/>
                  </a:cubicBezTo>
                  <a:cubicBezTo>
                    <a:pt x="3989" y="23"/>
                    <a:pt x="3878" y="1"/>
                    <a:pt x="3759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64"/>
            <p:cNvSpPr/>
            <p:nvPr/>
          </p:nvSpPr>
          <p:spPr>
            <a:xfrm>
              <a:off x="1298138" y="4134300"/>
              <a:ext cx="100775" cy="125275"/>
            </a:xfrm>
            <a:custGeom>
              <a:rect b="b" l="l" r="r" t="t"/>
              <a:pathLst>
                <a:path extrusionOk="0" h="5011" w="4031">
                  <a:moveTo>
                    <a:pt x="1257" y="1"/>
                  </a:moveTo>
                  <a:cubicBezTo>
                    <a:pt x="1187" y="1"/>
                    <a:pt x="1122" y="15"/>
                    <a:pt x="1065" y="44"/>
                  </a:cubicBezTo>
                  <a:cubicBezTo>
                    <a:pt x="0" y="595"/>
                    <a:pt x="989" y="4266"/>
                    <a:pt x="1712" y="4856"/>
                  </a:cubicBezTo>
                  <a:cubicBezTo>
                    <a:pt x="1847" y="4963"/>
                    <a:pt x="1993" y="5010"/>
                    <a:pt x="2145" y="5010"/>
                  </a:cubicBezTo>
                  <a:cubicBezTo>
                    <a:pt x="2804" y="5010"/>
                    <a:pt x="3550" y="4106"/>
                    <a:pt x="3766" y="3239"/>
                  </a:cubicBezTo>
                  <a:cubicBezTo>
                    <a:pt x="4031" y="2217"/>
                    <a:pt x="2154" y="1"/>
                    <a:pt x="125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64"/>
            <p:cNvSpPr/>
            <p:nvPr/>
          </p:nvSpPr>
          <p:spPr>
            <a:xfrm>
              <a:off x="1377538" y="4475950"/>
              <a:ext cx="85650" cy="87025"/>
            </a:xfrm>
            <a:custGeom>
              <a:rect b="b" l="l" r="r" t="t"/>
              <a:pathLst>
                <a:path extrusionOk="0" h="3481" w="3426">
                  <a:moveTo>
                    <a:pt x="1591" y="0"/>
                  </a:moveTo>
                  <a:cubicBezTo>
                    <a:pt x="1543" y="0"/>
                    <a:pt x="1495" y="5"/>
                    <a:pt x="1446" y="16"/>
                  </a:cubicBezTo>
                  <a:cubicBezTo>
                    <a:pt x="1" y="320"/>
                    <a:pt x="77" y="1671"/>
                    <a:pt x="305" y="2793"/>
                  </a:cubicBezTo>
                  <a:cubicBezTo>
                    <a:pt x="414" y="3289"/>
                    <a:pt x="891" y="3480"/>
                    <a:pt x="1422" y="3480"/>
                  </a:cubicBezTo>
                  <a:cubicBezTo>
                    <a:pt x="2093" y="3480"/>
                    <a:pt x="2851" y="3175"/>
                    <a:pt x="3063" y="2793"/>
                  </a:cubicBezTo>
                  <a:cubicBezTo>
                    <a:pt x="3426" y="2140"/>
                    <a:pt x="2578" y="0"/>
                    <a:pt x="159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64"/>
            <p:cNvSpPr/>
            <p:nvPr/>
          </p:nvSpPr>
          <p:spPr>
            <a:xfrm>
              <a:off x="1313813" y="4442575"/>
              <a:ext cx="173600" cy="177525"/>
            </a:xfrm>
            <a:custGeom>
              <a:rect b="b" l="l" r="r" t="t"/>
              <a:pathLst>
                <a:path extrusionOk="0" h="7101" w="6944">
                  <a:moveTo>
                    <a:pt x="3477" y="1"/>
                  </a:moveTo>
                  <a:cubicBezTo>
                    <a:pt x="1936" y="1"/>
                    <a:pt x="832" y="3189"/>
                    <a:pt x="438" y="4318"/>
                  </a:cubicBezTo>
                  <a:cubicBezTo>
                    <a:pt x="1" y="5497"/>
                    <a:pt x="933" y="6144"/>
                    <a:pt x="2150" y="6962"/>
                  </a:cubicBezTo>
                  <a:cubicBezTo>
                    <a:pt x="2298" y="7057"/>
                    <a:pt x="2462" y="7100"/>
                    <a:pt x="2638" y="7100"/>
                  </a:cubicBezTo>
                  <a:cubicBezTo>
                    <a:pt x="3933" y="7100"/>
                    <a:pt x="5851" y="4761"/>
                    <a:pt x="6354" y="3823"/>
                  </a:cubicBezTo>
                  <a:cubicBezTo>
                    <a:pt x="6943" y="2739"/>
                    <a:pt x="5745" y="533"/>
                    <a:pt x="3767" y="38"/>
                  </a:cubicBezTo>
                  <a:cubicBezTo>
                    <a:pt x="3669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64"/>
            <p:cNvSpPr/>
            <p:nvPr/>
          </p:nvSpPr>
          <p:spPr>
            <a:xfrm>
              <a:off x="1369938" y="4467925"/>
              <a:ext cx="85675" cy="87225"/>
            </a:xfrm>
            <a:custGeom>
              <a:rect b="b" l="l" r="r" t="t"/>
              <a:pathLst>
                <a:path extrusionOk="0" h="3489" w="3427">
                  <a:moveTo>
                    <a:pt x="1581" y="0"/>
                  </a:moveTo>
                  <a:cubicBezTo>
                    <a:pt x="1536" y="0"/>
                    <a:pt x="1491" y="4"/>
                    <a:pt x="1446" y="13"/>
                  </a:cubicBezTo>
                  <a:cubicBezTo>
                    <a:pt x="0" y="337"/>
                    <a:pt x="76" y="1706"/>
                    <a:pt x="305" y="2809"/>
                  </a:cubicBezTo>
                  <a:cubicBezTo>
                    <a:pt x="414" y="3299"/>
                    <a:pt x="895" y="3489"/>
                    <a:pt x="1429" y="3489"/>
                  </a:cubicBezTo>
                  <a:cubicBezTo>
                    <a:pt x="2098" y="3489"/>
                    <a:pt x="2851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64"/>
            <p:cNvSpPr/>
            <p:nvPr/>
          </p:nvSpPr>
          <p:spPr>
            <a:xfrm>
              <a:off x="941488" y="4564475"/>
              <a:ext cx="193550" cy="146275"/>
            </a:xfrm>
            <a:custGeom>
              <a:rect b="b" l="l" r="r" t="t"/>
              <a:pathLst>
                <a:path extrusionOk="0" h="5851" w="7742">
                  <a:moveTo>
                    <a:pt x="3766" y="0"/>
                  </a:moveTo>
                  <a:cubicBezTo>
                    <a:pt x="2081" y="0"/>
                    <a:pt x="1033" y="1034"/>
                    <a:pt x="571" y="2143"/>
                  </a:cubicBezTo>
                  <a:cubicBezTo>
                    <a:pt x="0" y="3531"/>
                    <a:pt x="1180" y="4977"/>
                    <a:pt x="1864" y="5529"/>
                  </a:cubicBezTo>
                  <a:cubicBezTo>
                    <a:pt x="2149" y="5736"/>
                    <a:pt x="2861" y="5850"/>
                    <a:pt x="3669" y="5850"/>
                  </a:cubicBezTo>
                  <a:cubicBezTo>
                    <a:pt x="4863" y="5850"/>
                    <a:pt x="6266" y="5601"/>
                    <a:pt x="6810" y="5034"/>
                  </a:cubicBezTo>
                  <a:cubicBezTo>
                    <a:pt x="7742" y="4045"/>
                    <a:pt x="6239" y="507"/>
                    <a:pt x="5060" y="184"/>
                  </a:cubicBezTo>
                  <a:cubicBezTo>
                    <a:pt x="4593" y="57"/>
                    <a:pt x="4162" y="0"/>
                    <a:pt x="3766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64"/>
            <p:cNvSpPr/>
            <p:nvPr/>
          </p:nvSpPr>
          <p:spPr>
            <a:xfrm>
              <a:off x="992988" y="4587675"/>
              <a:ext cx="111625" cy="69725"/>
            </a:xfrm>
            <a:custGeom>
              <a:rect b="b" l="l" r="r" t="t"/>
              <a:pathLst>
                <a:path extrusionOk="0" h="2789" w="4465">
                  <a:moveTo>
                    <a:pt x="1875" y="0"/>
                  </a:moveTo>
                  <a:cubicBezTo>
                    <a:pt x="1" y="0"/>
                    <a:pt x="321" y="1617"/>
                    <a:pt x="908" y="2014"/>
                  </a:cubicBezTo>
                  <a:cubicBezTo>
                    <a:pt x="1348" y="2317"/>
                    <a:pt x="2456" y="2789"/>
                    <a:pt x="3244" y="2789"/>
                  </a:cubicBezTo>
                  <a:cubicBezTo>
                    <a:pt x="3544" y="2789"/>
                    <a:pt x="3799" y="2720"/>
                    <a:pt x="3951" y="2546"/>
                  </a:cubicBezTo>
                  <a:cubicBezTo>
                    <a:pt x="4465" y="1938"/>
                    <a:pt x="3380" y="169"/>
                    <a:pt x="2524" y="55"/>
                  </a:cubicBezTo>
                  <a:cubicBezTo>
                    <a:pt x="2283" y="17"/>
                    <a:pt x="2068" y="0"/>
                    <a:pt x="1875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64"/>
            <p:cNvSpPr/>
            <p:nvPr/>
          </p:nvSpPr>
          <p:spPr>
            <a:xfrm>
              <a:off x="933413" y="4556975"/>
              <a:ext cx="194025" cy="146650"/>
            </a:xfrm>
            <a:custGeom>
              <a:rect b="b" l="l" r="r" t="t"/>
              <a:pathLst>
                <a:path extrusionOk="0" h="5866" w="7761">
                  <a:moveTo>
                    <a:pt x="3761" y="0"/>
                  </a:moveTo>
                  <a:cubicBezTo>
                    <a:pt x="2095" y="0"/>
                    <a:pt x="1061" y="1054"/>
                    <a:pt x="571" y="2158"/>
                  </a:cubicBezTo>
                  <a:cubicBezTo>
                    <a:pt x="0" y="3546"/>
                    <a:pt x="1198" y="4992"/>
                    <a:pt x="1883" y="5543"/>
                  </a:cubicBezTo>
                  <a:cubicBezTo>
                    <a:pt x="2160" y="5751"/>
                    <a:pt x="2867" y="5865"/>
                    <a:pt x="3674" y="5865"/>
                  </a:cubicBezTo>
                  <a:cubicBezTo>
                    <a:pt x="4865" y="5865"/>
                    <a:pt x="6273" y="5616"/>
                    <a:pt x="6829" y="5049"/>
                  </a:cubicBezTo>
                  <a:cubicBezTo>
                    <a:pt x="7761" y="4060"/>
                    <a:pt x="6258" y="522"/>
                    <a:pt x="5079" y="199"/>
                  </a:cubicBezTo>
                  <a:cubicBezTo>
                    <a:pt x="4602" y="62"/>
                    <a:pt x="4163" y="0"/>
                    <a:pt x="376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64"/>
            <p:cNvSpPr/>
            <p:nvPr/>
          </p:nvSpPr>
          <p:spPr>
            <a:xfrm>
              <a:off x="984938" y="4580175"/>
              <a:ext cx="112075" cy="69625"/>
            </a:xfrm>
            <a:custGeom>
              <a:rect b="b" l="l" r="r" t="t"/>
              <a:pathLst>
                <a:path extrusionOk="0" h="2785" w="4483">
                  <a:moveTo>
                    <a:pt x="1908" y="0"/>
                  </a:moveTo>
                  <a:cubicBezTo>
                    <a:pt x="0" y="0"/>
                    <a:pt x="337" y="1610"/>
                    <a:pt x="925" y="1990"/>
                  </a:cubicBezTo>
                  <a:cubicBezTo>
                    <a:pt x="1366" y="2307"/>
                    <a:pt x="2476" y="2784"/>
                    <a:pt x="3264" y="2784"/>
                  </a:cubicBezTo>
                  <a:cubicBezTo>
                    <a:pt x="3564" y="2784"/>
                    <a:pt x="3817" y="2715"/>
                    <a:pt x="3969" y="2542"/>
                  </a:cubicBezTo>
                  <a:cubicBezTo>
                    <a:pt x="4482" y="1933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64"/>
            <p:cNvSpPr/>
            <p:nvPr/>
          </p:nvSpPr>
          <p:spPr>
            <a:xfrm>
              <a:off x="723213" y="4292825"/>
              <a:ext cx="116300" cy="165450"/>
            </a:xfrm>
            <a:custGeom>
              <a:rect b="b" l="l" r="r" t="t"/>
              <a:pathLst>
                <a:path extrusionOk="0" h="6618" w="4652">
                  <a:moveTo>
                    <a:pt x="2087" y="1"/>
                  </a:moveTo>
                  <a:cubicBezTo>
                    <a:pt x="1925" y="1"/>
                    <a:pt x="1767" y="24"/>
                    <a:pt x="1618" y="75"/>
                  </a:cubicBezTo>
                  <a:cubicBezTo>
                    <a:pt x="96" y="607"/>
                    <a:pt x="1" y="3499"/>
                    <a:pt x="362" y="5058"/>
                  </a:cubicBezTo>
                  <a:cubicBezTo>
                    <a:pt x="686" y="6618"/>
                    <a:pt x="1884" y="6542"/>
                    <a:pt x="2968" y="6580"/>
                  </a:cubicBezTo>
                  <a:cubicBezTo>
                    <a:pt x="2972" y="6580"/>
                    <a:pt x="2975" y="6580"/>
                    <a:pt x="2979" y="6580"/>
                  </a:cubicBezTo>
                  <a:cubicBezTo>
                    <a:pt x="4074" y="6580"/>
                    <a:pt x="4509" y="3760"/>
                    <a:pt x="4585" y="2433"/>
                  </a:cubicBezTo>
                  <a:cubicBezTo>
                    <a:pt x="4652" y="1246"/>
                    <a:pt x="3264" y="1"/>
                    <a:pt x="208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64"/>
            <p:cNvSpPr/>
            <p:nvPr/>
          </p:nvSpPr>
          <p:spPr>
            <a:xfrm>
              <a:off x="762388" y="4309950"/>
              <a:ext cx="72125" cy="89675"/>
            </a:xfrm>
            <a:custGeom>
              <a:rect b="b" l="l" r="r" t="t"/>
              <a:pathLst>
                <a:path extrusionOk="0" h="3587" w="2885">
                  <a:moveTo>
                    <a:pt x="707" y="0"/>
                  </a:moveTo>
                  <a:cubicBezTo>
                    <a:pt x="249" y="0"/>
                    <a:pt x="242" y="496"/>
                    <a:pt x="146" y="1140"/>
                  </a:cubicBezTo>
                  <a:cubicBezTo>
                    <a:pt x="1" y="1974"/>
                    <a:pt x="1273" y="3586"/>
                    <a:pt x="1936" y="3586"/>
                  </a:cubicBezTo>
                  <a:cubicBezTo>
                    <a:pt x="1969" y="3586"/>
                    <a:pt x="2000" y="3582"/>
                    <a:pt x="2029" y="3574"/>
                  </a:cubicBezTo>
                  <a:cubicBezTo>
                    <a:pt x="2618" y="3403"/>
                    <a:pt x="2885" y="969"/>
                    <a:pt x="1477" y="246"/>
                  </a:cubicBezTo>
                  <a:cubicBezTo>
                    <a:pt x="1131" y="75"/>
                    <a:pt x="885" y="0"/>
                    <a:pt x="70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64"/>
            <p:cNvSpPr/>
            <p:nvPr/>
          </p:nvSpPr>
          <p:spPr>
            <a:xfrm>
              <a:off x="716088" y="4285225"/>
              <a:ext cx="115825" cy="165450"/>
            </a:xfrm>
            <a:custGeom>
              <a:rect b="b" l="l" r="r" t="t"/>
              <a:pathLst>
                <a:path extrusionOk="0" h="6618" w="4633">
                  <a:moveTo>
                    <a:pt x="2068" y="0"/>
                  </a:moveTo>
                  <a:cubicBezTo>
                    <a:pt x="1906" y="0"/>
                    <a:pt x="1748" y="24"/>
                    <a:pt x="1598" y="74"/>
                  </a:cubicBezTo>
                  <a:cubicBezTo>
                    <a:pt x="77" y="607"/>
                    <a:pt x="1" y="3498"/>
                    <a:pt x="324" y="5039"/>
                  </a:cubicBezTo>
                  <a:cubicBezTo>
                    <a:pt x="666" y="6618"/>
                    <a:pt x="1846" y="6542"/>
                    <a:pt x="2949" y="6561"/>
                  </a:cubicBezTo>
                  <a:cubicBezTo>
                    <a:pt x="2956" y="6561"/>
                    <a:pt x="2963" y="6561"/>
                    <a:pt x="2970" y="6561"/>
                  </a:cubicBezTo>
                  <a:cubicBezTo>
                    <a:pt x="4039" y="6561"/>
                    <a:pt x="4490" y="3756"/>
                    <a:pt x="4566" y="2433"/>
                  </a:cubicBezTo>
                  <a:cubicBezTo>
                    <a:pt x="4632" y="1246"/>
                    <a:pt x="3244" y="0"/>
                    <a:pt x="2068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64"/>
            <p:cNvSpPr/>
            <p:nvPr/>
          </p:nvSpPr>
          <p:spPr>
            <a:xfrm>
              <a:off x="754788" y="4302525"/>
              <a:ext cx="71650" cy="89475"/>
            </a:xfrm>
            <a:custGeom>
              <a:rect b="b" l="l" r="r" t="t"/>
              <a:pathLst>
                <a:path extrusionOk="0" h="3579" w="2866">
                  <a:moveTo>
                    <a:pt x="707" y="1"/>
                  </a:moveTo>
                  <a:cubicBezTo>
                    <a:pt x="248" y="1"/>
                    <a:pt x="241" y="483"/>
                    <a:pt x="145" y="1113"/>
                  </a:cubicBezTo>
                  <a:cubicBezTo>
                    <a:pt x="0" y="1966"/>
                    <a:pt x="1273" y="3579"/>
                    <a:pt x="1919" y="3579"/>
                  </a:cubicBezTo>
                  <a:cubicBezTo>
                    <a:pt x="1951" y="3579"/>
                    <a:pt x="1981" y="3575"/>
                    <a:pt x="2009" y="3567"/>
                  </a:cubicBezTo>
                  <a:cubicBezTo>
                    <a:pt x="2618" y="3396"/>
                    <a:pt x="2865" y="961"/>
                    <a:pt x="1477" y="238"/>
                  </a:cubicBezTo>
                  <a:cubicBezTo>
                    <a:pt x="1131" y="74"/>
                    <a:pt x="885" y="1"/>
                    <a:pt x="707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64"/>
            <p:cNvSpPr/>
            <p:nvPr/>
          </p:nvSpPr>
          <p:spPr>
            <a:xfrm>
              <a:off x="581988" y="3891200"/>
              <a:ext cx="941075" cy="936250"/>
            </a:xfrm>
            <a:custGeom>
              <a:rect b="b" l="l" r="r" t="t"/>
              <a:pathLst>
                <a:path extrusionOk="0" h="37450" w="37643">
                  <a:moveTo>
                    <a:pt x="15677" y="0"/>
                  </a:moveTo>
                  <a:cubicBezTo>
                    <a:pt x="15096" y="0"/>
                    <a:pt x="14436" y="47"/>
                    <a:pt x="13677" y="162"/>
                  </a:cubicBezTo>
                  <a:cubicBezTo>
                    <a:pt x="9930" y="790"/>
                    <a:pt x="5174" y="4803"/>
                    <a:pt x="3691" y="6953"/>
                  </a:cubicBezTo>
                  <a:cubicBezTo>
                    <a:pt x="2245" y="9083"/>
                    <a:pt x="1655" y="13268"/>
                    <a:pt x="838" y="17053"/>
                  </a:cubicBezTo>
                  <a:cubicBezTo>
                    <a:pt x="1" y="20838"/>
                    <a:pt x="723" y="25517"/>
                    <a:pt x="3082" y="28370"/>
                  </a:cubicBezTo>
                  <a:cubicBezTo>
                    <a:pt x="5422" y="31223"/>
                    <a:pt x="7970" y="33791"/>
                    <a:pt x="9701" y="34286"/>
                  </a:cubicBezTo>
                  <a:cubicBezTo>
                    <a:pt x="11451" y="34818"/>
                    <a:pt x="16834" y="37234"/>
                    <a:pt x="20315" y="37443"/>
                  </a:cubicBezTo>
                  <a:cubicBezTo>
                    <a:pt x="20394" y="37447"/>
                    <a:pt x="20474" y="37450"/>
                    <a:pt x="20556" y="37450"/>
                  </a:cubicBezTo>
                  <a:cubicBezTo>
                    <a:pt x="24072" y="37450"/>
                    <a:pt x="30357" y="33528"/>
                    <a:pt x="32755" y="31223"/>
                  </a:cubicBezTo>
                  <a:cubicBezTo>
                    <a:pt x="35189" y="28884"/>
                    <a:pt x="36216" y="24395"/>
                    <a:pt x="36939" y="22968"/>
                  </a:cubicBezTo>
                  <a:cubicBezTo>
                    <a:pt x="37643" y="21542"/>
                    <a:pt x="37548" y="15531"/>
                    <a:pt x="37339" y="12678"/>
                  </a:cubicBezTo>
                  <a:cubicBezTo>
                    <a:pt x="37129" y="9825"/>
                    <a:pt x="33877" y="5336"/>
                    <a:pt x="30700" y="3282"/>
                  </a:cubicBezTo>
                  <a:cubicBezTo>
                    <a:pt x="27543" y="1266"/>
                    <a:pt x="22578" y="1247"/>
                    <a:pt x="20201" y="904"/>
                  </a:cubicBezTo>
                  <a:cubicBezTo>
                    <a:pt x="19047" y="737"/>
                    <a:pt x="17977" y="0"/>
                    <a:pt x="15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5400000" dist="47625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64"/>
            <p:cNvSpPr/>
            <p:nvPr/>
          </p:nvSpPr>
          <p:spPr>
            <a:xfrm>
              <a:off x="730838" y="3935100"/>
              <a:ext cx="758950" cy="731700"/>
            </a:xfrm>
            <a:custGeom>
              <a:rect b="b" l="l" r="r" t="t"/>
              <a:pathLst>
                <a:path extrusionOk="0" h="29268" w="30358">
                  <a:moveTo>
                    <a:pt x="9953" y="0"/>
                  </a:moveTo>
                  <a:cubicBezTo>
                    <a:pt x="7848" y="0"/>
                    <a:pt x="3347" y="2305"/>
                    <a:pt x="1731" y="4683"/>
                  </a:cubicBezTo>
                  <a:cubicBezTo>
                    <a:pt x="95" y="7137"/>
                    <a:pt x="0" y="12444"/>
                    <a:pt x="95" y="14270"/>
                  </a:cubicBezTo>
                  <a:cubicBezTo>
                    <a:pt x="190" y="16096"/>
                    <a:pt x="2454" y="18664"/>
                    <a:pt x="3671" y="20185"/>
                  </a:cubicBezTo>
                  <a:cubicBezTo>
                    <a:pt x="4908" y="21707"/>
                    <a:pt x="7837" y="22639"/>
                    <a:pt x="9587" y="24370"/>
                  </a:cubicBezTo>
                  <a:cubicBezTo>
                    <a:pt x="11318" y="26120"/>
                    <a:pt x="12839" y="28459"/>
                    <a:pt x="14894" y="28459"/>
                  </a:cubicBezTo>
                  <a:cubicBezTo>
                    <a:pt x="16605" y="28459"/>
                    <a:pt x="19139" y="29268"/>
                    <a:pt x="20867" y="29268"/>
                  </a:cubicBezTo>
                  <a:cubicBezTo>
                    <a:pt x="21174" y="29268"/>
                    <a:pt x="21456" y="29242"/>
                    <a:pt x="21703" y="29182"/>
                  </a:cubicBezTo>
                  <a:cubicBezTo>
                    <a:pt x="23358" y="28783"/>
                    <a:pt x="25184" y="27356"/>
                    <a:pt x="26306" y="24902"/>
                  </a:cubicBezTo>
                  <a:cubicBezTo>
                    <a:pt x="27409" y="22449"/>
                    <a:pt x="29559" y="19786"/>
                    <a:pt x="29958" y="16134"/>
                  </a:cubicBezTo>
                  <a:cubicBezTo>
                    <a:pt x="30357" y="12444"/>
                    <a:pt x="28512" y="5349"/>
                    <a:pt x="24956" y="3580"/>
                  </a:cubicBezTo>
                  <a:cubicBezTo>
                    <a:pt x="22920" y="2572"/>
                    <a:pt x="17804" y="1735"/>
                    <a:pt x="16529" y="1735"/>
                  </a:cubicBezTo>
                  <a:cubicBezTo>
                    <a:pt x="15198" y="1735"/>
                    <a:pt x="12155" y="99"/>
                    <a:pt x="10100" y="4"/>
                  </a:cubicBezTo>
                  <a:cubicBezTo>
                    <a:pt x="10053" y="1"/>
                    <a:pt x="10004" y="0"/>
                    <a:pt x="9953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64"/>
            <p:cNvSpPr/>
            <p:nvPr/>
          </p:nvSpPr>
          <p:spPr>
            <a:xfrm>
              <a:off x="698988" y="4424625"/>
              <a:ext cx="189000" cy="211600"/>
            </a:xfrm>
            <a:custGeom>
              <a:rect b="b" l="l" r="r" t="t"/>
              <a:pathLst>
                <a:path extrusionOk="0" h="8464" w="7560">
                  <a:moveTo>
                    <a:pt x="1003" y="1"/>
                  </a:moveTo>
                  <a:cubicBezTo>
                    <a:pt x="1" y="1"/>
                    <a:pt x="847" y="3982"/>
                    <a:pt x="2187" y="4922"/>
                  </a:cubicBezTo>
                  <a:cubicBezTo>
                    <a:pt x="3614" y="5930"/>
                    <a:pt x="4318" y="7889"/>
                    <a:pt x="5649" y="8384"/>
                  </a:cubicBezTo>
                  <a:cubicBezTo>
                    <a:pt x="5796" y="8438"/>
                    <a:pt x="5935" y="8464"/>
                    <a:pt x="6064" y="8464"/>
                  </a:cubicBezTo>
                  <a:cubicBezTo>
                    <a:pt x="7103" y="8464"/>
                    <a:pt x="7560" y="6843"/>
                    <a:pt x="7475" y="5930"/>
                  </a:cubicBezTo>
                  <a:cubicBezTo>
                    <a:pt x="7361" y="4922"/>
                    <a:pt x="2035" y="547"/>
                    <a:pt x="1331" y="110"/>
                  </a:cubicBezTo>
                  <a:cubicBezTo>
                    <a:pt x="1205" y="35"/>
                    <a:pt x="1096" y="1"/>
                    <a:pt x="1003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64"/>
            <p:cNvSpPr/>
            <p:nvPr/>
          </p:nvSpPr>
          <p:spPr>
            <a:xfrm>
              <a:off x="582463" y="4279950"/>
              <a:ext cx="883550" cy="548450"/>
            </a:xfrm>
            <a:custGeom>
              <a:rect b="b" l="l" r="r" t="t"/>
              <a:pathLst>
                <a:path extrusionOk="0" h="21938" w="35342">
                  <a:moveTo>
                    <a:pt x="1142" y="0"/>
                  </a:moveTo>
                  <a:lnTo>
                    <a:pt x="1142" y="0"/>
                  </a:lnTo>
                  <a:cubicBezTo>
                    <a:pt x="1047" y="495"/>
                    <a:pt x="952" y="1027"/>
                    <a:pt x="819" y="1522"/>
                  </a:cubicBezTo>
                  <a:cubicBezTo>
                    <a:pt x="1" y="5307"/>
                    <a:pt x="704" y="9986"/>
                    <a:pt x="3063" y="12839"/>
                  </a:cubicBezTo>
                  <a:cubicBezTo>
                    <a:pt x="5422" y="15692"/>
                    <a:pt x="7951" y="18260"/>
                    <a:pt x="9701" y="18755"/>
                  </a:cubicBezTo>
                  <a:cubicBezTo>
                    <a:pt x="11432" y="19287"/>
                    <a:pt x="16834" y="21703"/>
                    <a:pt x="20296" y="21931"/>
                  </a:cubicBezTo>
                  <a:cubicBezTo>
                    <a:pt x="20374" y="21935"/>
                    <a:pt x="20454" y="21938"/>
                    <a:pt x="20535" y="21938"/>
                  </a:cubicBezTo>
                  <a:cubicBezTo>
                    <a:pt x="24033" y="21938"/>
                    <a:pt x="30338" y="17998"/>
                    <a:pt x="32755" y="15711"/>
                  </a:cubicBezTo>
                  <a:cubicBezTo>
                    <a:pt x="33896" y="14627"/>
                    <a:pt x="34714" y="13086"/>
                    <a:pt x="35341" y="11603"/>
                  </a:cubicBezTo>
                  <a:lnTo>
                    <a:pt x="35341" y="11603"/>
                  </a:lnTo>
                  <a:cubicBezTo>
                    <a:pt x="32904" y="15474"/>
                    <a:pt x="25973" y="20140"/>
                    <a:pt x="21330" y="20140"/>
                  </a:cubicBezTo>
                  <a:cubicBezTo>
                    <a:pt x="21046" y="20140"/>
                    <a:pt x="20771" y="20122"/>
                    <a:pt x="20505" y="20086"/>
                  </a:cubicBezTo>
                  <a:cubicBezTo>
                    <a:pt x="15921" y="19496"/>
                    <a:pt x="13981" y="18260"/>
                    <a:pt x="11737" y="17861"/>
                  </a:cubicBezTo>
                  <a:cubicBezTo>
                    <a:pt x="9511" y="17423"/>
                    <a:pt x="6905" y="13505"/>
                    <a:pt x="4299" y="12040"/>
                  </a:cubicBezTo>
                  <a:cubicBezTo>
                    <a:pt x="1675" y="10557"/>
                    <a:pt x="628" y="5003"/>
                    <a:pt x="1142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64"/>
            <p:cNvSpPr/>
            <p:nvPr/>
          </p:nvSpPr>
          <p:spPr>
            <a:xfrm>
              <a:off x="1051338" y="4014075"/>
              <a:ext cx="78325" cy="71000"/>
            </a:xfrm>
            <a:custGeom>
              <a:rect b="b" l="l" r="r" t="t"/>
              <a:pathLst>
                <a:path extrusionOk="0" h="2840" w="3133">
                  <a:moveTo>
                    <a:pt x="1133" y="1"/>
                  </a:moveTo>
                  <a:cubicBezTo>
                    <a:pt x="1110" y="1"/>
                    <a:pt x="1088" y="1"/>
                    <a:pt x="1065" y="3"/>
                  </a:cubicBezTo>
                  <a:cubicBezTo>
                    <a:pt x="0" y="79"/>
                    <a:pt x="190" y="2418"/>
                    <a:pt x="761" y="2761"/>
                  </a:cubicBezTo>
                  <a:cubicBezTo>
                    <a:pt x="848" y="2815"/>
                    <a:pt x="948" y="2840"/>
                    <a:pt x="1058" y="2840"/>
                  </a:cubicBezTo>
                  <a:cubicBezTo>
                    <a:pt x="1670" y="2840"/>
                    <a:pt x="2560" y="2083"/>
                    <a:pt x="2834" y="1695"/>
                  </a:cubicBezTo>
                  <a:cubicBezTo>
                    <a:pt x="3132" y="1230"/>
                    <a:pt x="2138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64"/>
            <p:cNvSpPr/>
            <p:nvPr/>
          </p:nvSpPr>
          <p:spPr>
            <a:xfrm>
              <a:off x="1070838" y="4318575"/>
              <a:ext cx="89950" cy="95325"/>
            </a:xfrm>
            <a:custGeom>
              <a:rect b="b" l="l" r="r" t="t"/>
              <a:pathLst>
                <a:path extrusionOk="0" h="3813" w="3598">
                  <a:moveTo>
                    <a:pt x="1536" y="0"/>
                  </a:moveTo>
                  <a:cubicBezTo>
                    <a:pt x="1499" y="0"/>
                    <a:pt x="1462" y="5"/>
                    <a:pt x="1427" y="15"/>
                  </a:cubicBezTo>
                  <a:cubicBezTo>
                    <a:pt x="0" y="452"/>
                    <a:pt x="970" y="3286"/>
                    <a:pt x="1427" y="3686"/>
                  </a:cubicBezTo>
                  <a:cubicBezTo>
                    <a:pt x="1523" y="3775"/>
                    <a:pt x="1643" y="3813"/>
                    <a:pt x="1776" y="3813"/>
                  </a:cubicBezTo>
                  <a:cubicBezTo>
                    <a:pt x="2268" y="3813"/>
                    <a:pt x="2934" y="3284"/>
                    <a:pt x="3234" y="2849"/>
                  </a:cubicBezTo>
                  <a:cubicBezTo>
                    <a:pt x="3598" y="2357"/>
                    <a:pt x="2376" y="0"/>
                    <a:pt x="1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64"/>
            <p:cNvSpPr/>
            <p:nvPr/>
          </p:nvSpPr>
          <p:spPr>
            <a:xfrm>
              <a:off x="1131413" y="4578350"/>
              <a:ext cx="45000" cy="34000"/>
            </a:xfrm>
            <a:custGeom>
              <a:rect b="b" l="l" r="r" t="t"/>
              <a:pathLst>
                <a:path extrusionOk="0" h="1360" w="1800">
                  <a:moveTo>
                    <a:pt x="776" y="1"/>
                  </a:moveTo>
                  <a:cubicBezTo>
                    <a:pt x="0" y="1"/>
                    <a:pt x="444" y="1360"/>
                    <a:pt x="878" y="1360"/>
                  </a:cubicBezTo>
                  <a:cubicBezTo>
                    <a:pt x="881" y="1360"/>
                    <a:pt x="884" y="1360"/>
                    <a:pt x="887" y="1360"/>
                  </a:cubicBezTo>
                  <a:cubicBezTo>
                    <a:pt x="1324" y="1360"/>
                    <a:pt x="1800" y="123"/>
                    <a:pt x="887" y="9"/>
                  </a:cubicBezTo>
                  <a:cubicBezTo>
                    <a:pt x="847" y="4"/>
                    <a:pt x="810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64"/>
            <p:cNvSpPr/>
            <p:nvPr/>
          </p:nvSpPr>
          <p:spPr>
            <a:xfrm>
              <a:off x="884963" y="4384075"/>
              <a:ext cx="46075" cy="39800"/>
            </a:xfrm>
            <a:custGeom>
              <a:rect b="b" l="l" r="r" t="t"/>
              <a:pathLst>
                <a:path extrusionOk="0" h="1592" w="1843">
                  <a:moveTo>
                    <a:pt x="814" y="0"/>
                  </a:moveTo>
                  <a:cubicBezTo>
                    <a:pt x="1" y="0"/>
                    <a:pt x="92" y="581"/>
                    <a:pt x="36" y="1180"/>
                  </a:cubicBezTo>
                  <a:cubicBezTo>
                    <a:pt x="17" y="1498"/>
                    <a:pt x="246" y="1591"/>
                    <a:pt x="534" y="1591"/>
                  </a:cubicBezTo>
                  <a:cubicBezTo>
                    <a:pt x="815" y="1591"/>
                    <a:pt x="1152" y="1503"/>
                    <a:pt x="1367" y="1446"/>
                  </a:cubicBezTo>
                  <a:cubicBezTo>
                    <a:pt x="1843" y="1332"/>
                    <a:pt x="1729" y="39"/>
                    <a:pt x="854" y="1"/>
                  </a:cubicBezTo>
                  <a:cubicBezTo>
                    <a:pt x="840" y="0"/>
                    <a:pt x="827" y="0"/>
                    <a:pt x="8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64"/>
            <p:cNvSpPr/>
            <p:nvPr/>
          </p:nvSpPr>
          <p:spPr>
            <a:xfrm>
              <a:off x="883463" y="4101150"/>
              <a:ext cx="77075" cy="107950"/>
            </a:xfrm>
            <a:custGeom>
              <a:rect b="b" l="l" r="r" t="t"/>
              <a:pathLst>
                <a:path extrusionOk="0" h="4318" w="3083">
                  <a:moveTo>
                    <a:pt x="1199" y="0"/>
                  </a:moveTo>
                  <a:cubicBezTo>
                    <a:pt x="1" y="0"/>
                    <a:pt x="438" y="3938"/>
                    <a:pt x="1199" y="4280"/>
                  </a:cubicBezTo>
                  <a:cubicBezTo>
                    <a:pt x="1259" y="4305"/>
                    <a:pt x="1318" y="4317"/>
                    <a:pt x="1377" y="4317"/>
                  </a:cubicBezTo>
                  <a:cubicBezTo>
                    <a:pt x="2070" y="4317"/>
                    <a:pt x="2699" y="2677"/>
                    <a:pt x="2892" y="1940"/>
                  </a:cubicBezTo>
                  <a:cubicBezTo>
                    <a:pt x="3082" y="1161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64"/>
            <p:cNvSpPr/>
            <p:nvPr/>
          </p:nvSpPr>
          <p:spPr>
            <a:xfrm>
              <a:off x="788363" y="4061025"/>
              <a:ext cx="183100" cy="163325"/>
            </a:xfrm>
            <a:custGeom>
              <a:rect b="b" l="l" r="r" t="t"/>
              <a:pathLst>
                <a:path extrusionOk="0" h="6533" w="7324">
                  <a:moveTo>
                    <a:pt x="3262" y="1"/>
                  </a:moveTo>
                  <a:cubicBezTo>
                    <a:pt x="2142" y="1"/>
                    <a:pt x="263" y="2252"/>
                    <a:pt x="134" y="3450"/>
                  </a:cubicBezTo>
                  <a:cubicBezTo>
                    <a:pt x="1" y="4687"/>
                    <a:pt x="895" y="5333"/>
                    <a:pt x="1846" y="6018"/>
                  </a:cubicBezTo>
                  <a:cubicBezTo>
                    <a:pt x="2373" y="6390"/>
                    <a:pt x="3265" y="6532"/>
                    <a:pt x="4092" y="6532"/>
                  </a:cubicBezTo>
                  <a:cubicBezTo>
                    <a:pt x="4787" y="6532"/>
                    <a:pt x="5436" y="6432"/>
                    <a:pt x="5783" y="6284"/>
                  </a:cubicBezTo>
                  <a:cubicBezTo>
                    <a:pt x="6563" y="5923"/>
                    <a:pt x="7324" y="3584"/>
                    <a:pt x="7210" y="2461"/>
                  </a:cubicBezTo>
                  <a:cubicBezTo>
                    <a:pt x="7115" y="1339"/>
                    <a:pt x="4661" y="179"/>
                    <a:pt x="3367" y="8"/>
                  </a:cubicBezTo>
                  <a:cubicBezTo>
                    <a:pt x="3333" y="3"/>
                    <a:pt x="3298" y="1"/>
                    <a:pt x="3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64"/>
            <p:cNvSpPr/>
            <p:nvPr/>
          </p:nvSpPr>
          <p:spPr>
            <a:xfrm>
              <a:off x="876338" y="4093075"/>
              <a:ext cx="77050" cy="108025"/>
            </a:xfrm>
            <a:custGeom>
              <a:rect b="b" l="l" r="r" t="t"/>
              <a:pathLst>
                <a:path extrusionOk="0" h="4321" w="3082">
                  <a:moveTo>
                    <a:pt x="1199" y="0"/>
                  </a:moveTo>
                  <a:cubicBezTo>
                    <a:pt x="1" y="0"/>
                    <a:pt x="438" y="3956"/>
                    <a:pt x="1199" y="4280"/>
                  </a:cubicBezTo>
                  <a:cubicBezTo>
                    <a:pt x="1261" y="4308"/>
                    <a:pt x="1323" y="4321"/>
                    <a:pt x="1385" y="4321"/>
                  </a:cubicBezTo>
                  <a:cubicBezTo>
                    <a:pt x="2078" y="4321"/>
                    <a:pt x="2717" y="2675"/>
                    <a:pt x="2892" y="1959"/>
                  </a:cubicBezTo>
                  <a:cubicBezTo>
                    <a:pt x="3082" y="1179"/>
                    <a:pt x="2055" y="0"/>
                    <a:pt x="1199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64"/>
            <p:cNvSpPr/>
            <p:nvPr/>
          </p:nvSpPr>
          <p:spPr>
            <a:xfrm>
              <a:off x="1267688" y="4134300"/>
              <a:ext cx="101225" cy="125275"/>
            </a:xfrm>
            <a:custGeom>
              <a:rect b="b" l="l" r="r" t="t"/>
              <a:pathLst>
                <a:path extrusionOk="0" h="5011" w="4049">
                  <a:moveTo>
                    <a:pt x="1258" y="1"/>
                  </a:moveTo>
                  <a:cubicBezTo>
                    <a:pt x="1187" y="1"/>
                    <a:pt x="1123" y="15"/>
                    <a:pt x="1066" y="44"/>
                  </a:cubicBezTo>
                  <a:cubicBezTo>
                    <a:pt x="1" y="595"/>
                    <a:pt x="990" y="4266"/>
                    <a:pt x="1713" y="4856"/>
                  </a:cubicBezTo>
                  <a:cubicBezTo>
                    <a:pt x="1847" y="4963"/>
                    <a:pt x="1995" y="5010"/>
                    <a:pt x="2147" y="5010"/>
                  </a:cubicBezTo>
                  <a:cubicBezTo>
                    <a:pt x="2811" y="5010"/>
                    <a:pt x="3566" y="4106"/>
                    <a:pt x="3767" y="3239"/>
                  </a:cubicBezTo>
                  <a:cubicBezTo>
                    <a:pt x="4049" y="2217"/>
                    <a:pt x="2157" y="1"/>
                    <a:pt x="1258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64"/>
            <p:cNvSpPr/>
            <p:nvPr/>
          </p:nvSpPr>
          <p:spPr>
            <a:xfrm>
              <a:off x="1193988" y="4102225"/>
              <a:ext cx="198325" cy="188475"/>
            </a:xfrm>
            <a:custGeom>
              <a:rect b="b" l="l" r="r" t="t"/>
              <a:pathLst>
                <a:path extrusionOk="0" h="7539" w="7933">
                  <a:moveTo>
                    <a:pt x="3759" y="0"/>
                  </a:moveTo>
                  <a:cubicBezTo>
                    <a:pt x="2430" y="0"/>
                    <a:pt x="72" y="2805"/>
                    <a:pt x="20" y="3800"/>
                  </a:cubicBezTo>
                  <a:cubicBezTo>
                    <a:pt x="0" y="4903"/>
                    <a:pt x="2055" y="7109"/>
                    <a:pt x="3196" y="7490"/>
                  </a:cubicBezTo>
                  <a:cubicBezTo>
                    <a:pt x="3300" y="7523"/>
                    <a:pt x="3412" y="7539"/>
                    <a:pt x="3530" y="7539"/>
                  </a:cubicBezTo>
                  <a:cubicBezTo>
                    <a:pt x="4752" y="7539"/>
                    <a:pt x="6642" y="5842"/>
                    <a:pt x="7266" y="4541"/>
                  </a:cubicBezTo>
                  <a:cubicBezTo>
                    <a:pt x="7932" y="3134"/>
                    <a:pt x="5326" y="699"/>
                    <a:pt x="4090" y="71"/>
                  </a:cubicBezTo>
                  <a:cubicBezTo>
                    <a:pt x="3990" y="23"/>
                    <a:pt x="3879" y="0"/>
                    <a:pt x="37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64"/>
            <p:cNvSpPr/>
            <p:nvPr/>
          </p:nvSpPr>
          <p:spPr>
            <a:xfrm>
              <a:off x="1259613" y="4126700"/>
              <a:ext cx="101250" cy="125000"/>
            </a:xfrm>
            <a:custGeom>
              <a:rect b="b" l="l" r="r" t="t"/>
              <a:pathLst>
                <a:path extrusionOk="0" h="5000" w="4050">
                  <a:moveTo>
                    <a:pt x="1277" y="1"/>
                  </a:moveTo>
                  <a:cubicBezTo>
                    <a:pt x="1206" y="1"/>
                    <a:pt x="1142" y="14"/>
                    <a:pt x="1085" y="44"/>
                  </a:cubicBezTo>
                  <a:cubicBezTo>
                    <a:pt x="0" y="595"/>
                    <a:pt x="989" y="4266"/>
                    <a:pt x="1712" y="4837"/>
                  </a:cubicBezTo>
                  <a:cubicBezTo>
                    <a:pt x="1854" y="4949"/>
                    <a:pt x="2008" y="5000"/>
                    <a:pt x="2165" y="5000"/>
                  </a:cubicBezTo>
                  <a:cubicBezTo>
                    <a:pt x="2832" y="5000"/>
                    <a:pt x="3570" y="4101"/>
                    <a:pt x="3786" y="3239"/>
                  </a:cubicBezTo>
                  <a:cubicBezTo>
                    <a:pt x="4050" y="2216"/>
                    <a:pt x="2173" y="1"/>
                    <a:pt x="1277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64"/>
            <p:cNvSpPr/>
            <p:nvPr/>
          </p:nvSpPr>
          <p:spPr>
            <a:xfrm>
              <a:off x="1339488" y="4467925"/>
              <a:ext cx="85700" cy="87225"/>
            </a:xfrm>
            <a:custGeom>
              <a:rect b="b" l="l" r="r" t="t"/>
              <a:pathLst>
                <a:path extrusionOk="0" h="3489" w="3428">
                  <a:moveTo>
                    <a:pt x="1581" y="0"/>
                  </a:moveTo>
                  <a:cubicBezTo>
                    <a:pt x="1537" y="0"/>
                    <a:pt x="1492" y="4"/>
                    <a:pt x="1446" y="13"/>
                  </a:cubicBezTo>
                  <a:cubicBezTo>
                    <a:pt x="1" y="337"/>
                    <a:pt x="77" y="1706"/>
                    <a:pt x="305" y="2809"/>
                  </a:cubicBezTo>
                  <a:cubicBezTo>
                    <a:pt x="415" y="3299"/>
                    <a:pt x="895" y="3489"/>
                    <a:pt x="1429" y="3489"/>
                  </a:cubicBezTo>
                  <a:cubicBezTo>
                    <a:pt x="2098" y="3489"/>
                    <a:pt x="2852" y="3190"/>
                    <a:pt x="3063" y="2809"/>
                  </a:cubicBezTo>
                  <a:cubicBezTo>
                    <a:pt x="3427" y="2136"/>
                    <a:pt x="2572" y="0"/>
                    <a:pt x="1581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64"/>
            <p:cNvSpPr/>
            <p:nvPr/>
          </p:nvSpPr>
          <p:spPr>
            <a:xfrm>
              <a:off x="1275788" y="4434975"/>
              <a:ext cx="173575" cy="177200"/>
            </a:xfrm>
            <a:custGeom>
              <a:rect b="b" l="l" r="r" t="t"/>
              <a:pathLst>
                <a:path extrusionOk="0" h="7088" w="6943">
                  <a:moveTo>
                    <a:pt x="3477" y="1"/>
                  </a:moveTo>
                  <a:cubicBezTo>
                    <a:pt x="1935" y="1"/>
                    <a:pt x="832" y="3189"/>
                    <a:pt x="438" y="4318"/>
                  </a:cubicBezTo>
                  <a:cubicBezTo>
                    <a:pt x="0" y="5497"/>
                    <a:pt x="932" y="6144"/>
                    <a:pt x="2149" y="6943"/>
                  </a:cubicBezTo>
                  <a:cubicBezTo>
                    <a:pt x="2300" y="7042"/>
                    <a:pt x="2468" y="7087"/>
                    <a:pt x="2648" y="7087"/>
                  </a:cubicBezTo>
                  <a:cubicBezTo>
                    <a:pt x="3943" y="7087"/>
                    <a:pt x="5852" y="4756"/>
                    <a:pt x="6353" y="3804"/>
                  </a:cubicBezTo>
                  <a:cubicBezTo>
                    <a:pt x="6943" y="2739"/>
                    <a:pt x="5744" y="533"/>
                    <a:pt x="3766" y="38"/>
                  </a:cubicBezTo>
                  <a:cubicBezTo>
                    <a:pt x="3668" y="13"/>
                    <a:pt x="3572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64"/>
            <p:cNvSpPr/>
            <p:nvPr/>
          </p:nvSpPr>
          <p:spPr>
            <a:xfrm>
              <a:off x="1331888" y="4460300"/>
              <a:ext cx="85675" cy="87125"/>
            </a:xfrm>
            <a:custGeom>
              <a:rect b="b" l="l" r="r" t="t"/>
              <a:pathLst>
                <a:path extrusionOk="0" h="3485" w="3427">
                  <a:moveTo>
                    <a:pt x="1581" y="1"/>
                  </a:moveTo>
                  <a:cubicBezTo>
                    <a:pt x="1536" y="1"/>
                    <a:pt x="1491" y="5"/>
                    <a:pt x="1446" y="14"/>
                  </a:cubicBezTo>
                  <a:cubicBezTo>
                    <a:pt x="1" y="318"/>
                    <a:pt x="77" y="1707"/>
                    <a:pt x="305" y="2791"/>
                  </a:cubicBezTo>
                  <a:cubicBezTo>
                    <a:pt x="415" y="3290"/>
                    <a:pt x="897" y="3485"/>
                    <a:pt x="1433" y="3485"/>
                  </a:cubicBezTo>
                  <a:cubicBezTo>
                    <a:pt x="2101" y="3485"/>
                    <a:pt x="2852" y="3182"/>
                    <a:pt x="3063" y="2791"/>
                  </a:cubicBezTo>
                  <a:cubicBezTo>
                    <a:pt x="3427" y="2136"/>
                    <a:pt x="2572" y="1"/>
                    <a:pt x="1581" y="1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64"/>
            <p:cNvSpPr/>
            <p:nvPr/>
          </p:nvSpPr>
          <p:spPr>
            <a:xfrm>
              <a:off x="954888" y="4580175"/>
              <a:ext cx="111675" cy="69625"/>
            </a:xfrm>
            <a:custGeom>
              <a:rect b="b" l="l" r="r" t="t"/>
              <a:pathLst>
                <a:path extrusionOk="0" h="2785" w="4467">
                  <a:moveTo>
                    <a:pt x="1897" y="0"/>
                  </a:moveTo>
                  <a:cubicBezTo>
                    <a:pt x="1" y="0"/>
                    <a:pt x="322" y="1610"/>
                    <a:pt x="910" y="1990"/>
                  </a:cubicBezTo>
                  <a:cubicBezTo>
                    <a:pt x="1351" y="2307"/>
                    <a:pt x="2461" y="2784"/>
                    <a:pt x="3249" y="2784"/>
                  </a:cubicBezTo>
                  <a:cubicBezTo>
                    <a:pt x="3548" y="2784"/>
                    <a:pt x="3801" y="2715"/>
                    <a:pt x="3953" y="2542"/>
                  </a:cubicBezTo>
                  <a:cubicBezTo>
                    <a:pt x="4467" y="1933"/>
                    <a:pt x="3383" y="164"/>
                    <a:pt x="2527" y="50"/>
                  </a:cubicBezTo>
                  <a:cubicBezTo>
                    <a:pt x="2294" y="16"/>
                    <a:pt x="2085" y="0"/>
                    <a:pt x="1897" y="0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64"/>
            <p:cNvSpPr/>
            <p:nvPr/>
          </p:nvSpPr>
          <p:spPr>
            <a:xfrm>
              <a:off x="894888" y="4549300"/>
              <a:ext cx="194025" cy="146550"/>
            </a:xfrm>
            <a:custGeom>
              <a:rect b="b" l="l" r="r" t="t"/>
              <a:pathLst>
                <a:path extrusionOk="0" h="5862" w="7761">
                  <a:moveTo>
                    <a:pt x="3786" y="0"/>
                  </a:moveTo>
                  <a:cubicBezTo>
                    <a:pt x="2104" y="0"/>
                    <a:pt x="1050" y="1049"/>
                    <a:pt x="571" y="2160"/>
                  </a:cubicBezTo>
                  <a:cubicBezTo>
                    <a:pt x="0" y="3549"/>
                    <a:pt x="1180" y="4994"/>
                    <a:pt x="1883" y="5546"/>
                  </a:cubicBezTo>
                  <a:cubicBezTo>
                    <a:pt x="2155" y="5750"/>
                    <a:pt x="2845" y="5861"/>
                    <a:pt x="3635" y="5861"/>
                  </a:cubicBezTo>
                  <a:cubicBezTo>
                    <a:pt x="4835" y="5861"/>
                    <a:pt x="6267" y="5606"/>
                    <a:pt x="6829" y="5032"/>
                  </a:cubicBezTo>
                  <a:cubicBezTo>
                    <a:pt x="7761" y="4062"/>
                    <a:pt x="6258" y="525"/>
                    <a:pt x="5060" y="182"/>
                  </a:cubicBezTo>
                  <a:cubicBezTo>
                    <a:pt x="4601" y="57"/>
                    <a:pt x="4177" y="0"/>
                    <a:pt x="37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64"/>
            <p:cNvSpPr/>
            <p:nvPr/>
          </p:nvSpPr>
          <p:spPr>
            <a:xfrm>
              <a:off x="946888" y="4572575"/>
              <a:ext cx="112075" cy="69400"/>
            </a:xfrm>
            <a:custGeom>
              <a:rect b="b" l="l" r="r" t="t"/>
              <a:pathLst>
                <a:path extrusionOk="0" h="2776" w="4483">
                  <a:moveTo>
                    <a:pt x="1908" y="0"/>
                  </a:moveTo>
                  <a:cubicBezTo>
                    <a:pt x="1" y="0"/>
                    <a:pt x="337" y="1609"/>
                    <a:pt x="926" y="1990"/>
                  </a:cubicBezTo>
                  <a:cubicBezTo>
                    <a:pt x="1367" y="2308"/>
                    <a:pt x="2480" y="2775"/>
                    <a:pt x="3269" y="2775"/>
                  </a:cubicBezTo>
                  <a:cubicBezTo>
                    <a:pt x="3566" y="2775"/>
                    <a:pt x="3818" y="2709"/>
                    <a:pt x="3969" y="2542"/>
                  </a:cubicBezTo>
                  <a:cubicBezTo>
                    <a:pt x="4483" y="1914"/>
                    <a:pt x="3398" y="164"/>
                    <a:pt x="2542" y="50"/>
                  </a:cubicBezTo>
                  <a:cubicBezTo>
                    <a:pt x="2308" y="16"/>
                    <a:pt x="2097" y="0"/>
                    <a:pt x="1908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64"/>
            <p:cNvSpPr/>
            <p:nvPr/>
          </p:nvSpPr>
          <p:spPr>
            <a:xfrm>
              <a:off x="723863" y="4302525"/>
              <a:ext cx="71675" cy="89475"/>
            </a:xfrm>
            <a:custGeom>
              <a:rect b="b" l="l" r="r" t="t"/>
              <a:pathLst>
                <a:path extrusionOk="0" h="3579" w="2867">
                  <a:moveTo>
                    <a:pt x="716" y="1"/>
                  </a:moveTo>
                  <a:cubicBezTo>
                    <a:pt x="259" y="1"/>
                    <a:pt x="242" y="483"/>
                    <a:pt x="146" y="1113"/>
                  </a:cubicBezTo>
                  <a:cubicBezTo>
                    <a:pt x="1" y="1966"/>
                    <a:pt x="1274" y="3579"/>
                    <a:pt x="1920" y="3579"/>
                  </a:cubicBezTo>
                  <a:cubicBezTo>
                    <a:pt x="1952" y="3579"/>
                    <a:pt x="1982" y="3575"/>
                    <a:pt x="2010" y="3567"/>
                  </a:cubicBezTo>
                  <a:cubicBezTo>
                    <a:pt x="2619" y="3396"/>
                    <a:pt x="2866" y="961"/>
                    <a:pt x="1478" y="238"/>
                  </a:cubicBezTo>
                  <a:cubicBezTo>
                    <a:pt x="1137" y="74"/>
                    <a:pt x="893" y="1"/>
                    <a:pt x="716" y="1"/>
                  </a:cubicBezTo>
                  <a:close/>
                </a:path>
              </a:pathLst>
            </a:custGeom>
            <a:solidFill>
              <a:srgbClr val="3411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64"/>
            <p:cNvSpPr/>
            <p:nvPr/>
          </p:nvSpPr>
          <p:spPr>
            <a:xfrm>
              <a:off x="677563" y="4277450"/>
              <a:ext cx="116300" cy="165625"/>
            </a:xfrm>
            <a:custGeom>
              <a:rect b="b" l="l" r="r" t="t"/>
              <a:pathLst>
                <a:path extrusionOk="0" h="6625" w="4652">
                  <a:moveTo>
                    <a:pt x="2100" y="1"/>
                  </a:moveTo>
                  <a:cubicBezTo>
                    <a:pt x="1933" y="1"/>
                    <a:pt x="1770" y="26"/>
                    <a:pt x="1618" y="81"/>
                  </a:cubicBezTo>
                  <a:cubicBezTo>
                    <a:pt x="58" y="633"/>
                    <a:pt x="1" y="3505"/>
                    <a:pt x="343" y="5046"/>
                  </a:cubicBezTo>
                  <a:cubicBezTo>
                    <a:pt x="686" y="6624"/>
                    <a:pt x="1865" y="6548"/>
                    <a:pt x="2968" y="6567"/>
                  </a:cubicBezTo>
                  <a:cubicBezTo>
                    <a:pt x="2972" y="6567"/>
                    <a:pt x="2975" y="6567"/>
                    <a:pt x="2979" y="6567"/>
                  </a:cubicBezTo>
                  <a:cubicBezTo>
                    <a:pt x="4055" y="6567"/>
                    <a:pt x="4509" y="3767"/>
                    <a:pt x="4585" y="2440"/>
                  </a:cubicBezTo>
                  <a:cubicBezTo>
                    <a:pt x="4651" y="1242"/>
                    <a:pt x="3263" y="1"/>
                    <a:pt x="2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64"/>
            <p:cNvSpPr/>
            <p:nvPr/>
          </p:nvSpPr>
          <p:spPr>
            <a:xfrm>
              <a:off x="716238" y="4295125"/>
              <a:ext cx="71675" cy="89750"/>
            </a:xfrm>
            <a:custGeom>
              <a:rect b="b" l="l" r="r" t="t"/>
              <a:pathLst>
                <a:path extrusionOk="0" h="3590" w="2867">
                  <a:moveTo>
                    <a:pt x="701" y="0"/>
                  </a:moveTo>
                  <a:cubicBezTo>
                    <a:pt x="258" y="0"/>
                    <a:pt x="237" y="484"/>
                    <a:pt x="128" y="1124"/>
                  </a:cubicBezTo>
                  <a:cubicBezTo>
                    <a:pt x="1" y="1976"/>
                    <a:pt x="1274" y="3590"/>
                    <a:pt x="1921" y="3590"/>
                  </a:cubicBezTo>
                  <a:cubicBezTo>
                    <a:pt x="1952" y="3590"/>
                    <a:pt x="1982" y="3586"/>
                    <a:pt x="2011" y="3578"/>
                  </a:cubicBezTo>
                  <a:cubicBezTo>
                    <a:pt x="2600" y="3407"/>
                    <a:pt x="2867" y="953"/>
                    <a:pt x="1459" y="249"/>
                  </a:cubicBezTo>
                  <a:cubicBezTo>
                    <a:pt x="1119" y="76"/>
                    <a:pt x="877" y="0"/>
                    <a:pt x="701" y="0"/>
                  </a:cubicBezTo>
                  <a:close/>
                </a:path>
              </a:pathLst>
            </a:custGeom>
            <a:solidFill>
              <a:srgbClr val="FFFFFF">
                <a:alpha val="238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8" name="Google Shape;10508;p64"/>
          <p:cNvGrpSpPr/>
          <p:nvPr/>
        </p:nvGrpSpPr>
        <p:grpSpPr>
          <a:xfrm rot="6753585">
            <a:off x="1301653" y="3855931"/>
            <a:ext cx="723910" cy="415307"/>
            <a:chOff x="344875" y="2058100"/>
            <a:chExt cx="676225" cy="387950"/>
          </a:xfrm>
        </p:grpSpPr>
        <p:sp>
          <p:nvSpPr>
            <p:cNvPr id="10509" name="Google Shape;10509;p64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64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64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64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64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4" name="Google Shape;10514;p64"/>
          <p:cNvGrpSpPr/>
          <p:nvPr/>
        </p:nvGrpSpPr>
        <p:grpSpPr>
          <a:xfrm rot="2568499">
            <a:off x="1759789" y="4272214"/>
            <a:ext cx="723943" cy="415326"/>
            <a:chOff x="344875" y="2058100"/>
            <a:chExt cx="676225" cy="387950"/>
          </a:xfrm>
        </p:grpSpPr>
        <p:sp>
          <p:nvSpPr>
            <p:cNvPr id="10515" name="Google Shape;10515;p64"/>
            <p:cNvSpPr/>
            <p:nvPr/>
          </p:nvSpPr>
          <p:spPr>
            <a:xfrm>
              <a:off x="836325" y="2412850"/>
              <a:ext cx="43575" cy="33200"/>
            </a:xfrm>
            <a:custGeom>
              <a:rect b="b" l="l" r="r" t="t"/>
              <a:pathLst>
                <a:path extrusionOk="0" h="1328" w="1743">
                  <a:moveTo>
                    <a:pt x="1151" y="0"/>
                  </a:moveTo>
                  <a:cubicBezTo>
                    <a:pt x="1065" y="0"/>
                    <a:pt x="967" y="26"/>
                    <a:pt x="856" y="87"/>
                  </a:cubicBezTo>
                  <a:cubicBezTo>
                    <a:pt x="1" y="542"/>
                    <a:pt x="452" y="1328"/>
                    <a:pt x="1076" y="1328"/>
                  </a:cubicBezTo>
                  <a:cubicBezTo>
                    <a:pt x="1104" y="1328"/>
                    <a:pt x="1132" y="1326"/>
                    <a:pt x="1160" y="1323"/>
                  </a:cubicBezTo>
                  <a:cubicBezTo>
                    <a:pt x="1742" y="1257"/>
                    <a:pt x="1743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64"/>
            <p:cNvSpPr/>
            <p:nvPr/>
          </p:nvSpPr>
          <p:spPr>
            <a:xfrm>
              <a:off x="344875" y="2058100"/>
              <a:ext cx="42875" cy="33175"/>
            </a:xfrm>
            <a:custGeom>
              <a:rect b="b" l="l" r="r" t="t"/>
              <a:pathLst>
                <a:path extrusionOk="0" h="1327" w="1715">
                  <a:moveTo>
                    <a:pt x="1122" y="1"/>
                  </a:moveTo>
                  <a:cubicBezTo>
                    <a:pt x="1037" y="1"/>
                    <a:pt x="938" y="27"/>
                    <a:pt x="828" y="87"/>
                  </a:cubicBezTo>
                  <a:cubicBezTo>
                    <a:pt x="0" y="547"/>
                    <a:pt x="435" y="1326"/>
                    <a:pt x="1066" y="1326"/>
                  </a:cubicBezTo>
                  <a:cubicBezTo>
                    <a:pt x="1088" y="1326"/>
                    <a:pt x="1110" y="1325"/>
                    <a:pt x="1132" y="1324"/>
                  </a:cubicBezTo>
                  <a:cubicBezTo>
                    <a:pt x="1713" y="1257"/>
                    <a:pt x="1714" y="1"/>
                    <a:pt x="1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64"/>
            <p:cNvSpPr/>
            <p:nvPr/>
          </p:nvSpPr>
          <p:spPr>
            <a:xfrm>
              <a:off x="975075" y="2294425"/>
              <a:ext cx="46025" cy="41350"/>
            </a:xfrm>
            <a:custGeom>
              <a:rect b="b" l="l" r="r" t="t"/>
              <a:pathLst>
                <a:path extrusionOk="0" h="1654" w="1841">
                  <a:moveTo>
                    <a:pt x="817" y="0"/>
                  </a:moveTo>
                  <a:cubicBezTo>
                    <a:pt x="0" y="0"/>
                    <a:pt x="159" y="1302"/>
                    <a:pt x="917" y="1609"/>
                  </a:cubicBezTo>
                  <a:cubicBezTo>
                    <a:pt x="984" y="1639"/>
                    <a:pt x="1047" y="1653"/>
                    <a:pt x="1105" y="1653"/>
                  </a:cubicBezTo>
                  <a:cubicBezTo>
                    <a:pt x="1712" y="1653"/>
                    <a:pt x="1840" y="168"/>
                    <a:pt x="955" y="11"/>
                  </a:cubicBezTo>
                  <a:cubicBezTo>
                    <a:pt x="906" y="4"/>
                    <a:pt x="860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64"/>
            <p:cNvSpPr/>
            <p:nvPr/>
          </p:nvSpPr>
          <p:spPr>
            <a:xfrm>
              <a:off x="713375" y="2188500"/>
              <a:ext cx="126775" cy="108650"/>
            </a:xfrm>
            <a:custGeom>
              <a:rect b="b" l="l" r="r" t="t"/>
              <a:pathLst>
                <a:path extrusionOk="0" h="4346" w="5071">
                  <a:moveTo>
                    <a:pt x="1597" y="1"/>
                  </a:moveTo>
                  <a:cubicBezTo>
                    <a:pt x="209" y="1"/>
                    <a:pt x="1" y="3262"/>
                    <a:pt x="1114" y="4115"/>
                  </a:cubicBezTo>
                  <a:cubicBezTo>
                    <a:pt x="1328" y="4276"/>
                    <a:pt x="1571" y="4346"/>
                    <a:pt x="1828" y="4346"/>
                  </a:cubicBezTo>
                  <a:cubicBezTo>
                    <a:pt x="2967" y="4346"/>
                    <a:pt x="4380" y="2979"/>
                    <a:pt x="4690" y="2156"/>
                  </a:cubicBezTo>
                  <a:cubicBezTo>
                    <a:pt x="5070" y="1167"/>
                    <a:pt x="3130" y="140"/>
                    <a:pt x="1704" y="7"/>
                  </a:cubicBezTo>
                  <a:cubicBezTo>
                    <a:pt x="1667" y="3"/>
                    <a:pt x="1632" y="1"/>
                    <a:pt x="1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rotWithShape="0" algn="bl" dir="360000" dist="19050">
                <a:srgbClr val="000000">
                  <a:alpha val="2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64"/>
            <p:cNvSpPr/>
            <p:nvPr/>
          </p:nvSpPr>
          <p:spPr>
            <a:xfrm>
              <a:off x="720775" y="2222900"/>
              <a:ext cx="97500" cy="73725"/>
            </a:xfrm>
            <a:custGeom>
              <a:rect b="b" l="l" r="r" t="t"/>
              <a:pathLst>
                <a:path extrusionOk="0" h="2949" w="3900">
                  <a:moveTo>
                    <a:pt x="190" y="0"/>
                  </a:moveTo>
                  <a:cubicBezTo>
                    <a:pt x="0" y="1008"/>
                    <a:pt x="190" y="2245"/>
                    <a:pt x="837" y="2720"/>
                  </a:cubicBezTo>
                  <a:cubicBezTo>
                    <a:pt x="1047" y="2880"/>
                    <a:pt x="1288" y="2949"/>
                    <a:pt x="1543" y="2949"/>
                  </a:cubicBezTo>
                  <a:cubicBezTo>
                    <a:pt x="2351" y="2949"/>
                    <a:pt x="3307" y="2258"/>
                    <a:pt x="3899" y="1579"/>
                  </a:cubicBezTo>
                  <a:lnTo>
                    <a:pt x="3899" y="1579"/>
                  </a:lnTo>
                  <a:cubicBezTo>
                    <a:pt x="3811" y="1623"/>
                    <a:pt x="3150" y="1901"/>
                    <a:pt x="2400" y="1901"/>
                  </a:cubicBezTo>
                  <a:cubicBezTo>
                    <a:pt x="1533" y="1901"/>
                    <a:pt x="547" y="1530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327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523" name="Shape 10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" name="Google Shape;10524;p65"/>
          <p:cNvSpPr txBox="1"/>
          <p:nvPr>
            <p:ph type="title"/>
          </p:nvPr>
        </p:nvSpPr>
        <p:spPr>
          <a:xfrm>
            <a:off x="339150" y="1307100"/>
            <a:ext cx="8465700" cy="25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900"/>
              <a:t>What is your perfect cookie</a:t>
            </a:r>
            <a:endParaRPr sz="690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528" name="Shape 10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" name="Google Shape;10529;p66"/>
          <p:cNvSpPr txBox="1"/>
          <p:nvPr>
            <p:ph type="title"/>
          </p:nvPr>
        </p:nvSpPr>
        <p:spPr>
          <a:xfrm>
            <a:off x="703500" y="1423650"/>
            <a:ext cx="7737000" cy="25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/>
              <a:t>How do </a:t>
            </a:r>
            <a:r>
              <a:rPr lang="en" sz="4000"/>
              <a:t>temperature and ingredients affect the diameter of a chocolate chip cookie?</a:t>
            </a:r>
            <a:endParaRPr sz="400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533" name="Shape 10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" name="Google Shape;10534;p6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Research Design</a:t>
            </a:r>
            <a:endParaRPr/>
          </a:p>
        </p:txBody>
      </p:sp>
      <p:sp>
        <p:nvSpPr>
          <p:cNvPr id="10535" name="Google Shape;10535;p67"/>
          <p:cNvSpPr txBox="1"/>
          <p:nvPr>
            <p:ph idx="1" type="body"/>
          </p:nvPr>
        </p:nvSpPr>
        <p:spPr>
          <a:xfrm>
            <a:off x="720000" y="1443900"/>
            <a:ext cx="82023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412750" lvl="0" marL="457200" rtl="0" algn="l">
              <a:spcBef>
                <a:spcPts val="0"/>
              </a:spcBef>
              <a:spcAft>
                <a:spcPts val="0"/>
              </a:spcAft>
              <a:buSzPts val="2900"/>
              <a:buChar char="-"/>
            </a:pPr>
            <a:r>
              <a:rPr lang="en" sz="2900"/>
              <a:t>Two factor ANOVA </a:t>
            </a:r>
            <a:endParaRPr sz="2900"/>
          </a:p>
          <a:p>
            <a:pPr indent="-412750" lvl="0" marL="457200" rtl="0" algn="l">
              <a:spcBef>
                <a:spcPts val="0"/>
              </a:spcBef>
              <a:spcAft>
                <a:spcPts val="0"/>
              </a:spcAft>
              <a:buSzPts val="2900"/>
              <a:buChar char="-"/>
            </a:pPr>
            <a:r>
              <a:rPr lang="en" sz="2900"/>
              <a:t>Factor 1: Temperature</a:t>
            </a:r>
            <a:endParaRPr sz="29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900"/>
              <a:t>	Levels - chilled, room temperature</a:t>
            </a:r>
            <a:endParaRPr sz="2900"/>
          </a:p>
          <a:p>
            <a:pPr indent="-412750" lvl="0" marL="457200" rtl="0" algn="l">
              <a:spcBef>
                <a:spcPts val="0"/>
              </a:spcBef>
              <a:spcAft>
                <a:spcPts val="0"/>
              </a:spcAft>
              <a:buSzPts val="2900"/>
              <a:buChar char="-"/>
            </a:pPr>
            <a:r>
              <a:rPr lang="en" sz="2900"/>
              <a:t>Factor 2: Ingredients</a:t>
            </a:r>
            <a:endParaRPr sz="29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900"/>
              <a:t>	Levels - mixed, baking soda, baking powder</a:t>
            </a:r>
            <a:endParaRPr sz="29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900"/>
              <a:t>Experimental Unit: Each cookie</a:t>
            </a:r>
            <a:endParaRPr sz="29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100"/>
              <a:buFont typeface="Arial"/>
              <a:buNone/>
            </a:pPr>
            <a:r>
              <a:t/>
            </a:r>
            <a:endParaRPr sz="1100">
              <a:solidFill>
                <a:schemeClr val="accent3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60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539" name="Shape 10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540" name="Google Shape;10540;p68"/>
          <p:cNvGraphicFramePr/>
          <p:nvPr/>
        </p:nvGraphicFramePr>
        <p:xfrm>
          <a:off x="2045300" y="6627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{E4D15132-8A5F-43EE-BB36-02E1371D0DD5}</a:tableStyleId>
              </a:tblPr>
              <a:tblGrid>
                <a:gridCol w="1639150"/>
                <a:gridCol w="1639150"/>
                <a:gridCol w="1639150"/>
              </a:tblGrid>
              <a:tr h="5454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700"/>
                        <a:t>Treatment #</a:t>
                      </a:r>
                      <a:endParaRPr sz="1700"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700"/>
                        <a:t>Temperature</a:t>
                      </a:r>
                      <a:endParaRPr sz="1700"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700"/>
                        <a:t>Ingredient</a:t>
                      </a:r>
                      <a:endParaRPr sz="1700"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454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700"/>
                        <a:t>1</a:t>
                      </a:r>
                      <a:endParaRPr sz="1700"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700"/>
                        <a:t>Chilled</a:t>
                      </a:r>
                      <a:endParaRPr sz="1700"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700"/>
                        <a:t>Mix</a:t>
                      </a:r>
                      <a:endParaRPr sz="1700"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454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700"/>
                        <a:t>2</a:t>
                      </a:r>
                      <a:endParaRPr sz="1700"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3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700">
                          <a:solidFill>
                            <a:schemeClr val="accent3"/>
                          </a:solidFill>
                        </a:rPr>
                        <a:t>Chilled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700"/>
                        <a:t>Soda</a:t>
                      </a:r>
                      <a:endParaRPr sz="1700"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454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700"/>
                        <a:t>3</a:t>
                      </a:r>
                      <a:endParaRPr sz="1700"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3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700">
                          <a:solidFill>
                            <a:schemeClr val="accent3"/>
                          </a:solidFill>
                        </a:rPr>
                        <a:t>Chilled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700"/>
                        <a:t>Powder</a:t>
                      </a:r>
                      <a:endParaRPr sz="1700"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454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700"/>
                        <a:t>4</a:t>
                      </a:r>
                      <a:endParaRPr sz="1700"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700"/>
                        <a:t>Room Temp</a:t>
                      </a:r>
                      <a:endParaRPr sz="1700"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3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700">
                          <a:solidFill>
                            <a:schemeClr val="accent3"/>
                          </a:solidFill>
                        </a:rPr>
                        <a:t>Mix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454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700"/>
                        <a:t>5</a:t>
                      </a:r>
                      <a:endParaRPr sz="1700"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3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700">
                          <a:solidFill>
                            <a:schemeClr val="accent3"/>
                          </a:solidFill>
                        </a:rPr>
                        <a:t>Room Temp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3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700">
                          <a:solidFill>
                            <a:schemeClr val="accent3"/>
                          </a:solidFill>
                        </a:rPr>
                        <a:t>Soda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454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700"/>
                        <a:t>6</a:t>
                      </a:r>
                      <a:endParaRPr sz="1700"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3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700">
                          <a:solidFill>
                            <a:schemeClr val="accent3"/>
                          </a:solidFill>
                        </a:rPr>
                        <a:t>Room Temp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3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700">
                          <a:solidFill>
                            <a:schemeClr val="accent3"/>
                          </a:solidFill>
                        </a:rPr>
                        <a:t>Powder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9191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544" name="Shape 10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" name="Google Shape;10545;p6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Expected Findings / Hypothesis</a:t>
            </a:r>
            <a:endParaRPr/>
          </a:p>
        </p:txBody>
      </p:sp>
      <p:sp>
        <p:nvSpPr>
          <p:cNvPr id="10546" name="Google Shape;10546;p69"/>
          <p:cNvSpPr txBox="1"/>
          <p:nvPr>
            <p:ph idx="1" type="body"/>
          </p:nvPr>
        </p:nvSpPr>
        <p:spPr>
          <a:xfrm>
            <a:off x="909425" y="1371050"/>
            <a:ext cx="7704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Char char="-"/>
            </a:pPr>
            <a:r>
              <a:rPr lang="en" sz="1900"/>
              <a:t>We expected the room temperature cookies with baking soda to be the biggest</a:t>
            </a:r>
            <a:endParaRPr sz="19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/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Char char="-"/>
            </a:pPr>
            <a:r>
              <a:rPr lang="en" sz="1900"/>
              <a:t>Chilled cookies in the past have turned out smaller than room </a:t>
            </a:r>
            <a:r>
              <a:rPr lang="en" sz="1900"/>
              <a:t>temperature</a:t>
            </a:r>
            <a:r>
              <a:rPr lang="en" sz="1900"/>
              <a:t> so we were interested in seeing if there was a difference</a:t>
            </a:r>
            <a:endParaRPr sz="19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Ho: There will be no difference in cookie diameter no matter what temperature the dough is or which ingredients are used</a:t>
            </a:r>
            <a:endParaRPr sz="19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Ha: There is a difference in cookie diameter with at least one level of temperature or ingredient</a:t>
            </a:r>
            <a:endParaRPr sz="190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550" name="Shape 10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" name="Google Shape;10551;p7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Preliminary Testing</a:t>
            </a:r>
            <a:endParaRPr/>
          </a:p>
        </p:txBody>
      </p:sp>
      <p:sp>
        <p:nvSpPr>
          <p:cNvPr id="10552" name="Google Shape;10552;p70"/>
          <p:cNvSpPr txBox="1"/>
          <p:nvPr>
            <p:ph idx="1" type="body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To estimate our sample size….</a:t>
            </a:r>
            <a:endParaRPr sz="19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power.anova.test(groups = 6, between.var = var(c(4, 5, 3, 6, 7, 5)), within.var = (3.5)^2, sig.level = .05, power = .80)</a:t>
            </a:r>
            <a:endParaRPr sz="19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We got an answer of n = 16.6608 so we knew our sample would have 17 cookies in each group</a:t>
            </a:r>
            <a:endParaRPr sz="1000">
              <a:solidFill>
                <a:schemeClr val="accent3"/>
              </a:solidFill>
              <a:highlight>
                <a:srgbClr val="FFFFFF"/>
              </a:highlight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556" name="Shape 10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" name="Google Shape;10557;p7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Experiment</a:t>
            </a:r>
            <a:endParaRPr/>
          </a:p>
        </p:txBody>
      </p:sp>
      <p:sp>
        <p:nvSpPr>
          <p:cNvPr id="10558" name="Google Shape;10558;p71"/>
          <p:cNvSpPr txBox="1"/>
          <p:nvPr>
            <p:ph idx="1" type="body"/>
          </p:nvPr>
        </p:nvSpPr>
        <p:spPr>
          <a:xfrm>
            <a:off x="720000" y="1152475"/>
            <a:ext cx="5550300" cy="295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-"/>
            </a:pPr>
            <a:r>
              <a:rPr lang="en" sz="1800"/>
              <a:t>Used the same recipe to make six different doughs for each of our treatments (randomized which dough received each ingredient)</a:t>
            </a:r>
            <a:endParaRPr sz="1800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-"/>
            </a:pPr>
            <a:r>
              <a:rPr lang="en" sz="1800"/>
              <a:t>Half the dough was chilled the night before</a:t>
            </a:r>
            <a:endParaRPr sz="1800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-"/>
            </a:pPr>
            <a:r>
              <a:rPr lang="en" sz="1800"/>
              <a:t>Measured each ball of dough to be .9 oz before we baked the cookies</a:t>
            </a:r>
            <a:endParaRPr sz="1800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-"/>
            </a:pPr>
            <a:r>
              <a:rPr lang="en" sz="1800"/>
              <a:t>Used the same oven, and each pan had 12 cookies (so each treatment had two batches in the oven)</a:t>
            </a:r>
            <a:endParaRPr sz="1800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-"/>
            </a:pPr>
            <a:r>
              <a:rPr lang="en" sz="1800"/>
              <a:t>Each batch was in the oven for 12 minutes</a:t>
            </a:r>
            <a:endParaRPr sz="1800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-"/>
            </a:pPr>
            <a:r>
              <a:rPr lang="en" sz="1800"/>
              <a:t>When all 24 cookies were made, we used a random number generator to choose 17 cookies</a:t>
            </a:r>
            <a:endParaRPr sz="1800"/>
          </a:p>
        </p:txBody>
      </p:sp>
      <p:pic>
        <p:nvPicPr>
          <p:cNvPr id="10559" name="Google Shape;10559;p7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634575" y="95325"/>
            <a:ext cx="1875598" cy="2500777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60" name="Google Shape;10560;p7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427951" y="2786875"/>
            <a:ext cx="1722002" cy="229597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564" name="Shape 10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" name="Google Shape;10565;p7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Picture Results</a:t>
            </a:r>
            <a:endParaRPr/>
          </a:p>
        </p:txBody>
      </p:sp>
      <p:sp>
        <p:nvSpPr>
          <p:cNvPr id="10566" name="Google Shape;10566;p72"/>
          <p:cNvSpPr txBox="1"/>
          <p:nvPr>
            <p:ph idx="1" type="body"/>
          </p:nvPr>
        </p:nvSpPr>
        <p:spPr>
          <a:xfrm>
            <a:off x="720000" y="1152475"/>
            <a:ext cx="7998300" cy="105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Chilled Mix                                      Chilled Soda                     Room Temp Powder</a:t>
            </a:r>
            <a:endParaRPr sz="1900"/>
          </a:p>
        </p:txBody>
      </p:sp>
      <p:pic>
        <p:nvPicPr>
          <p:cNvPr id="10567" name="Google Shape;10567;p7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949876" y="2202616"/>
            <a:ext cx="2037551" cy="2715022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68" name="Google Shape;10568;p7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844655" y="2202624"/>
            <a:ext cx="2037551" cy="2715027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69" name="Google Shape;10569;p7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576300" y="2325725"/>
            <a:ext cx="1945150" cy="25919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573" name="Shape 10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74" name="Google Shape;10574;p7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64899" y="1476249"/>
            <a:ext cx="3691800" cy="27688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75" name="Google Shape;10575;p7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5400000">
            <a:off x="1079865" y="1028964"/>
            <a:ext cx="2683649" cy="3578229"/>
          </a:xfrm>
          <a:prstGeom prst="rect">
            <a:avLst/>
          </a:prstGeom>
          <a:noFill/>
          <a:ln>
            <a:noFill/>
          </a:ln>
        </p:spPr>
      </p:pic>
      <p:sp>
        <p:nvSpPr>
          <p:cNvPr id="10576" name="Google Shape;10576;p73"/>
          <p:cNvSpPr txBox="1"/>
          <p:nvPr/>
        </p:nvSpPr>
        <p:spPr>
          <a:xfrm>
            <a:off x="1059800" y="898550"/>
            <a:ext cx="3905100" cy="47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>
                <a:latin typeface="Catamaran Medium"/>
                <a:ea typeface="Catamaran Medium"/>
                <a:cs typeface="Catamaran Medium"/>
                <a:sym typeface="Catamaran Medium"/>
              </a:rPr>
              <a:t>Each Treatment</a:t>
            </a:r>
            <a:endParaRPr sz="1900">
              <a:latin typeface="Catamaran Medium"/>
              <a:ea typeface="Catamaran Medium"/>
              <a:cs typeface="Catamaran Medium"/>
              <a:sym typeface="Catamaran Medium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580" name="Shape 10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" name="Google Shape;10581;p7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Data</a:t>
            </a:r>
            <a:endParaRPr/>
          </a:p>
        </p:txBody>
      </p:sp>
      <p:graphicFrame>
        <p:nvGraphicFramePr>
          <p:cNvPr id="10582" name="Google Shape;10582;p74"/>
          <p:cNvGraphicFramePr/>
          <p:nvPr/>
        </p:nvGraphicFramePr>
        <p:xfrm>
          <a:off x="793525" y="127437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{BA5FD09A-8B09-4C6E-9AA2-A4640F149B14}</a:tableStyleId>
              </a:tblPr>
              <a:tblGrid>
                <a:gridCol w="1286825"/>
                <a:gridCol w="1286825"/>
                <a:gridCol w="1286825"/>
              </a:tblGrid>
              <a:tr h="377525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size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temp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ingredient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7525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6.5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chill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mix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7525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6.3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chill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mix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7525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6.3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chill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mix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7525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6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chill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mix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7525">
                <a:tc>
                  <a:txBody>
                    <a:bodyPr/>
                    <a:lstStyle/>
                    <a:p>
                      <a:pPr indent="0" lvl="0" marL="0" rtl="0" algn="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6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chill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mix</a:t>
                      </a:r>
                      <a:endParaRPr sz="1000"/>
                    </a:p>
                  </a:txBody>
                  <a:tcPr marT="19050" marB="19050" marR="28575" marL="28575" anchor="b">
                    <a:lnL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63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0583" name="Google Shape;10583;p74"/>
          <p:cNvSpPr txBox="1"/>
          <p:nvPr/>
        </p:nvSpPr>
        <p:spPr>
          <a:xfrm>
            <a:off x="4784075" y="1189950"/>
            <a:ext cx="39342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Catamaran Medium"/>
                <a:ea typeface="Catamaran Medium"/>
                <a:cs typeface="Catamaran Medium"/>
                <a:sym typeface="Catamaran Medium"/>
              </a:rPr>
              <a:t>Link to full data:</a:t>
            </a:r>
            <a:endParaRPr>
              <a:latin typeface="Catamaran Medium"/>
              <a:ea typeface="Catamaran Medium"/>
              <a:cs typeface="Catamaran Medium"/>
              <a:sym typeface="Catamaran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latin typeface="Catamaran Medium"/>
                <a:ea typeface="Catamaran Medium"/>
                <a:cs typeface="Catamaran Medium"/>
                <a:sym typeface="Catamaran Medium"/>
                <a:hlinkClick r:id="rId3"/>
              </a:rPr>
              <a:t>https://docs.google.com/spreadsheets/d/1QZ2aPehTdkvEJQBNX9YtNLwxz_4vQaJ6HnuoSGDEVHY/edit?usp=sharing</a:t>
            </a:r>
            <a:r>
              <a:rPr lang="en">
                <a:latin typeface="Catamaran Medium"/>
                <a:ea typeface="Catamaran Medium"/>
                <a:cs typeface="Catamaran Medium"/>
                <a:sym typeface="Catamaran Medium"/>
              </a:rPr>
              <a:t> </a:t>
            </a:r>
            <a:endParaRPr>
              <a:latin typeface="Catamaran Medium"/>
              <a:ea typeface="Catamaran Medium"/>
              <a:cs typeface="Catamaran Medium"/>
              <a:sym typeface="Catamaran Medium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587" name="Shape 10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8" name="Google Shape;10588;p75"/>
          <p:cNvSpPr txBox="1"/>
          <p:nvPr>
            <p:ph type="title"/>
          </p:nvPr>
        </p:nvSpPr>
        <p:spPr>
          <a:xfrm>
            <a:off x="2279075" y="8075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Boxplots</a:t>
            </a:r>
            <a:endParaRPr/>
          </a:p>
        </p:txBody>
      </p:sp>
      <p:pic>
        <p:nvPicPr>
          <p:cNvPr id="10589" name="Google Shape;10589;p7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29800" y="213887"/>
            <a:ext cx="3849350" cy="47157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90" name="Google Shape;10590;p7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57800" y="833850"/>
            <a:ext cx="3343275" cy="40957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594" name="Shape 10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5" name="Google Shape;10595;p7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Histogram</a:t>
            </a:r>
            <a:endParaRPr/>
          </a:p>
        </p:txBody>
      </p:sp>
      <p:pic>
        <p:nvPicPr>
          <p:cNvPr id="10596" name="Google Shape;10596;p7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807849" y="258525"/>
            <a:ext cx="3776475" cy="46264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600" name="Shape 10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01" name="Google Shape;10601;p77"/>
          <p:cNvSpPr txBox="1"/>
          <p:nvPr>
            <p:ph type="title"/>
          </p:nvPr>
        </p:nvSpPr>
        <p:spPr>
          <a:xfrm>
            <a:off x="720000" y="343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Anova Table - Sample Size 17</a:t>
            </a:r>
            <a:endParaRPr/>
          </a:p>
        </p:txBody>
      </p:sp>
      <p:sp>
        <p:nvSpPr>
          <p:cNvPr id="10602" name="Google Shape;10602;p77"/>
          <p:cNvSpPr txBox="1"/>
          <p:nvPr>
            <p:ph idx="1" type="body"/>
          </p:nvPr>
        </p:nvSpPr>
        <p:spPr>
          <a:xfrm>
            <a:off x="720000" y="1618750"/>
            <a:ext cx="7704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7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Response: size</a:t>
            </a:r>
            <a:endParaRPr b="1" sz="17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7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                Df Sum Sq Mean Sq F value    Pr(&gt;F)    </a:t>
            </a:r>
            <a:endParaRPr b="1" sz="17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7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ingredient       2 9.3683  4.6841  72.802 &lt; 2.2e-16 ***</a:t>
            </a:r>
            <a:endParaRPr b="1" sz="17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7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temp             1 2.1041  2.1041  32.703 1.213e-07 ***</a:t>
            </a:r>
            <a:endParaRPr b="1" sz="17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7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ingredient:temp  2 2.3583  1.1791  18.326 1.814e-07 ***</a:t>
            </a:r>
            <a:endParaRPr b="1" sz="17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100"/>
              <a:buFont typeface="Arial"/>
              <a:buNone/>
            </a:pPr>
            <a:r>
              <a:rPr b="1" lang="en" sz="17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Residuals       96 6.1768  0.0643 </a:t>
            </a:r>
            <a:endParaRPr b="1" sz="17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606" name="Shape 10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07" name="Google Shape;10607;p7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Interaction Plots</a:t>
            </a:r>
            <a:endParaRPr/>
          </a:p>
        </p:txBody>
      </p:sp>
      <p:pic>
        <p:nvPicPr>
          <p:cNvPr id="10608" name="Google Shape;10608;p7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58400" y="1359550"/>
            <a:ext cx="3582575" cy="27657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609" name="Google Shape;10609;p7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411925" y="1432400"/>
            <a:ext cx="3912850" cy="30206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613" name="Shape 10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4" name="Google Shape;10614;p7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Anova Table - Sample Size 6</a:t>
            </a:r>
            <a:endParaRPr/>
          </a:p>
        </p:txBody>
      </p:sp>
      <p:sp>
        <p:nvSpPr>
          <p:cNvPr id="10615" name="Google Shape;10615;p79"/>
          <p:cNvSpPr txBox="1"/>
          <p:nvPr>
            <p:ph idx="1" type="body"/>
          </p:nvPr>
        </p:nvSpPr>
        <p:spPr>
          <a:xfrm>
            <a:off x="521850" y="1560475"/>
            <a:ext cx="81003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Response: size</a:t>
            </a:r>
            <a:endParaRPr b="1" sz="22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           Df  Sum Sq  Mean Sq F value Pr(&gt;F)</a:t>
            </a:r>
            <a:endParaRPr b="1" sz="22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temp        1 0.12377 0.123773  1.7845 0.3133</a:t>
            </a:r>
            <a:endParaRPr b="1" sz="22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ingredient  2 0.55108 0.275538  3.9725 0.2011</a:t>
            </a:r>
            <a:endParaRPr b="1" sz="22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100"/>
              <a:buFont typeface="Arial"/>
              <a:buNone/>
            </a:pPr>
            <a:r>
              <a:rPr b="1" lang="en" sz="22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Residuals   2 0.13872 0.069361</a:t>
            </a:r>
            <a:endParaRPr b="1" sz="22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500">
              <a:latin typeface="Catamaran"/>
              <a:ea typeface="Catamaran"/>
              <a:cs typeface="Catamaran"/>
              <a:sym typeface="Catamaran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619" name="Shape 10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20" name="Google Shape;10620;p8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Post Power Testing</a:t>
            </a:r>
            <a:endParaRPr/>
          </a:p>
        </p:txBody>
      </p:sp>
      <p:sp>
        <p:nvSpPr>
          <p:cNvPr id="10621" name="Google Shape;10621;p80"/>
          <p:cNvSpPr txBox="1"/>
          <p:nvPr>
            <p:ph idx="1" type="body"/>
          </p:nvPr>
        </p:nvSpPr>
        <p:spPr>
          <a:xfrm>
            <a:off x="720000" y="1727100"/>
            <a:ext cx="7704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Char char="-"/>
            </a:pPr>
            <a:r>
              <a:rPr lang="en" sz="2200"/>
              <a:t>Our preliminary testing overestimated each group mean and variance, so our power ended up being closer to 99% for sample size 17 </a:t>
            </a:r>
            <a:endParaRPr sz="2200"/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Char char="-"/>
            </a:pPr>
            <a:r>
              <a:rPr lang="en" sz="2200"/>
              <a:t>With only one sample for each treatment (six samples), we would not reach our goal of 80% power</a:t>
            </a:r>
            <a:endParaRPr sz="2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20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625" name="Shape 10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26" name="Google Shape;10626;p8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Effect Sizes (in cm)</a:t>
            </a:r>
            <a:endParaRPr/>
          </a:p>
        </p:txBody>
      </p:sp>
      <p:sp>
        <p:nvSpPr>
          <p:cNvPr id="10627" name="Google Shape;10627;p81"/>
          <p:cNvSpPr txBox="1"/>
          <p:nvPr/>
        </p:nvSpPr>
        <p:spPr>
          <a:xfrm>
            <a:off x="4559100" y="1973750"/>
            <a:ext cx="4584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Catamaran Medium"/>
              <a:ea typeface="Catamaran Medium"/>
              <a:cs typeface="Catamaran Medium"/>
              <a:sym typeface="Catamaran Medium"/>
            </a:endParaRPr>
          </a:p>
        </p:txBody>
      </p:sp>
      <p:sp>
        <p:nvSpPr>
          <p:cNvPr id="10628" name="Google Shape;10628;p81"/>
          <p:cNvSpPr txBox="1"/>
          <p:nvPr/>
        </p:nvSpPr>
        <p:spPr>
          <a:xfrm>
            <a:off x="864550" y="1017725"/>
            <a:ext cx="6542400" cy="409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Catamaran Medium"/>
                <a:ea typeface="Catamaran Medium"/>
                <a:cs typeface="Catamaran Medium"/>
                <a:sym typeface="Catamaran Medium"/>
              </a:rPr>
              <a:t>Grand Mean = </a:t>
            </a:r>
            <a:r>
              <a:rPr lang="en" sz="17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5.767157</a:t>
            </a:r>
            <a:endParaRPr sz="17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  <a:latin typeface="Catamaran"/>
                <a:ea typeface="Catamaran"/>
                <a:cs typeface="Catamaran"/>
                <a:sym typeface="Catamaran"/>
              </a:rPr>
              <a:t>Room Temp =  </a:t>
            </a:r>
            <a:r>
              <a:rPr lang="en" sz="17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+ 0.1436271</a:t>
            </a:r>
            <a:endParaRPr sz="17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3"/>
              </a:solidFill>
              <a:latin typeface="Catamaran"/>
              <a:ea typeface="Catamaran"/>
              <a:cs typeface="Catamaran"/>
              <a:sym typeface="Catamara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3"/>
              </a:solidFill>
              <a:latin typeface="Catamaran"/>
              <a:ea typeface="Catamaran"/>
              <a:cs typeface="Catamaran"/>
              <a:sym typeface="Catamara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  <a:latin typeface="Catamaran"/>
                <a:ea typeface="Catamaran"/>
                <a:cs typeface="Catamaran"/>
                <a:sym typeface="Catamaran"/>
              </a:rPr>
              <a:t>Chilled =  </a:t>
            </a:r>
            <a:r>
              <a:rPr lang="en" sz="17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-</a:t>
            </a:r>
            <a:r>
              <a:rPr lang="en" sz="17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 0.1436271</a:t>
            </a:r>
            <a:endParaRPr>
              <a:solidFill>
                <a:schemeClr val="accent3"/>
              </a:solidFill>
              <a:latin typeface="Catamaran"/>
              <a:ea typeface="Catamaran"/>
              <a:cs typeface="Catamaran"/>
              <a:sym typeface="Catamara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3"/>
              </a:solidFill>
              <a:latin typeface="Catamaran"/>
              <a:ea typeface="Catamaran"/>
              <a:cs typeface="Catamaran"/>
              <a:sym typeface="Catamara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  <a:latin typeface="Catamaran"/>
                <a:ea typeface="Catamaran"/>
                <a:cs typeface="Catamaran"/>
                <a:sym typeface="Catamaran"/>
              </a:rPr>
              <a:t>Mix = +</a:t>
            </a:r>
            <a:r>
              <a:rPr lang="en" sz="2200">
                <a:solidFill>
                  <a:schemeClr val="accent3"/>
                </a:solidFill>
                <a:latin typeface="Catamaran"/>
                <a:ea typeface="Catamaran"/>
                <a:cs typeface="Catamaran"/>
                <a:sym typeface="Catamaran"/>
              </a:rPr>
              <a:t> </a:t>
            </a:r>
            <a:r>
              <a:rPr lang="en" sz="18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0.1519611</a:t>
            </a:r>
            <a:endParaRPr sz="18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3"/>
              </a:solidFill>
              <a:latin typeface="Catamaran"/>
              <a:ea typeface="Catamaran"/>
              <a:cs typeface="Catamaran"/>
              <a:sym typeface="Catamara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3"/>
              </a:solidFill>
              <a:latin typeface="Catamaran"/>
              <a:ea typeface="Catamaran"/>
              <a:cs typeface="Catamaran"/>
              <a:sym typeface="Catamara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  <a:latin typeface="Catamaran"/>
                <a:ea typeface="Catamaran"/>
                <a:cs typeface="Catamaran"/>
                <a:sym typeface="Catamaran"/>
              </a:rPr>
              <a:t>Baking Soda =</a:t>
            </a:r>
            <a:r>
              <a:rPr lang="en" sz="2100">
                <a:solidFill>
                  <a:schemeClr val="accent3"/>
                </a:solidFill>
                <a:latin typeface="Catamaran"/>
                <a:ea typeface="Catamaran"/>
                <a:cs typeface="Catamaran"/>
                <a:sym typeface="Catamaran"/>
              </a:rPr>
              <a:t> </a:t>
            </a:r>
            <a:r>
              <a:rPr lang="en" sz="17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-0.4230389</a:t>
            </a:r>
            <a:endParaRPr sz="17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3"/>
              </a:solidFill>
              <a:latin typeface="Catamaran"/>
              <a:ea typeface="Catamaran"/>
              <a:cs typeface="Catamaran"/>
              <a:sym typeface="Catamara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3"/>
              </a:solidFill>
              <a:latin typeface="Catamaran"/>
              <a:ea typeface="Catamaran"/>
              <a:cs typeface="Catamaran"/>
              <a:sym typeface="Catamara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  <a:latin typeface="Catamaran"/>
                <a:ea typeface="Catamaran"/>
                <a:cs typeface="Catamaran"/>
                <a:sym typeface="Catamaran"/>
              </a:rPr>
              <a:t>Baking Powder =  + </a:t>
            </a:r>
            <a:r>
              <a:rPr lang="en" sz="17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0.2710781</a:t>
            </a:r>
            <a:endParaRPr sz="17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3"/>
              </a:solidFill>
              <a:latin typeface="Catamaran"/>
              <a:ea typeface="Catamaran"/>
              <a:cs typeface="Catamaran"/>
              <a:sym typeface="Catamara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Catamaran Medium"/>
              <a:ea typeface="Catamaran Medium"/>
              <a:cs typeface="Catamaran Medium"/>
              <a:sym typeface="Catamaran Medium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632" name="Shape 10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3" name="Google Shape;10633;p8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Difference of Means</a:t>
            </a:r>
            <a:endParaRPr/>
          </a:p>
        </p:txBody>
      </p:sp>
      <p:sp>
        <p:nvSpPr>
          <p:cNvPr id="10634" name="Google Shape;10634;p82"/>
          <p:cNvSpPr txBox="1"/>
          <p:nvPr>
            <p:ph idx="1" type="body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Chilled vs. Room Temperature                  t =  </a:t>
            </a:r>
            <a:r>
              <a:rPr lang="en" sz="10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0.7712496               </a:t>
            </a:r>
            <a:r>
              <a:rPr lang="en"/>
              <a:t> p value = </a:t>
            </a:r>
            <a:r>
              <a:rPr lang="en" sz="10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0.2377041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Mix vs. Soda                                                   t =   </a:t>
            </a:r>
            <a:r>
              <a:rPr lang="en" sz="10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-0</a:t>
            </a:r>
            <a:r>
              <a:rPr lang="en" sz="10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.3198167              </a:t>
            </a:r>
            <a:r>
              <a:rPr lang="en"/>
              <a:t>p value = </a:t>
            </a:r>
            <a:r>
              <a:rPr lang="en" sz="10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0.6189805</a:t>
            </a:r>
            <a:endParaRPr sz="10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Soda vs. Powder                                            t =  </a:t>
            </a:r>
            <a:r>
              <a:rPr lang="en" sz="10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1.863631                </a:t>
            </a:r>
            <a:r>
              <a:rPr lang="en"/>
              <a:t>p value = </a:t>
            </a:r>
            <a:r>
              <a:rPr lang="en" sz="10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0.06070145</a:t>
            </a:r>
            <a:endParaRPr sz="10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Powder vs. Mix                                               t =   </a:t>
            </a:r>
            <a:r>
              <a:rPr lang="en" sz="10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1.543815               </a:t>
            </a:r>
            <a:r>
              <a:rPr lang="en"/>
              <a:t>p value = </a:t>
            </a:r>
            <a:r>
              <a:rPr lang="en" sz="1000">
                <a:solidFill>
                  <a:schemeClr val="accent3"/>
                </a:solidFill>
                <a:latin typeface="Courier New"/>
                <a:ea typeface="Courier New"/>
                <a:cs typeface="Courier New"/>
                <a:sym typeface="Courier New"/>
              </a:rPr>
              <a:t>0.09164238</a:t>
            </a:r>
            <a:endParaRPr sz="1000">
              <a:solidFill>
                <a:schemeClr val="accent3"/>
              </a:solidFill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638" name="Shape 10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9" name="Google Shape;10639;p8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Error and Bias</a:t>
            </a:r>
            <a:endParaRPr/>
          </a:p>
        </p:txBody>
      </p:sp>
      <p:sp>
        <p:nvSpPr>
          <p:cNvPr id="10640" name="Google Shape;10640;p83"/>
          <p:cNvSpPr txBox="1"/>
          <p:nvPr>
            <p:ph idx="1" type="body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61950" lvl="0" marL="457200" rtl="0" algn="l">
              <a:spcBef>
                <a:spcPts val="0"/>
              </a:spcBef>
              <a:spcAft>
                <a:spcPts val="0"/>
              </a:spcAft>
              <a:buSzPts val="2100"/>
              <a:buChar char="-"/>
            </a:pPr>
            <a:r>
              <a:rPr lang="en" sz="2100"/>
              <a:t>If we were to do this experiment again, we would perform more replication to determine if there is significant evidence</a:t>
            </a:r>
            <a:endParaRPr sz="21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100"/>
          </a:p>
          <a:p>
            <a:pPr indent="-361950" lvl="0" marL="457200" rtl="0" algn="l">
              <a:spcBef>
                <a:spcPts val="0"/>
              </a:spcBef>
              <a:spcAft>
                <a:spcPts val="0"/>
              </a:spcAft>
              <a:buSzPts val="2100"/>
              <a:buChar char="-"/>
            </a:pPr>
            <a:r>
              <a:rPr lang="en" sz="2100"/>
              <a:t>Another source of error could be </a:t>
            </a:r>
            <a:r>
              <a:rPr lang="en" sz="2100"/>
              <a:t>measuring</a:t>
            </a:r>
            <a:r>
              <a:rPr lang="en" sz="2100"/>
              <a:t> ingredients, although we tried our best to be precise, there could’ve been variability between each dough.</a:t>
            </a:r>
            <a:endParaRPr sz="210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644" name="Shape 10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5" name="Google Shape;10645;p8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</a:t>
            </a:r>
            <a:endParaRPr/>
          </a:p>
        </p:txBody>
      </p:sp>
      <p:sp>
        <p:nvSpPr>
          <p:cNvPr id="10646" name="Google Shape;10646;p84"/>
          <p:cNvSpPr txBox="1"/>
          <p:nvPr>
            <p:ph idx="1" type="body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-"/>
            </a:pPr>
            <a:r>
              <a:rPr lang="en" sz="1800"/>
              <a:t>When we used a sample size of 17, we obtained significant results for temperature, ingredient, and the interaction between the two.</a:t>
            </a:r>
            <a:endParaRPr sz="1800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-"/>
            </a:pPr>
            <a:r>
              <a:rPr lang="en" sz="1800"/>
              <a:t>However, we learned of our mistake in randomization after we had obtained the data. </a:t>
            </a:r>
            <a:endParaRPr sz="1800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-"/>
            </a:pPr>
            <a:r>
              <a:rPr lang="en" sz="1800"/>
              <a:t>With six samples total, we would not reach our goal of 80% power and the results were not significant</a:t>
            </a:r>
            <a:endParaRPr sz="1800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-"/>
            </a:pPr>
            <a:r>
              <a:rPr lang="en" sz="1800"/>
              <a:t>We cannot conclude that there is a significant difference in the diameter of chocolate chip cookies when using the different temperatures or ingredients tested.</a:t>
            </a:r>
            <a:endParaRPr sz="180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650" name="Shape 10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1" name="Google Shape;10651;p85"/>
          <p:cNvSpPr txBox="1"/>
          <p:nvPr/>
        </p:nvSpPr>
        <p:spPr>
          <a:xfrm>
            <a:off x="429983" y="1043400"/>
            <a:ext cx="6090600" cy="1435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8100">
                <a:latin typeface="Coustard"/>
                <a:ea typeface="Coustard"/>
                <a:cs typeface="Coustard"/>
                <a:sym typeface="Coustard"/>
              </a:rPr>
              <a:t>Questions?</a:t>
            </a:r>
            <a:endParaRPr sz="8100">
              <a:latin typeface="Coustard"/>
              <a:ea typeface="Coustard"/>
              <a:cs typeface="Coustard"/>
              <a:sym typeface="Coustard"/>
            </a:endParaRPr>
          </a:p>
        </p:txBody>
      </p:sp>
      <p:pic>
        <p:nvPicPr>
          <p:cNvPr id="10652" name="Google Shape;10652;p8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156199" y="2478601"/>
            <a:ext cx="1674827" cy="223310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Grandma's Desserts Newsletter to Celebrate US National Homemade Cookies Day by Slidesgo">
  <a:themeElements>
    <a:clrScheme name="Simple Light">
      <a:dk1>
        <a:srgbClr val="DB4F4D"/>
      </a:dk1>
      <a:lt1>
        <a:srgbClr val="F8C0AF"/>
      </a:lt1>
      <a:dk2>
        <a:srgbClr val="692904"/>
      </a:dk2>
      <a:lt2>
        <a:srgbClr val="FFEACA"/>
      </a:lt2>
      <a:accent1>
        <a:srgbClr val="C97926"/>
      </a:accent1>
      <a:accent2>
        <a:srgbClr val="E0A86E"/>
      </a:accent2>
      <a:accent3>
        <a:srgbClr val="000000"/>
      </a:accent3>
      <a:accent4>
        <a:srgbClr val="FFABAB"/>
      </a:accent4>
      <a:accent5>
        <a:srgbClr val="FFFFFF"/>
      </a:accent5>
      <a:accent6>
        <a:srgbClr val="CFC6C6"/>
      </a:accent6>
      <a:hlink>
        <a:srgbClr val="692904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US National Ice Cream Month by Slidesgo">
  <a:themeElements>
    <a:clrScheme name="Simple Light">
      <a:dk1>
        <a:srgbClr val="B385BE"/>
      </a:dk1>
      <a:lt1>
        <a:srgbClr val="F8F7F7"/>
      </a:lt1>
      <a:dk2>
        <a:srgbClr val="69463F"/>
      </a:dk2>
      <a:lt2>
        <a:srgbClr val="F5D760"/>
      </a:lt2>
      <a:accent1>
        <a:srgbClr val="CF436B"/>
      </a:accent1>
      <a:accent2>
        <a:srgbClr val="5C72AD"/>
      </a:accent2>
      <a:accent3>
        <a:srgbClr val="F2AE99"/>
      </a:accent3>
      <a:accent4>
        <a:srgbClr val="FFFFFF"/>
      </a:accent4>
      <a:accent5>
        <a:srgbClr val="FFFFFF"/>
      </a:accent5>
      <a:accent6>
        <a:srgbClr val="FFFFFF"/>
      </a:accent6>
      <a:hlink>
        <a:srgbClr val="69463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